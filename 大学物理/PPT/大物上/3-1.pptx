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34"/>
  </p:notesMasterIdLst>
  <p:sldIdLst>
    <p:sldId id="647" r:id="rId2"/>
    <p:sldId id="648" r:id="rId3"/>
    <p:sldId id="630" r:id="rId4"/>
    <p:sldId id="631" r:id="rId5"/>
    <p:sldId id="632" r:id="rId6"/>
    <p:sldId id="633" r:id="rId7"/>
    <p:sldId id="649" r:id="rId8"/>
    <p:sldId id="650" r:id="rId9"/>
    <p:sldId id="634" r:id="rId10"/>
    <p:sldId id="635" r:id="rId11"/>
    <p:sldId id="636" r:id="rId12"/>
    <p:sldId id="637" r:id="rId13"/>
    <p:sldId id="638" r:id="rId14"/>
    <p:sldId id="639" r:id="rId15"/>
    <p:sldId id="640" r:id="rId16"/>
    <p:sldId id="655" r:id="rId17"/>
    <p:sldId id="656" r:id="rId18"/>
    <p:sldId id="659" r:id="rId19"/>
    <p:sldId id="660" r:id="rId20"/>
    <p:sldId id="651" r:id="rId21"/>
    <p:sldId id="661" r:id="rId22"/>
    <p:sldId id="662" r:id="rId23"/>
    <p:sldId id="663" r:id="rId24"/>
    <p:sldId id="664" r:id="rId25"/>
    <p:sldId id="665" r:id="rId26"/>
    <p:sldId id="666" r:id="rId27"/>
    <p:sldId id="667" r:id="rId28"/>
    <p:sldId id="668" r:id="rId29"/>
    <p:sldId id="669" r:id="rId30"/>
    <p:sldId id="670" r:id="rId31"/>
    <p:sldId id="671" r:id="rId32"/>
    <p:sldId id="672" r:id="rId33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bg1"/>
        </a:solidFill>
        <a:latin typeface="仿宋_GB2312" pitchFamily="49" charset="-122"/>
        <a:ea typeface="仿宋_GB2312" pitchFamily="49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bg1"/>
        </a:solidFill>
        <a:latin typeface="仿宋_GB2312" pitchFamily="49" charset="-122"/>
        <a:ea typeface="仿宋_GB2312" pitchFamily="49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bg1"/>
        </a:solidFill>
        <a:latin typeface="仿宋_GB2312" pitchFamily="49" charset="-122"/>
        <a:ea typeface="仿宋_GB2312" pitchFamily="49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bg1"/>
        </a:solidFill>
        <a:latin typeface="仿宋_GB2312" pitchFamily="49" charset="-122"/>
        <a:ea typeface="仿宋_GB2312" pitchFamily="49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bg1"/>
        </a:solidFill>
        <a:latin typeface="仿宋_GB2312" pitchFamily="49" charset="-122"/>
        <a:ea typeface="仿宋_GB2312" pitchFamily="49" charset="-122"/>
        <a:cs typeface="+mn-cs"/>
      </a:defRPr>
    </a:lvl5pPr>
    <a:lvl6pPr marL="2286000" algn="l" defTabSz="914400" rtl="0" eaLnBrk="1" latinLnBrk="0" hangingPunct="1">
      <a:defRPr sz="2400" b="1" kern="1200">
        <a:solidFill>
          <a:schemeClr val="bg1"/>
        </a:solidFill>
        <a:latin typeface="仿宋_GB2312" pitchFamily="49" charset="-122"/>
        <a:ea typeface="仿宋_GB2312" pitchFamily="49" charset="-122"/>
        <a:cs typeface="+mn-cs"/>
      </a:defRPr>
    </a:lvl6pPr>
    <a:lvl7pPr marL="2743200" algn="l" defTabSz="914400" rtl="0" eaLnBrk="1" latinLnBrk="0" hangingPunct="1">
      <a:defRPr sz="2400" b="1" kern="1200">
        <a:solidFill>
          <a:schemeClr val="bg1"/>
        </a:solidFill>
        <a:latin typeface="仿宋_GB2312" pitchFamily="49" charset="-122"/>
        <a:ea typeface="仿宋_GB2312" pitchFamily="49" charset="-122"/>
        <a:cs typeface="+mn-cs"/>
      </a:defRPr>
    </a:lvl7pPr>
    <a:lvl8pPr marL="3200400" algn="l" defTabSz="914400" rtl="0" eaLnBrk="1" latinLnBrk="0" hangingPunct="1">
      <a:defRPr sz="2400" b="1" kern="1200">
        <a:solidFill>
          <a:schemeClr val="bg1"/>
        </a:solidFill>
        <a:latin typeface="仿宋_GB2312" pitchFamily="49" charset="-122"/>
        <a:ea typeface="仿宋_GB2312" pitchFamily="49" charset="-122"/>
        <a:cs typeface="+mn-cs"/>
      </a:defRPr>
    </a:lvl8pPr>
    <a:lvl9pPr marL="3657600" algn="l" defTabSz="914400" rtl="0" eaLnBrk="1" latinLnBrk="0" hangingPunct="1">
      <a:defRPr sz="2400" b="1" kern="1200">
        <a:solidFill>
          <a:schemeClr val="bg1"/>
        </a:solidFill>
        <a:latin typeface="仿宋_GB2312" pitchFamily="49" charset="-122"/>
        <a:ea typeface="仿宋_GB2312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FFF"/>
    <a:srgbClr val="6666FF"/>
    <a:srgbClr val="FF66CC"/>
    <a:srgbClr val="FFCC00"/>
    <a:srgbClr val="33CCCC"/>
    <a:srgbClr val="FF9900"/>
    <a:srgbClr val="FFFFFF"/>
    <a:srgbClr val="66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947" autoAdjust="0"/>
    <p:restoredTop sz="94737" autoAdjust="0"/>
  </p:normalViewPr>
  <p:slideViewPr>
    <p:cSldViewPr snapToGrid="0" showGuides="1">
      <p:cViewPr varScale="1">
        <p:scale>
          <a:sx n="78" d="100"/>
          <a:sy n="78" d="100"/>
        </p:scale>
        <p:origin x="1598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271294EA-80E2-9B4C-A5D5-9DB86C70EEBC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lnSpc>
                <a:spcPct val="100000"/>
              </a:lnSpc>
              <a:buClrTx/>
              <a:buFontTx/>
              <a:buNone/>
              <a:defRPr sz="1200" b="0"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43B57299-E973-B29F-856E-EDD81F883D41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lnSpc>
                <a:spcPct val="100000"/>
              </a:lnSpc>
              <a:buClrTx/>
              <a:buFontTx/>
              <a:buNone/>
              <a:defRPr sz="1200" b="0"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D6F2926A-B42D-06EC-CB4B-368A61E012B0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7653" name="Rectangle 5">
            <a:extLst>
              <a:ext uri="{FF2B5EF4-FFF2-40B4-BE49-F238E27FC236}">
                <a16:creationId xmlns:a16="http://schemas.microsoft.com/office/drawing/2014/main" id="{75B517DD-C6A5-9F89-A4A5-04CDEBEA59DE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27654" name="Rectangle 6">
            <a:extLst>
              <a:ext uri="{FF2B5EF4-FFF2-40B4-BE49-F238E27FC236}">
                <a16:creationId xmlns:a16="http://schemas.microsoft.com/office/drawing/2014/main" id="{403E6B4C-6FB0-F377-B312-95A26851C0CA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lnSpc>
                <a:spcPct val="100000"/>
              </a:lnSpc>
              <a:buClrTx/>
              <a:buFontTx/>
              <a:buNone/>
              <a:defRPr sz="1200" b="0"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7655" name="Rectangle 7">
            <a:extLst>
              <a:ext uri="{FF2B5EF4-FFF2-40B4-BE49-F238E27FC236}">
                <a16:creationId xmlns:a16="http://schemas.microsoft.com/office/drawing/2014/main" id="{5E598671-5EF1-AB65-F261-6D37DC51DDB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lnSpc>
                <a:spcPct val="100000"/>
              </a:lnSpc>
              <a:buClrTx/>
              <a:buFontTx/>
              <a:buNone/>
              <a:defRPr sz="1200" b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D254FD94-10BC-4697-9605-47B58A5D93F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30497839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4332965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4220744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6721521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9637358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9685512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402007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1308647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5833890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6783074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0521672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B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0F8D871B-B159-BDB8-C178-105882F12A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265113"/>
            <a:ext cx="8626475" cy="6272212"/>
          </a:xfrm>
          <a:prstGeom prst="rect">
            <a:avLst/>
          </a:prstGeom>
          <a:noFill/>
          <a:ln w="19050">
            <a:solidFill>
              <a:srgbClr val="006699">
                <a:alpha val="35001"/>
              </a:srgbClr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103" name="AutoShape 7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139EDAF4-767D-10B6-C6B5-4E57240BD2DF}"/>
              </a:ext>
            </a:extLst>
          </p:cNvPr>
          <p:cNvSpPr>
            <a:spLocks noChangeArrowheads="1"/>
          </p:cNvSpPr>
          <p:nvPr userDrawn="1"/>
        </p:nvSpPr>
        <p:spPr bwMode="auto">
          <a:xfrm flipH="1">
            <a:off x="7239000" y="6602413"/>
            <a:ext cx="501650" cy="168275"/>
          </a:xfrm>
          <a:prstGeom prst="actionButtonForwardNext">
            <a:avLst/>
          </a:prstGeom>
          <a:solidFill>
            <a:srgbClr val="12607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104" name="AutoShape 8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AD006CE6-9968-285E-E9A7-7FC52C62FD7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391525" y="6602413"/>
            <a:ext cx="501650" cy="168275"/>
          </a:xfrm>
          <a:prstGeom prst="actionButtonForwardNext">
            <a:avLst/>
          </a:prstGeom>
          <a:solidFill>
            <a:srgbClr val="12607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105" name="AutoShape 9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3B8C9D6F-D7B9-65BE-77D4-B5F2CC0DF0A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812088" y="6602413"/>
            <a:ext cx="504825" cy="161925"/>
          </a:xfrm>
          <a:prstGeom prst="actionButtonHome">
            <a:avLst/>
          </a:prstGeom>
          <a:solidFill>
            <a:srgbClr val="126072"/>
          </a:solidFill>
          <a:ln w="28575">
            <a:noFill/>
            <a:miter lim="800000"/>
            <a:headEnd/>
            <a:tailEnd type="none" w="med" len="lg"/>
          </a:ln>
          <a:effectLst/>
        </p:spPr>
        <p:txBody>
          <a:bodyPr anchor="ctr">
            <a:spAutoFit/>
          </a:bodyPr>
          <a:lstStyle/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13" Type="http://schemas.openxmlformats.org/officeDocument/2006/relationships/image" Target="../media/image7.emf"/><Relationship Id="rId18" Type="http://schemas.openxmlformats.org/officeDocument/2006/relationships/oleObject" Target="../embeddings/oleObject9.bin"/><Relationship Id="rId3" Type="http://schemas.openxmlformats.org/officeDocument/2006/relationships/image" Target="../media/image2.emf"/><Relationship Id="rId21" Type="http://schemas.openxmlformats.org/officeDocument/2006/relationships/image" Target="../media/image11.emf"/><Relationship Id="rId7" Type="http://schemas.openxmlformats.org/officeDocument/2006/relationships/image" Target="../media/image4.emf"/><Relationship Id="rId12" Type="http://schemas.openxmlformats.org/officeDocument/2006/relationships/oleObject" Target="../embeddings/oleObject6.bin"/><Relationship Id="rId17" Type="http://schemas.openxmlformats.org/officeDocument/2006/relationships/image" Target="../media/image9.emf"/><Relationship Id="rId2" Type="http://schemas.openxmlformats.org/officeDocument/2006/relationships/oleObject" Target="../embeddings/oleObject1.bin"/><Relationship Id="rId16" Type="http://schemas.openxmlformats.org/officeDocument/2006/relationships/oleObject" Target="../embeddings/oleObject8.bin"/><Relationship Id="rId20" Type="http://schemas.openxmlformats.org/officeDocument/2006/relationships/oleObject" Target="../embeddings/oleObject10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.bin"/><Relationship Id="rId11" Type="http://schemas.openxmlformats.org/officeDocument/2006/relationships/image" Target="../media/image6.emf"/><Relationship Id="rId5" Type="http://schemas.openxmlformats.org/officeDocument/2006/relationships/image" Target="../media/image3.emf"/><Relationship Id="rId15" Type="http://schemas.openxmlformats.org/officeDocument/2006/relationships/image" Target="../media/image8.emf"/><Relationship Id="rId23" Type="http://schemas.openxmlformats.org/officeDocument/2006/relationships/image" Target="../media/image12.emf"/><Relationship Id="rId10" Type="http://schemas.openxmlformats.org/officeDocument/2006/relationships/oleObject" Target="../embeddings/oleObject5.bin"/><Relationship Id="rId19" Type="http://schemas.openxmlformats.org/officeDocument/2006/relationships/image" Target="../media/image10.emf"/><Relationship Id="rId4" Type="http://schemas.openxmlformats.org/officeDocument/2006/relationships/oleObject" Target="../embeddings/oleObject2.bin"/><Relationship Id="rId9" Type="http://schemas.openxmlformats.org/officeDocument/2006/relationships/image" Target="../media/image5.emf"/><Relationship Id="rId14" Type="http://schemas.openxmlformats.org/officeDocument/2006/relationships/oleObject" Target="../embeddings/oleObject7.bin"/><Relationship Id="rId22" Type="http://schemas.openxmlformats.org/officeDocument/2006/relationships/oleObject" Target="../embeddings/oleObject11.bin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.bin"/><Relationship Id="rId3" Type="http://schemas.openxmlformats.org/officeDocument/2006/relationships/image" Target="../media/image13.emf"/><Relationship Id="rId7" Type="http://schemas.openxmlformats.org/officeDocument/2006/relationships/image" Target="../media/image15.emf"/><Relationship Id="rId2" Type="http://schemas.openxmlformats.org/officeDocument/2006/relationships/oleObject" Target="../embeddings/oleObject12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4.bin"/><Relationship Id="rId11" Type="http://schemas.openxmlformats.org/officeDocument/2006/relationships/image" Target="../media/image17.emf"/><Relationship Id="rId5" Type="http://schemas.openxmlformats.org/officeDocument/2006/relationships/image" Target="../media/image14.emf"/><Relationship Id="rId10" Type="http://schemas.openxmlformats.org/officeDocument/2006/relationships/oleObject" Target="../embeddings/oleObject16.bin"/><Relationship Id="rId4" Type="http://schemas.openxmlformats.org/officeDocument/2006/relationships/oleObject" Target="../embeddings/oleObject13.bin"/><Relationship Id="rId9" Type="http://schemas.openxmlformats.org/officeDocument/2006/relationships/image" Target="../media/image16.e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emf"/><Relationship Id="rId3" Type="http://schemas.openxmlformats.org/officeDocument/2006/relationships/oleObject" Target="../embeddings/oleObject17.bin"/><Relationship Id="rId7" Type="http://schemas.openxmlformats.org/officeDocument/2006/relationships/oleObject" Target="../embeddings/oleObject19.bin"/><Relationship Id="rId12" Type="http://schemas.openxmlformats.org/officeDocument/2006/relationships/image" Target="../media/image23.emf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emf"/><Relationship Id="rId11" Type="http://schemas.openxmlformats.org/officeDocument/2006/relationships/oleObject" Target="../embeddings/oleObject21.bin"/><Relationship Id="rId5" Type="http://schemas.openxmlformats.org/officeDocument/2006/relationships/oleObject" Target="../embeddings/oleObject18.bin"/><Relationship Id="rId10" Type="http://schemas.openxmlformats.org/officeDocument/2006/relationships/image" Target="../media/image22.emf"/><Relationship Id="rId4" Type="http://schemas.openxmlformats.org/officeDocument/2006/relationships/image" Target="../media/image19.emf"/><Relationship Id="rId9" Type="http://schemas.openxmlformats.org/officeDocument/2006/relationships/oleObject" Target="../embeddings/oleObject20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5.bin"/><Relationship Id="rId3" Type="http://schemas.openxmlformats.org/officeDocument/2006/relationships/image" Target="../media/image24.emf"/><Relationship Id="rId7" Type="http://schemas.openxmlformats.org/officeDocument/2006/relationships/image" Target="../media/image26.emf"/><Relationship Id="rId2" Type="http://schemas.openxmlformats.org/officeDocument/2006/relationships/oleObject" Target="../embeddings/oleObject22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4.bin"/><Relationship Id="rId5" Type="http://schemas.openxmlformats.org/officeDocument/2006/relationships/image" Target="../media/image25.emf"/><Relationship Id="rId4" Type="http://schemas.openxmlformats.org/officeDocument/2006/relationships/oleObject" Target="../embeddings/oleObject23.bin"/><Relationship Id="rId9" Type="http://schemas.openxmlformats.org/officeDocument/2006/relationships/image" Target="../media/image27.e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emf"/><Relationship Id="rId13" Type="http://schemas.openxmlformats.org/officeDocument/2006/relationships/oleObject" Target="../embeddings/oleObject31.bin"/><Relationship Id="rId18" Type="http://schemas.openxmlformats.org/officeDocument/2006/relationships/image" Target="../media/image36.emf"/><Relationship Id="rId26" Type="http://schemas.openxmlformats.org/officeDocument/2006/relationships/image" Target="../media/image40.emf"/><Relationship Id="rId39" Type="http://schemas.openxmlformats.org/officeDocument/2006/relationships/oleObject" Target="../embeddings/oleObject44.bin"/><Relationship Id="rId3" Type="http://schemas.openxmlformats.org/officeDocument/2006/relationships/image" Target="../media/image28.emf"/><Relationship Id="rId21" Type="http://schemas.openxmlformats.org/officeDocument/2006/relationships/oleObject" Target="../embeddings/oleObject35.bin"/><Relationship Id="rId34" Type="http://schemas.openxmlformats.org/officeDocument/2006/relationships/image" Target="../media/image44.emf"/><Relationship Id="rId42" Type="http://schemas.openxmlformats.org/officeDocument/2006/relationships/image" Target="../media/image48.emf"/><Relationship Id="rId7" Type="http://schemas.openxmlformats.org/officeDocument/2006/relationships/oleObject" Target="../embeddings/oleObject28.bin"/><Relationship Id="rId12" Type="http://schemas.openxmlformats.org/officeDocument/2006/relationships/image" Target="../media/image33.emf"/><Relationship Id="rId17" Type="http://schemas.openxmlformats.org/officeDocument/2006/relationships/oleObject" Target="../embeddings/oleObject33.bin"/><Relationship Id="rId25" Type="http://schemas.openxmlformats.org/officeDocument/2006/relationships/oleObject" Target="../embeddings/oleObject37.bin"/><Relationship Id="rId33" Type="http://schemas.openxmlformats.org/officeDocument/2006/relationships/oleObject" Target="../embeddings/oleObject41.bin"/><Relationship Id="rId38" Type="http://schemas.openxmlformats.org/officeDocument/2006/relationships/image" Target="../media/image46.emf"/><Relationship Id="rId2" Type="http://schemas.openxmlformats.org/officeDocument/2006/relationships/oleObject" Target="../embeddings/oleObject26.bin"/><Relationship Id="rId16" Type="http://schemas.openxmlformats.org/officeDocument/2006/relationships/image" Target="../media/image35.emf"/><Relationship Id="rId20" Type="http://schemas.openxmlformats.org/officeDocument/2006/relationships/image" Target="../media/image37.emf"/><Relationship Id="rId29" Type="http://schemas.openxmlformats.org/officeDocument/2006/relationships/oleObject" Target="../embeddings/oleObject39.bin"/><Relationship Id="rId41" Type="http://schemas.openxmlformats.org/officeDocument/2006/relationships/oleObject" Target="../embeddings/oleObject45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emf"/><Relationship Id="rId11" Type="http://schemas.openxmlformats.org/officeDocument/2006/relationships/oleObject" Target="../embeddings/oleObject30.bin"/><Relationship Id="rId24" Type="http://schemas.openxmlformats.org/officeDocument/2006/relationships/image" Target="../media/image39.emf"/><Relationship Id="rId32" Type="http://schemas.openxmlformats.org/officeDocument/2006/relationships/image" Target="../media/image43.emf"/><Relationship Id="rId37" Type="http://schemas.openxmlformats.org/officeDocument/2006/relationships/oleObject" Target="../embeddings/oleObject43.bin"/><Relationship Id="rId40" Type="http://schemas.openxmlformats.org/officeDocument/2006/relationships/image" Target="../media/image47.emf"/><Relationship Id="rId5" Type="http://schemas.openxmlformats.org/officeDocument/2006/relationships/oleObject" Target="../embeddings/oleObject27.bin"/><Relationship Id="rId15" Type="http://schemas.openxmlformats.org/officeDocument/2006/relationships/oleObject" Target="../embeddings/oleObject32.bin"/><Relationship Id="rId23" Type="http://schemas.openxmlformats.org/officeDocument/2006/relationships/oleObject" Target="../embeddings/oleObject36.bin"/><Relationship Id="rId28" Type="http://schemas.openxmlformats.org/officeDocument/2006/relationships/image" Target="../media/image41.emf"/><Relationship Id="rId36" Type="http://schemas.openxmlformats.org/officeDocument/2006/relationships/image" Target="../media/image45.emf"/><Relationship Id="rId10" Type="http://schemas.openxmlformats.org/officeDocument/2006/relationships/image" Target="../media/image32.emf"/><Relationship Id="rId19" Type="http://schemas.openxmlformats.org/officeDocument/2006/relationships/oleObject" Target="../embeddings/oleObject34.bin"/><Relationship Id="rId31" Type="http://schemas.openxmlformats.org/officeDocument/2006/relationships/oleObject" Target="../embeddings/oleObject40.bin"/><Relationship Id="rId44" Type="http://schemas.openxmlformats.org/officeDocument/2006/relationships/image" Target="../media/image49.emf"/><Relationship Id="rId4" Type="http://schemas.openxmlformats.org/officeDocument/2006/relationships/image" Target="../media/image29.png"/><Relationship Id="rId9" Type="http://schemas.openxmlformats.org/officeDocument/2006/relationships/oleObject" Target="../embeddings/oleObject29.bin"/><Relationship Id="rId14" Type="http://schemas.openxmlformats.org/officeDocument/2006/relationships/image" Target="../media/image34.emf"/><Relationship Id="rId22" Type="http://schemas.openxmlformats.org/officeDocument/2006/relationships/image" Target="../media/image38.emf"/><Relationship Id="rId27" Type="http://schemas.openxmlformats.org/officeDocument/2006/relationships/oleObject" Target="../embeddings/oleObject38.bin"/><Relationship Id="rId30" Type="http://schemas.openxmlformats.org/officeDocument/2006/relationships/image" Target="../media/image42.emf"/><Relationship Id="rId35" Type="http://schemas.openxmlformats.org/officeDocument/2006/relationships/oleObject" Target="../embeddings/oleObject42.bin"/><Relationship Id="rId43" Type="http://schemas.openxmlformats.org/officeDocument/2006/relationships/oleObject" Target="../embeddings/oleObject46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wmf"/><Relationship Id="rId13" Type="http://schemas.openxmlformats.org/officeDocument/2006/relationships/image" Target="../media/image59.wmf"/><Relationship Id="rId3" Type="http://schemas.openxmlformats.org/officeDocument/2006/relationships/image" Target="../media/image50.wmf"/><Relationship Id="rId7" Type="http://schemas.openxmlformats.org/officeDocument/2006/relationships/oleObject" Target="../embeddings/oleObject48.bin"/><Relationship Id="rId12" Type="http://schemas.openxmlformats.org/officeDocument/2006/relationships/image" Target="../media/image58.wmf"/><Relationship Id="rId2" Type="http://schemas.openxmlformats.org/officeDocument/2006/relationships/oleObject" Target="../embeddings/oleObject47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3.wmf"/><Relationship Id="rId11" Type="http://schemas.openxmlformats.org/officeDocument/2006/relationships/image" Target="../media/image57.wmf"/><Relationship Id="rId5" Type="http://schemas.openxmlformats.org/officeDocument/2006/relationships/image" Target="../media/image52.wmf"/><Relationship Id="rId10" Type="http://schemas.openxmlformats.org/officeDocument/2006/relationships/image" Target="../media/image56.wmf"/><Relationship Id="rId4" Type="http://schemas.openxmlformats.org/officeDocument/2006/relationships/image" Target="../media/image51.wmf"/><Relationship Id="rId9" Type="http://schemas.openxmlformats.org/officeDocument/2006/relationships/image" Target="../media/image55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wmf"/><Relationship Id="rId3" Type="http://schemas.openxmlformats.org/officeDocument/2006/relationships/image" Target="../media/image60.wmf"/><Relationship Id="rId7" Type="http://schemas.openxmlformats.org/officeDocument/2006/relationships/image" Target="../media/image57.wmf"/><Relationship Id="rId2" Type="http://schemas.openxmlformats.org/officeDocument/2006/relationships/oleObject" Target="../embeddings/oleObject48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6.wmf"/><Relationship Id="rId11" Type="http://schemas.openxmlformats.org/officeDocument/2006/relationships/image" Target="../media/image54.wmf"/><Relationship Id="rId5" Type="http://schemas.openxmlformats.org/officeDocument/2006/relationships/image" Target="../media/image55.wmf"/><Relationship Id="rId10" Type="http://schemas.openxmlformats.org/officeDocument/2006/relationships/image" Target="../media/image53.wmf"/><Relationship Id="rId4" Type="http://schemas.openxmlformats.org/officeDocument/2006/relationships/image" Target="../media/image61.wmf"/><Relationship Id="rId9" Type="http://schemas.openxmlformats.org/officeDocument/2006/relationships/image" Target="../media/image59.w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emf"/><Relationship Id="rId13" Type="http://schemas.openxmlformats.org/officeDocument/2006/relationships/oleObject" Target="../embeddings/oleObject54.bin"/><Relationship Id="rId18" Type="http://schemas.openxmlformats.org/officeDocument/2006/relationships/image" Target="../media/image70.emf"/><Relationship Id="rId26" Type="http://schemas.openxmlformats.org/officeDocument/2006/relationships/image" Target="../media/image74.emf"/><Relationship Id="rId3" Type="http://schemas.openxmlformats.org/officeDocument/2006/relationships/oleObject" Target="../embeddings/oleObject49.bin"/><Relationship Id="rId21" Type="http://schemas.openxmlformats.org/officeDocument/2006/relationships/oleObject" Target="../embeddings/oleObject58.bin"/><Relationship Id="rId7" Type="http://schemas.openxmlformats.org/officeDocument/2006/relationships/oleObject" Target="../embeddings/oleObject51.bin"/><Relationship Id="rId12" Type="http://schemas.openxmlformats.org/officeDocument/2006/relationships/image" Target="../media/image67.emf"/><Relationship Id="rId17" Type="http://schemas.openxmlformats.org/officeDocument/2006/relationships/oleObject" Target="../embeddings/oleObject56.bin"/><Relationship Id="rId25" Type="http://schemas.openxmlformats.org/officeDocument/2006/relationships/oleObject" Target="../embeddings/oleObject60.bin"/><Relationship Id="rId2" Type="http://schemas.openxmlformats.org/officeDocument/2006/relationships/image" Target="../media/image62.emf"/><Relationship Id="rId16" Type="http://schemas.openxmlformats.org/officeDocument/2006/relationships/image" Target="../media/image69.emf"/><Relationship Id="rId20" Type="http://schemas.openxmlformats.org/officeDocument/2006/relationships/image" Target="../media/image71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4.emf"/><Relationship Id="rId11" Type="http://schemas.openxmlformats.org/officeDocument/2006/relationships/oleObject" Target="../embeddings/oleObject53.bin"/><Relationship Id="rId24" Type="http://schemas.openxmlformats.org/officeDocument/2006/relationships/image" Target="../media/image73.emf"/><Relationship Id="rId5" Type="http://schemas.openxmlformats.org/officeDocument/2006/relationships/oleObject" Target="../embeddings/oleObject50.bin"/><Relationship Id="rId15" Type="http://schemas.openxmlformats.org/officeDocument/2006/relationships/oleObject" Target="../embeddings/oleObject55.bin"/><Relationship Id="rId23" Type="http://schemas.openxmlformats.org/officeDocument/2006/relationships/oleObject" Target="../embeddings/oleObject59.bin"/><Relationship Id="rId10" Type="http://schemas.openxmlformats.org/officeDocument/2006/relationships/image" Target="../media/image66.emf"/><Relationship Id="rId19" Type="http://schemas.openxmlformats.org/officeDocument/2006/relationships/oleObject" Target="../embeddings/oleObject57.bin"/><Relationship Id="rId4" Type="http://schemas.openxmlformats.org/officeDocument/2006/relationships/image" Target="../media/image63.emf"/><Relationship Id="rId9" Type="http://schemas.openxmlformats.org/officeDocument/2006/relationships/oleObject" Target="../embeddings/oleObject52.bin"/><Relationship Id="rId14" Type="http://schemas.openxmlformats.org/officeDocument/2006/relationships/image" Target="../media/image68.emf"/><Relationship Id="rId22" Type="http://schemas.openxmlformats.org/officeDocument/2006/relationships/image" Target="../media/image72.e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4.bin"/><Relationship Id="rId13" Type="http://schemas.openxmlformats.org/officeDocument/2006/relationships/image" Target="../media/image80.emf"/><Relationship Id="rId18" Type="http://schemas.openxmlformats.org/officeDocument/2006/relationships/oleObject" Target="../embeddings/oleObject69.bin"/><Relationship Id="rId3" Type="http://schemas.openxmlformats.org/officeDocument/2006/relationships/image" Target="../media/image75.emf"/><Relationship Id="rId7" Type="http://schemas.openxmlformats.org/officeDocument/2006/relationships/image" Target="../media/image77.emf"/><Relationship Id="rId12" Type="http://schemas.openxmlformats.org/officeDocument/2006/relationships/oleObject" Target="../embeddings/oleObject66.bin"/><Relationship Id="rId17" Type="http://schemas.openxmlformats.org/officeDocument/2006/relationships/image" Target="../media/image82.emf"/><Relationship Id="rId2" Type="http://schemas.openxmlformats.org/officeDocument/2006/relationships/oleObject" Target="../embeddings/oleObject61.bin"/><Relationship Id="rId16" Type="http://schemas.openxmlformats.org/officeDocument/2006/relationships/oleObject" Target="../embeddings/oleObject68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63.bin"/><Relationship Id="rId11" Type="http://schemas.openxmlformats.org/officeDocument/2006/relationships/image" Target="../media/image79.emf"/><Relationship Id="rId5" Type="http://schemas.openxmlformats.org/officeDocument/2006/relationships/image" Target="../media/image76.emf"/><Relationship Id="rId15" Type="http://schemas.openxmlformats.org/officeDocument/2006/relationships/image" Target="../media/image81.emf"/><Relationship Id="rId10" Type="http://schemas.openxmlformats.org/officeDocument/2006/relationships/oleObject" Target="../embeddings/oleObject65.bin"/><Relationship Id="rId19" Type="http://schemas.openxmlformats.org/officeDocument/2006/relationships/image" Target="../media/image83.emf"/><Relationship Id="rId4" Type="http://schemas.openxmlformats.org/officeDocument/2006/relationships/oleObject" Target="../embeddings/oleObject62.bin"/><Relationship Id="rId9" Type="http://schemas.openxmlformats.org/officeDocument/2006/relationships/image" Target="../media/image78.emf"/><Relationship Id="rId14" Type="http://schemas.openxmlformats.org/officeDocument/2006/relationships/oleObject" Target="../embeddings/oleObject67.bin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emf"/><Relationship Id="rId7" Type="http://schemas.openxmlformats.org/officeDocument/2006/relationships/image" Target="../media/image86.wmf"/><Relationship Id="rId2" Type="http://schemas.openxmlformats.org/officeDocument/2006/relationships/oleObject" Target="../embeddings/oleObject70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72.bin"/><Relationship Id="rId5" Type="http://schemas.openxmlformats.org/officeDocument/2006/relationships/image" Target="../media/image85.emf"/><Relationship Id="rId4" Type="http://schemas.openxmlformats.org/officeDocument/2006/relationships/oleObject" Target="../embeddings/oleObject71.bin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6.bin"/><Relationship Id="rId13" Type="http://schemas.openxmlformats.org/officeDocument/2006/relationships/image" Target="../media/image92.emf"/><Relationship Id="rId18" Type="http://schemas.openxmlformats.org/officeDocument/2006/relationships/oleObject" Target="../embeddings/oleObject81.bin"/><Relationship Id="rId26" Type="http://schemas.openxmlformats.org/officeDocument/2006/relationships/oleObject" Target="../embeddings/oleObject85.bin"/><Relationship Id="rId39" Type="http://schemas.openxmlformats.org/officeDocument/2006/relationships/image" Target="../media/image105.emf"/><Relationship Id="rId3" Type="http://schemas.openxmlformats.org/officeDocument/2006/relationships/image" Target="../media/image87.emf"/><Relationship Id="rId21" Type="http://schemas.openxmlformats.org/officeDocument/2006/relationships/image" Target="../media/image96.emf"/><Relationship Id="rId34" Type="http://schemas.openxmlformats.org/officeDocument/2006/relationships/oleObject" Target="../embeddings/oleObject89.bin"/><Relationship Id="rId7" Type="http://schemas.openxmlformats.org/officeDocument/2006/relationships/image" Target="../media/image89.emf"/><Relationship Id="rId12" Type="http://schemas.openxmlformats.org/officeDocument/2006/relationships/oleObject" Target="../embeddings/oleObject78.bin"/><Relationship Id="rId17" Type="http://schemas.openxmlformats.org/officeDocument/2006/relationships/image" Target="../media/image94.emf"/><Relationship Id="rId25" Type="http://schemas.openxmlformats.org/officeDocument/2006/relationships/image" Target="../media/image98.emf"/><Relationship Id="rId33" Type="http://schemas.openxmlformats.org/officeDocument/2006/relationships/image" Target="../media/image102.emf"/><Relationship Id="rId38" Type="http://schemas.openxmlformats.org/officeDocument/2006/relationships/oleObject" Target="../embeddings/oleObject91.bin"/><Relationship Id="rId2" Type="http://schemas.openxmlformats.org/officeDocument/2006/relationships/oleObject" Target="../embeddings/oleObject73.bin"/><Relationship Id="rId16" Type="http://schemas.openxmlformats.org/officeDocument/2006/relationships/oleObject" Target="../embeddings/oleObject80.bin"/><Relationship Id="rId20" Type="http://schemas.openxmlformats.org/officeDocument/2006/relationships/oleObject" Target="../embeddings/oleObject82.bin"/><Relationship Id="rId29" Type="http://schemas.openxmlformats.org/officeDocument/2006/relationships/image" Target="../media/image100.emf"/><Relationship Id="rId41" Type="http://schemas.openxmlformats.org/officeDocument/2006/relationships/image" Target="../media/image106.e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75.bin"/><Relationship Id="rId11" Type="http://schemas.openxmlformats.org/officeDocument/2006/relationships/image" Target="../media/image91.emf"/><Relationship Id="rId24" Type="http://schemas.openxmlformats.org/officeDocument/2006/relationships/oleObject" Target="../embeddings/oleObject84.bin"/><Relationship Id="rId32" Type="http://schemas.openxmlformats.org/officeDocument/2006/relationships/oleObject" Target="../embeddings/oleObject88.bin"/><Relationship Id="rId37" Type="http://schemas.openxmlformats.org/officeDocument/2006/relationships/image" Target="../media/image104.emf"/><Relationship Id="rId40" Type="http://schemas.openxmlformats.org/officeDocument/2006/relationships/oleObject" Target="../embeddings/oleObject92.bin"/><Relationship Id="rId5" Type="http://schemas.openxmlformats.org/officeDocument/2006/relationships/image" Target="../media/image88.emf"/><Relationship Id="rId15" Type="http://schemas.openxmlformats.org/officeDocument/2006/relationships/image" Target="../media/image93.emf"/><Relationship Id="rId23" Type="http://schemas.openxmlformats.org/officeDocument/2006/relationships/image" Target="../media/image97.emf"/><Relationship Id="rId28" Type="http://schemas.openxmlformats.org/officeDocument/2006/relationships/oleObject" Target="../embeddings/oleObject86.bin"/><Relationship Id="rId36" Type="http://schemas.openxmlformats.org/officeDocument/2006/relationships/oleObject" Target="../embeddings/oleObject90.bin"/><Relationship Id="rId10" Type="http://schemas.openxmlformats.org/officeDocument/2006/relationships/oleObject" Target="../embeddings/oleObject77.bin"/><Relationship Id="rId19" Type="http://schemas.openxmlformats.org/officeDocument/2006/relationships/image" Target="../media/image95.emf"/><Relationship Id="rId31" Type="http://schemas.openxmlformats.org/officeDocument/2006/relationships/image" Target="../media/image101.emf"/><Relationship Id="rId4" Type="http://schemas.openxmlformats.org/officeDocument/2006/relationships/oleObject" Target="../embeddings/oleObject74.bin"/><Relationship Id="rId9" Type="http://schemas.openxmlformats.org/officeDocument/2006/relationships/image" Target="../media/image90.emf"/><Relationship Id="rId14" Type="http://schemas.openxmlformats.org/officeDocument/2006/relationships/oleObject" Target="../embeddings/oleObject79.bin"/><Relationship Id="rId22" Type="http://schemas.openxmlformats.org/officeDocument/2006/relationships/oleObject" Target="../embeddings/oleObject83.bin"/><Relationship Id="rId27" Type="http://schemas.openxmlformats.org/officeDocument/2006/relationships/image" Target="../media/image99.emf"/><Relationship Id="rId30" Type="http://schemas.openxmlformats.org/officeDocument/2006/relationships/oleObject" Target="../embeddings/oleObject87.bin"/><Relationship Id="rId35" Type="http://schemas.openxmlformats.org/officeDocument/2006/relationships/image" Target="../media/image103.e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6.bin"/><Relationship Id="rId13" Type="http://schemas.openxmlformats.org/officeDocument/2006/relationships/image" Target="../media/image112.emf"/><Relationship Id="rId3" Type="http://schemas.openxmlformats.org/officeDocument/2006/relationships/image" Target="../media/image107.emf"/><Relationship Id="rId7" Type="http://schemas.openxmlformats.org/officeDocument/2006/relationships/image" Target="../media/image109.emf"/><Relationship Id="rId12" Type="http://schemas.openxmlformats.org/officeDocument/2006/relationships/oleObject" Target="../embeddings/oleObject98.bin"/><Relationship Id="rId17" Type="http://schemas.openxmlformats.org/officeDocument/2006/relationships/image" Target="../media/image114.emf"/><Relationship Id="rId2" Type="http://schemas.openxmlformats.org/officeDocument/2006/relationships/oleObject" Target="../embeddings/oleObject93.bin"/><Relationship Id="rId16" Type="http://schemas.openxmlformats.org/officeDocument/2006/relationships/oleObject" Target="../embeddings/oleObject100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95.bin"/><Relationship Id="rId11" Type="http://schemas.openxmlformats.org/officeDocument/2006/relationships/image" Target="../media/image111.emf"/><Relationship Id="rId5" Type="http://schemas.openxmlformats.org/officeDocument/2006/relationships/image" Target="../media/image108.emf"/><Relationship Id="rId15" Type="http://schemas.openxmlformats.org/officeDocument/2006/relationships/image" Target="../media/image113.emf"/><Relationship Id="rId10" Type="http://schemas.openxmlformats.org/officeDocument/2006/relationships/oleObject" Target="../embeddings/oleObject97.bin"/><Relationship Id="rId4" Type="http://schemas.openxmlformats.org/officeDocument/2006/relationships/oleObject" Target="../embeddings/oleObject94.bin"/><Relationship Id="rId9" Type="http://schemas.openxmlformats.org/officeDocument/2006/relationships/image" Target="../media/image110.emf"/><Relationship Id="rId14" Type="http://schemas.openxmlformats.org/officeDocument/2006/relationships/oleObject" Target="../embeddings/oleObject99.bin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4.bin"/><Relationship Id="rId13" Type="http://schemas.openxmlformats.org/officeDocument/2006/relationships/image" Target="../media/image120.emf"/><Relationship Id="rId18" Type="http://schemas.openxmlformats.org/officeDocument/2006/relationships/oleObject" Target="../embeddings/oleObject109.bin"/><Relationship Id="rId3" Type="http://schemas.openxmlformats.org/officeDocument/2006/relationships/image" Target="../media/image115.emf"/><Relationship Id="rId7" Type="http://schemas.openxmlformats.org/officeDocument/2006/relationships/image" Target="../media/image117.emf"/><Relationship Id="rId12" Type="http://schemas.openxmlformats.org/officeDocument/2006/relationships/oleObject" Target="../embeddings/oleObject106.bin"/><Relationship Id="rId17" Type="http://schemas.openxmlformats.org/officeDocument/2006/relationships/image" Target="../media/image122.emf"/><Relationship Id="rId2" Type="http://schemas.openxmlformats.org/officeDocument/2006/relationships/oleObject" Target="../embeddings/oleObject101.bin"/><Relationship Id="rId16" Type="http://schemas.openxmlformats.org/officeDocument/2006/relationships/oleObject" Target="../embeddings/oleObject108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03.bin"/><Relationship Id="rId11" Type="http://schemas.openxmlformats.org/officeDocument/2006/relationships/image" Target="../media/image119.emf"/><Relationship Id="rId5" Type="http://schemas.openxmlformats.org/officeDocument/2006/relationships/image" Target="../media/image116.emf"/><Relationship Id="rId15" Type="http://schemas.openxmlformats.org/officeDocument/2006/relationships/image" Target="../media/image121.emf"/><Relationship Id="rId10" Type="http://schemas.openxmlformats.org/officeDocument/2006/relationships/oleObject" Target="../embeddings/oleObject105.bin"/><Relationship Id="rId19" Type="http://schemas.openxmlformats.org/officeDocument/2006/relationships/image" Target="../media/image123.emf"/><Relationship Id="rId4" Type="http://schemas.openxmlformats.org/officeDocument/2006/relationships/oleObject" Target="../embeddings/oleObject102.bin"/><Relationship Id="rId9" Type="http://schemas.openxmlformats.org/officeDocument/2006/relationships/image" Target="../media/image118.emf"/><Relationship Id="rId14" Type="http://schemas.openxmlformats.org/officeDocument/2006/relationships/oleObject" Target="../embeddings/oleObject107.bin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3.bin"/><Relationship Id="rId3" Type="http://schemas.openxmlformats.org/officeDocument/2006/relationships/image" Target="../media/image124.emf"/><Relationship Id="rId7" Type="http://schemas.openxmlformats.org/officeDocument/2006/relationships/image" Target="../media/image126.emf"/><Relationship Id="rId2" Type="http://schemas.openxmlformats.org/officeDocument/2006/relationships/oleObject" Target="../embeddings/oleObject110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12.bin"/><Relationship Id="rId11" Type="http://schemas.openxmlformats.org/officeDocument/2006/relationships/image" Target="../media/image128.emf"/><Relationship Id="rId5" Type="http://schemas.openxmlformats.org/officeDocument/2006/relationships/image" Target="../media/image125.emf"/><Relationship Id="rId10" Type="http://schemas.openxmlformats.org/officeDocument/2006/relationships/oleObject" Target="../embeddings/oleObject114.bin"/><Relationship Id="rId4" Type="http://schemas.openxmlformats.org/officeDocument/2006/relationships/oleObject" Target="../embeddings/oleObject111.bin"/><Relationship Id="rId9" Type="http://schemas.openxmlformats.org/officeDocument/2006/relationships/image" Target="../media/image127.e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8.bin"/><Relationship Id="rId13" Type="http://schemas.openxmlformats.org/officeDocument/2006/relationships/image" Target="../media/image134.emf"/><Relationship Id="rId18" Type="http://schemas.openxmlformats.org/officeDocument/2006/relationships/oleObject" Target="../embeddings/oleObject123.bin"/><Relationship Id="rId3" Type="http://schemas.openxmlformats.org/officeDocument/2006/relationships/image" Target="../media/image129.emf"/><Relationship Id="rId21" Type="http://schemas.openxmlformats.org/officeDocument/2006/relationships/image" Target="../media/image138.emf"/><Relationship Id="rId7" Type="http://schemas.openxmlformats.org/officeDocument/2006/relationships/image" Target="../media/image131.wmf"/><Relationship Id="rId12" Type="http://schemas.openxmlformats.org/officeDocument/2006/relationships/oleObject" Target="../embeddings/oleObject120.bin"/><Relationship Id="rId17" Type="http://schemas.openxmlformats.org/officeDocument/2006/relationships/image" Target="../media/image136.emf"/><Relationship Id="rId2" Type="http://schemas.openxmlformats.org/officeDocument/2006/relationships/oleObject" Target="../embeddings/oleObject115.bin"/><Relationship Id="rId16" Type="http://schemas.openxmlformats.org/officeDocument/2006/relationships/oleObject" Target="../embeddings/oleObject122.bin"/><Relationship Id="rId20" Type="http://schemas.openxmlformats.org/officeDocument/2006/relationships/oleObject" Target="../embeddings/oleObject124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17.bin"/><Relationship Id="rId11" Type="http://schemas.openxmlformats.org/officeDocument/2006/relationships/image" Target="../media/image133.wmf"/><Relationship Id="rId5" Type="http://schemas.openxmlformats.org/officeDocument/2006/relationships/image" Target="../media/image130.emf"/><Relationship Id="rId15" Type="http://schemas.openxmlformats.org/officeDocument/2006/relationships/image" Target="../media/image135.wmf"/><Relationship Id="rId10" Type="http://schemas.openxmlformats.org/officeDocument/2006/relationships/oleObject" Target="../embeddings/oleObject119.bin"/><Relationship Id="rId19" Type="http://schemas.openxmlformats.org/officeDocument/2006/relationships/image" Target="../media/image137.wmf"/><Relationship Id="rId4" Type="http://schemas.openxmlformats.org/officeDocument/2006/relationships/oleObject" Target="../embeddings/oleObject116.bin"/><Relationship Id="rId9" Type="http://schemas.openxmlformats.org/officeDocument/2006/relationships/image" Target="../media/image132.emf"/><Relationship Id="rId14" Type="http://schemas.openxmlformats.org/officeDocument/2006/relationships/oleObject" Target="../embeddings/oleObject121.bin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8.bin"/><Relationship Id="rId13" Type="http://schemas.openxmlformats.org/officeDocument/2006/relationships/image" Target="../media/image144.emf"/><Relationship Id="rId3" Type="http://schemas.openxmlformats.org/officeDocument/2006/relationships/image" Target="../media/image139.emf"/><Relationship Id="rId7" Type="http://schemas.openxmlformats.org/officeDocument/2006/relationships/image" Target="../media/image141.emf"/><Relationship Id="rId12" Type="http://schemas.openxmlformats.org/officeDocument/2006/relationships/oleObject" Target="../embeddings/oleObject130.bin"/><Relationship Id="rId2" Type="http://schemas.openxmlformats.org/officeDocument/2006/relationships/oleObject" Target="../embeddings/oleObject125.bin"/><Relationship Id="rId16" Type="http://schemas.openxmlformats.org/officeDocument/2006/relationships/image" Target="../media/image146.e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27.bin"/><Relationship Id="rId11" Type="http://schemas.openxmlformats.org/officeDocument/2006/relationships/image" Target="../media/image143.emf"/><Relationship Id="rId5" Type="http://schemas.openxmlformats.org/officeDocument/2006/relationships/image" Target="../media/image140.emf"/><Relationship Id="rId15" Type="http://schemas.openxmlformats.org/officeDocument/2006/relationships/image" Target="../media/image145.emf"/><Relationship Id="rId10" Type="http://schemas.openxmlformats.org/officeDocument/2006/relationships/oleObject" Target="../embeddings/oleObject129.bin"/><Relationship Id="rId4" Type="http://schemas.openxmlformats.org/officeDocument/2006/relationships/oleObject" Target="../embeddings/oleObject126.bin"/><Relationship Id="rId9" Type="http://schemas.openxmlformats.org/officeDocument/2006/relationships/image" Target="../media/image142.emf"/><Relationship Id="rId14" Type="http://schemas.openxmlformats.org/officeDocument/2006/relationships/oleObject" Target="../embeddings/oleObject131.bin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2.bin"/><Relationship Id="rId7" Type="http://schemas.openxmlformats.org/officeDocument/2006/relationships/image" Target="../media/image150.emf"/><Relationship Id="rId2" Type="http://schemas.openxmlformats.org/officeDocument/2006/relationships/image" Target="../media/image147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9.emf"/><Relationship Id="rId5" Type="http://schemas.openxmlformats.org/officeDocument/2006/relationships/oleObject" Target="../embeddings/oleObject133.bin"/><Relationship Id="rId4" Type="http://schemas.openxmlformats.org/officeDocument/2006/relationships/image" Target="../media/image148.e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7.bin"/><Relationship Id="rId3" Type="http://schemas.openxmlformats.org/officeDocument/2006/relationships/image" Target="../media/image151.emf"/><Relationship Id="rId7" Type="http://schemas.openxmlformats.org/officeDocument/2006/relationships/image" Target="../media/image153.emf"/><Relationship Id="rId2" Type="http://schemas.openxmlformats.org/officeDocument/2006/relationships/oleObject" Target="../embeddings/oleObject134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36.bin"/><Relationship Id="rId11" Type="http://schemas.openxmlformats.org/officeDocument/2006/relationships/image" Target="../media/image156.emf"/><Relationship Id="rId5" Type="http://schemas.openxmlformats.org/officeDocument/2006/relationships/image" Target="../media/image152.emf"/><Relationship Id="rId10" Type="http://schemas.openxmlformats.org/officeDocument/2006/relationships/image" Target="../media/image155.emf"/><Relationship Id="rId4" Type="http://schemas.openxmlformats.org/officeDocument/2006/relationships/oleObject" Target="../embeddings/oleObject135.bin"/><Relationship Id="rId9" Type="http://schemas.openxmlformats.org/officeDocument/2006/relationships/image" Target="../media/image154.emf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1.bin"/><Relationship Id="rId13" Type="http://schemas.openxmlformats.org/officeDocument/2006/relationships/image" Target="../media/image162.emf"/><Relationship Id="rId18" Type="http://schemas.openxmlformats.org/officeDocument/2006/relationships/oleObject" Target="../embeddings/oleObject146.bin"/><Relationship Id="rId3" Type="http://schemas.openxmlformats.org/officeDocument/2006/relationships/image" Target="../media/image157.emf"/><Relationship Id="rId21" Type="http://schemas.openxmlformats.org/officeDocument/2006/relationships/image" Target="../media/image166.emf"/><Relationship Id="rId7" Type="http://schemas.openxmlformats.org/officeDocument/2006/relationships/image" Target="../media/image159.emf"/><Relationship Id="rId12" Type="http://schemas.openxmlformats.org/officeDocument/2006/relationships/oleObject" Target="../embeddings/oleObject143.bin"/><Relationship Id="rId17" Type="http://schemas.openxmlformats.org/officeDocument/2006/relationships/image" Target="../media/image164.emf"/><Relationship Id="rId2" Type="http://schemas.openxmlformats.org/officeDocument/2006/relationships/oleObject" Target="../embeddings/oleObject138.bin"/><Relationship Id="rId16" Type="http://schemas.openxmlformats.org/officeDocument/2006/relationships/oleObject" Target="../embeddings/oleObject145.bin"/><Relationship Id="rId20" Type="http://schemas.openxmlformats.org/officeDocument/2006/relationships/oleObject" Target="../embeddings/oleObject147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40.bin"/><Relationship Id="rId11" Type="http://schemas.openxmlformats.org/officeDocument/2006/relationships/image" Target="../media/image161.emf"/><Relationship Id="rId5" Type="http://schemas.openxmlformats.org/officeDocument/2006/relationships/image" Target="../media/image158.emf"/><Relationship Id="rId15" Type="http://schemas.openxmlformats.org/officeDocument/2006/relationships/image" Target="../media/image163.emf"/><Relationship Id="rId23" Type="http://schemas.openxmlformats.org/officeDocument/2006/relationships/image" Target="../media/image167.emf"/><Relationship Id="rId10" Type="http://schemas.openxmlformats.org/officeDocument/2006/relationships/oleObject" Target="../embeddings/oleObject142.bin"/><Relationship Id="rId19" Type="http://schemas.openxmlformats.org/officeDocument/2006/relationships/image" Target="../media/image165.emf"/><Relationship Id="rId4" Type="http://schemas.openxmlformats.org/officeDocument/2006/relationships/oleObject" Target="../embeddings/oleObject139.bin"/><Relationship Id="rId9" Type="http://schemas.openxmlformats.org/officeDocument/2006/relationships/image" Target="../media/image160.emf"/><Relationship Id="rId14" Type="http://schemas.openxmlformats.org/officeDocument/2006/relationships/oleObject" Target="../embeddings/oleObject144.bin"/><Relationship Id="rId22" Type="http://schemas.openxmlformats.org/officeDocument/2006/relationships/oleObject" Target="../embeddings/oleObject148.bin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2.bin"/><Relationship Id="rId3" Type="http://schemas.openxmlformats.org/officeDocument/2006/relationships/image" Target="../media/image168.emf"/><Relationship Id="rId7" Type="http://schemas.openxmlformats.org/officeDocument/2006/relationships/image" Target="../media/image170.emf"/><Relationship Id="rId2" Type="http://schemas.openxmlformats.org/officeDocument/2006/relationships/oleObject" Target="../embeddings/oleObject149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51.bin"/><Relationship Id="rId11" Type="http://schemas.openxmlformats.org/officeDocument/2006/relationships/image" Target="../media/image172.emf"/><Relationship Id="rId5" Type="http://schemas.openxmlformats.org/officeDocument/2006/relationships/image" Target="../media/image169.emf"/><Relationship Id="rId10" Type="http://schemas.openxmlformats.org/officeDocument/2006/relationships/oleObject" Target="../embeddings/oleObject153.bin"/><Relationship Id="rId4" Type="http://schemas.openxmlformats.org/officeDocument/2006/relationships/oleObject" Target="../embeddings/oleObject150.bin"/><Relationship Id="rId9" Type="http://schemas.openxmlformats.org/officeDocument/2006/relationships/image" Target="../media/image171.emf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6.emf"/><Relationship Id="rId13" Type="http://schemas.openxmlformats.org/officeDocument/2006/relationships/oleObject" Target="../embeddings/oleObject159.bin"/><Relationship Id="rId18" Type="http://schemas.openxmlformats.org/officeDocument/2006/relationships/oleObject" Target="../embeddings/oleObject161.bin"/><Relationship Id="rId3" Type="http://schemas.openxmlformats.org/officeDocument/2006/relationships/image" Target="../media/image173.emf"/><Relationship Id="rId7" Type="http://schemas.openxmlformats.org/officeDocument/2006/relationships/oleObject" Target="../embeddings/oleObject156.bin"/><Relationship Id="rId12" Type="http://schemas.openxmlformats.org/officeDocument/2006/relationships/image" Target="../media/image178.emf"/><Relationship Id="rId17" Type="http://schemas.openxmlformats.org/officeDocument/2006/relationships/image" Target="../media/image181.emf"/><Relationship Id="rId2" Type="http://schemas.openxmlformats.org/officeDocument/2006/relationships/oleObject" Target="../embeddings/oleObject154.bin"/><Relationship Id="rId16" Type="http://schemas.openxmlformats.org/officeDocument/2006/relationships/oleObject" Target="../embeddings/oleObject160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5.emf"/><Relationship Id="rId11" Type="http://schemas.openxmlformats.org/officeDocument/2006/relationships/oleObject" Target="../embeddings/oleObject158.bin"/><Relationship Id="rId5" Type="http://schemas.openxmlformats.org/officeDocument/2006/relationships/image" Target="../media/image174.emf"/><Relationship Id="rId15" Type="http://schemas.openxmlformats.org/officeDocument/2006/relationships/image" Target="../media/image180.emf"/><Relationship Id="rId10" Type="http://schemas.openxmlformats.org/officeDocument/2006/relationships/image" Target="../media/image177.emf"/><Relationship Id="rId19" Type="http://schemas.openxmlformats.org/officeDocument/2006/relationships/image" Target="../media/image182.emf"/><Relationship Id="rId4" Type="http://schemas.openxmlformats.org/officeDocument/2006/relationships/oleObject" Target="../embeddings/oleObject155.bin"/><Relationship Id="rId9" Type="http://schemas.openxmlformats.org/officeDocument/2006/relationships/oleObject" Target="../embeddings/oleObject157.bin"/><Relationship Id="rId14" Type="http://schemas.openxmlformats.org/officeDocument/2006/relationships/image" Target="../media/image179.emf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5.bin"/><Relationship Id="rId13" Type="http://schemas.openxmlformats.org/officeDocument/2006/relationships/image" Target="../media/image188.emf"/><Relationship Id="rId18" Type="http://schemas.openxmlformats.org/officeDocument/2006/relationships/oleObject" Target="../embeddings/oleObject170.bin"/><Relationship Id="rId3" Type="http://schemas.openxmlformats.org/officeDocument/2006/relationships/image" Target="../media/image183.emf"/><Relationship Id="rId21" Type="http://schemas.openxmlformats.org/officeDocument/2006/relationships/image" Target="../media/image192.emf"/><Relationship Id="rId7" Type="http://schemas.openxmlformats.org/officeDocument/2006/relationships/image" Target="../media/image185.emf"/><Relationship Id="rId12" Type="http://schemas.openxmlformats.org/officeDocument/2006/relationships/oleObject" Target="../embeddings/oleObject167.bin"/><Relationship Id="rId17" Type="http://schemas.openxmlformats.org/officeDocument/2006/relationships/image" Target="../media/image190.emf"/><Relationship Id="rId2" Type="http://schemas.openxmlformats.org/officeDocument/2006/relationships/oleObject" Target="../embeddings/oleObject162.bin"/><Relationship Id="rId16" Type="http://schemas.openxmlformats.org/officeDocument/2006/relationships/oleObject" Target="../embeddings/oleObject169.bin"/><Relationship Id="rId20" Type="http://schemas.openxmlformats.org/officeDocument/2006/relationships/oleObject" Target="../embeddings/oleObject171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64.bin"/><Relationship Id="rId11" Type="http://schemas.openxmlformats.org/officeDocument/2006/relationships/image" Target="../media/image187.emf"/><Relationship Id="rId5" Type="http://schemas.openxmlformats.org/officeDocument/2006/relationships/image" Target="../media/image184.emf"/><Relationship Id="rId15" Type="http://schemas.openxmlformats.org/officeDocument/2006/relationships/image" Target="../media/image189.emf"/><Relationship Id="rId10" Type="http://schemas.openxmlformats.org/officeDocument/2006/relationships/oleObject" Target="../embeddings/oleObject166.bin"/><Relationship Id="rId19" Type="http://schemas.openxmlformats.org/officeDocument/2006/relationships/image" Target="../media/image191.emf"/><Relationship Id="rId4" Type="http://schemas.openxmlformats.org/officeDocument/2006/relationships/oleObject" Target="../embeddings/oleObject163.bin"/><Relationship Id="rId9" Type="http://schemas.openxmlformats.org/officeDocument/2006/relationships/image" Target="../media/image186.emf"/><Relationship Id="rId14" Type="http://schemas.openxmlformats.org/officeDocument/2006/relationships/oleObject" Target="../embeddings/oleObject168.bin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75.bin"/><Relationship Id="rId13" Type="http://schemas.openxmlformats.org/officeDocument/2006/relationships/image" Target="../media/image198.emf"/><Relationship Id="rId18" Type="http://schemas.openxmlformats.org/officeDocument/2006/relationships/oleObject" Target="../embeddings/oleObject180.bin"/><Relationship Id="rId3" Type="http://schemas.openxmlformats.org/officeDocument/2006/relationships/image" Target="../media/image193.emf"/><Relationship Id="rId7" Type="http://schemas.openxmlformats.org/officeDocument/2006/relationships/image" Target="../media/image195.emf"/><Relationship Id="rId12" Type="http://schemas.openxmlformats.org/officeDocument/2006/relationships/oleObject" Target="../embeddings/oleObject177.bin"/><Relationship Id="rId17" Type="http://schemas.openxmlformats.org/officeDocument/2006/relationships/image" Target="../media/image200.emf"/><Relationship Id="rId2" Type="http://schemas.openxmlformats.org/officeDocument/2006/relationships/oleObject" Target="../embeddings/oleObject172.bin"/><Relationship Id="rId16" Type="http://schemas.openxmlformats.org/officeDocument/2006/relationships/oleObject" Target="../embeddings/oleObject179.bin"/><Relationship Id="rId20" Type="http://schemas.openxmlformats.org/officeDocument/2006/relationships/image" Target="../media/image202.e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74.bin"/><Relationship Id="rId11" Type="http://schemas.openxmlformats.org/officeDocument/2006/relationships/image" Target="../media/image197.emf"/><Relationship Id="rId5" Type="http://schemas.openxmlformats.org/officeDocument/2006/relationships/image" Target="../media/image194.emf"/><Relationship Id="rId15" Type="http://schemas.openxmlformats.org/officeDocument/2006/relationships/image" Target="../media/image199.emf"/><Relationship Id="rId10" Type="http://schemas.openxmlformats.org/officeDocument/2006/relationships/oleObject" Target="../embeddings/oleObject176.bin"/><Relationship Id="rId19" Type="http://schemas.openxmlformats.org/officeDocument/2006/relationships/image" Target="../media/image201.emf"/><Relationship Id="rId4" Type="http://schemas.openxmlformats.org/officeDocument/2006/relationships/oleObject" Target="../embeddings/oleObject173.bin"/><Relationship Id="rId9" Type="http://schemas.openxmlformats.org/officeDocument/2006/relationships/image" Target="../media/image196.wmf"/><Relationship Id="rId14" Type="http://schemas.openxmlformats.org/officeDocument/2006/relationships/oleObject" Target="../embeddings/oleObject178.bin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3.emf"/><Relationship Id="rId2" Type="http://schemas.openxmlformats.org/officeDocument/2006/relationships/oleObject" Target="../embeddings/oleObject181.bin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4.emf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5.bin"/><Relationship Id="rId13" Type="http://schemas.openxmlformats.org/officeDocument/2006/relationships/oleObject" Target="../embeddings/oleObject187.bin"/><Relationship Id="rId18" Type="http://schemas.openxmlformats.org/officeDocument/2006/relationships/image" Target="../media/image213.emf"/><Relationship Id="rId3" Type="http://schemas.openxmlformats.org/officeDocument/2006/relationships/image" Target="../media/image205.emf"/><Relationship Id="rId7" Type="http://schemas.openxmlformats.org/officeDocument/2006/relationships/image" Target="../media/image207.emf"/><Relationship Id="rId12" Type="http://schemas.openxmlformats.org/officeDocument/2006/relationships/image" Target="../media/image210.emf"/><Relationship Id="rId17" Type="http://schemas.openxmlformats.org/officeDocument/2006/relationships/oleObject" Target="../embeddings/oleObject189.bin"/><Relationship Id="rId2" Type="http://schemas.openxmlformats.org/officeDocument/2006/relationships/oleObject" Target="../embeddings/oleObject182.bin"/><Relationship Id="rId16" Type="http://schemas.openxmlformats.org/officeDocument/2006/relationships/image" Target="../media/image212.e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84.bin"/><Relationship Id="rId11" Type="http://schemas.openxmlformats.org/officeDocument/2006/relationships/image" Target="../media/image209.emf"/><Relationship Id="rId5" Type="http://schemas.openxmlformats.org/officeDocument/2006/relationships/image" Target="../media/image206.emf"/><Relationship Id="rId15" Type="http://schemas.openxmlformats.org/officeDocument/2006/relationships/oleObject" Target="../embeddings/oleObject188.bin"/><Relationship Id="rId10" Type="http://schemas.openxmlformats.org/officeDocument/2006/relationships/oleObject" Target="../embeddings/oleObject186.bin"/><Relationship Id="rId19" Type="http://schemas.openxmlformats.org/officeDocument/2006/relationships/image" Target="../media/image214.emf"/><Relationship Id="rId4" Type="http://schemas.openxmlformats.org/officeDocument/2006/relationships/oleObject" Target="../embeddings/oleObject183.bin"/><Relationship Id="rId9" Type="http://schemas.openxmlformats.org/officeDocument/2006/relationships/image" Target="../media/image208.emf"/><Relationship Id="rId14" Type="http://schemas.openxmlformats.org/officeDocument/2006/relationships/image" Target="../media/image211.emf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93.bin"/><Relationship Id="rId3" Type="http://schemas.openxmlformats.org/officeDocument/2006/relationships/image" Target="../media/image215.emf"/><Relationship Id="rId7" Type="http://schemas.openxmlformats.org/officeDocument/2006/relationships/image" Target="../media/image217.emf"/><Relationship Id="rId12" Type="http://schemas.openxmlformats.org/officeDocument/2006/relationships/image" Target="../media/image220.emf"/><Relationship Id="rId2" Type="http://schemas.openxmlformats.org/officeDocument/2006/relationships/oleObject" Target="../embeddings/oleObject190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92.bin"/><Relationship Id="rId11" Type="http://schemas.openxmlformats.org/officeDocument/2006/relationships/image" Target="../media/image219.emf"/><Relationship Id="rId5" Type="http://schemas.openxmlformats.org/officeDocument/2006/relationships/image" Target="../media/image216.emf"/><Relationship Id="rId10" Type="http://schemas.openxmlformats.org/officeDocument/2006/relationships/oleObject" Target="../embeddings/oleObject194.bin"/><Relationship Id="rId4" Type="http://schemas.openxmlformats.org/officeDocument/2006/relationships/oleObject" Target="../embeddings/oleObject191.bin"/><Relationship Id="rId9" Type="http://schemas.openxmlformats.org/officeDocument/2006/relationships/image" Target="../media/image218.emf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98.bin"/><Relationship Id="rId3" Type="http://schemas.openxmlformats.org/officeDocument/2006/relationships/image" Target="../media/image221.emf"/><Relationship Id="rId7" Type="http://schemas.openxmlformats.org/officeDocument/2006/relationships/image" Target="../media/image223.emf"/><Relationship Id="rId2" Type="http://schemas.openxmlformats.org/officeDocument/2006/relationships/oleObject" Target="../embeddings/oleObject195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97.bin"/><Relationship Id="rId5" Type="http://schemas.openxmlformats.org/officeDocument/2006/relationships/image" Target="../media/image222.emf"/><Relationship Id="rId10" Type="http://schemas.openxmlformats.org/officeDocument/2006/relationships/image" Target="../media/image225.emf"/><Relationship Id="rId4" Type="http://schemas.openxmlformats.org/officeDocument/2006/relationships/oleObject" Target="../embeddings/oleObject196.bin"/><Relationship Id="rId9" Type="http://schemas.openxmlformats.org/officeDocument/2006/relationships/image" Target="../media/image224.emf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9.emf"/><Relationship Id="rId3" Type="http://schemas.openxmlformats.org/officeDocument/2006/relationships/image" Target="../media/image226.emf"/><Relationship Id="rId7" Type="http://schemas.openxmlformats.org/officeDocument/2006/relationships/image" Target="../media/image228.emf"/><Relationship Id="rId2" Type="http://schemas.openxmlformats.org/officeDocument/2006/relationships/oleObject" Target="../embeddings/oleObject199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01.bin"/><Relationship Id="rId5" Type="http://schemas.openxmlformats.org/officeDocument/2006/relationships/image" Target="../media/image227.emf"/><Relationship Id="rId4" Type="http://schemas.openxmlformats.org/officeDocument/2006/relationships/oleObject" Target="../embeddings/oleObject200.bin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04.bin"/><Relationship Id="rId13" Type="http://schemas.openxmlformats.org/officeDocument/2006/relationships/image" Target="../media/image236.emf"/><Relationship Id="rId18" Type="http://schemas.openxmlformats.org/officeDocument/2006/relationships/image" Target="../media/image239.emf"/><Relationship Id="rId3" Type="http://schemas.openxmlformats.org/officeDocument/2006/relationships/image" Target="../media/image230.emf"/><Relationship Id="rId21" Type="http://schemas.openxmlformats.org/officeDocument/2006/relationships/oleObject" Target="../embeddings/oleObject210.bin"/><Relationship Id="rId7" Type="http://schemas.openxmlformats.org/officeDocument/2006/relationships/image" Target="../media/image233.emf"/><Relationship Id="rId12" Type="http://schemas.openxmlformats.org/officeDocument/2006/relationships/oleObject" Target="../embeddings/oleObject206.bin"/><Relationship Id="rId17" Type="http://schemas.openxmlformats.org/officeDocument/2006/relationships/oleObject" Target="../embeddings/oleObject208.bin"/><Relationship Id="rId25" Type="http://schemas.openxmlformats.org/officeDocument/2006/relationships/image" Target="../media/image243.emf"/><Relationship Id="rId2" Type="http://schemas.openxmlformats.org/officeDocument/2006/relationships/oleObject" Target="../embeddings/oleObject202.bin"/><Relationship Id="rId16" Type="http://schemas.openxmlformats.org/officeDocument/2006/relationships/image" Target="../media/image238.emf"/><Relationship Id="rId20" Type="http://schemas.openxmlformats.org/officeDocument/2006/relationships/image" Target="../media/image240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2.emf"/><Relationship Id="rId11" Type="http://schemas.openxmlformats.org/officeDocument/2006/relationships/image" Target="../media/image235.emf"/><Relationship Id="rId24" Type="http://schemas.openxmlformats.org/officeDocument/2006/relationships/image" Target="../media/image242.emf"/><Relationship Id="rId5" Type="http://schemas.openxmlformats.org/officeDocument/2006/relationships/image" Target="../media/image231.emf"/><Relationship Id="rId15" Type="http://schemas.openxmlformats.org/officeDocument/2006/relationships/oleObject" Target="../embeddings/oleObject207.bin"/><Relationship Id="rId23" Type="http://schemas.openxmlformats.org/officeDocument/2006/relationships/oleObject" Target="../embeddings/oleObject211.bin"/><Relationship Id="rId10" Type="http://schemas.openxmlformats.org/officeDocument/2006/relationships/oleObject" Target="../embeddings/oleObject205.bin"/><Relationship Id="rId19" Type="http://schemas.openxmlformats.org/officeDocument/2006/relationships/oleObject" Target="../embeddings/oleObject209.bin"/><Relationship Id="rId4" Type="http://schemas.openxmlformats.org/officeDocument/2006/relationships/oleObject" Target="../embeddings/oleObject203.bin"/><Relationship Id="rId9" Type="http://schemas.openxmlformats.org/officeDocument/2006/relationships/image" Target="../media/image234.emf"/><Relationship Id="rId14" Type="http://schemas.openxmlformats.org/officeDocument/2006/relationships/image" Target="../media/image237.emf"/><Relationship Id="rId22" Type="http://schemas.openxmlformats.org/officeDocument/2006/relationships/image" Target="../media/image241.emf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7.emf"/><Relationship Id="rId13" Type="http://schemas.openxmlformats.org/officeDocument/2006/relationships/oleObject" Target="../embeddings/oleObject217.bin"/><Relationship Id="rId18" Type="http://schemas.openxmlformats.org/officeDocument/2006/relationships/image" Target="../media/image252.emf"/><Relationship Id="rId26" Type="http://schemas.openxmlformats.org/officeDocument/2006/relationships/image" Target="../media/image256.emf"/><Relationship Id="rId3" Type="http://schemas.openxmlformats.org/officeDocument/2006/relationships/image" Target="../media/image244.emf"/><Relationship Id="rId21" Type="http://schemas.openxmlformats.org/officeDocument/2006/relationships/oleObject" Target="../embeddings/oleObject221.bin"/><Relationship Id="rId34" Type="http://schemas.openxmlformats.org/officeDocument/2006/relationships/image" Target="../media/image260.emf"/><Relationship Id="rId7" Type="http://schemas.openxmlformats.org/officeDocument/2006/relationships/oleObject" Target="../embeddings/oleObject214.bin"/><Relationship Id="rId12" Type="http://schemas.openxmlformats.org/officeDocument/2006/relationships/image" Target="../media/image249.emf"/><Relationship Id="rId17" Type="http://schemas.openxmlformats.org/officeDocument/2006/relationships/oleObject" Target="../embeddings/oleObject219.bin"/><Relationship Id="rId25" Type="http://schemas.openxmlformats.org/officeDocument/2006/relationships/oleObject" Target="../embeddings/oleObject223.bin"/><Relationship Id="rId33" Type="http://schemas.openxmlformats.org/officeDocument/2006/relationships/oleObject" Target="../embeddings/oleObject227.bin"/><Relationship Id="rId2" Type="http://schemas.openxmlformats.org/officeDocument/2006/relationships/oleObject" Target="../embeddings/oleObject212.bin"/><Relationship Id="rId16" Type="http://schemas.openxmlformats.org/officeDocument/2006/relationships/image" Target="../media/image251.emf"/><Relationship Id="rId20" Type="http://schemas.openxmlformats.org/officeDocument/2006/relationships/image" Target="../media/image253.emf"/><Relationship Id="rId29" Type="http://schemas.openxmlformats.org/officeDocument/2006/relationships/oleObject" Target="../embeddings/oleObject225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6.emf"/><Relationship Id="rId11" Type="http://schemas.openxmlformats.org/officeDocument/2006/relationships/oleObject" Target="../embeddings/oleObject216.bin"/><Relationship Id="rId24" Type="http://schemas.openxmlformats.org/officeDocument/2006/relationships/image" Target="../media/image255.emf"/><Relationship Id="rId32" Type="http://schemas.openxmlformats.org/officeDocument/2006/relationships/image" Target="../media/image259.emf"/><Relationship Id="rId37" Type="http://schemas.openxmlformats.org/officeDocument/2006/relationships/image" Target="../media/image262.emf"/><Relationship Id="rId5" Type="http://schemas.openxmlformats.org/officeDocument/2006/relationships/oleObject" Target="../embeddings/oleObject213.bin"/><Relationship Id="rId15" Type="http://schemas.openxmlformats.org/officeDocument/2006/relationships/oleObject" Target="../embeddings/oleObject218.bin"/><Relationship Id="rId23" Type="http://schemas.openxmlformats.org/officeDocument/2006/relationships/oleObject" Target="../embeddings/oleObject222.bin"/><Relationship Id="rId28" Type="http://schemas.openxmlformats.org/officeDocument/2006/relationships/image" Target="../media/image257.emf"/><Relationship Id="rId36" Type="http://schemas.openxmlformats.org/officeDocument/2006/relationships/image" Target="../media/image261.emf"/><Relationship Id="rId10" Type="http://schemas.openxmlformats.org/officeDocument/2006/relationships/image" Target="../media/image248.emf"/><Relationship Id="rId19" Type="http://schemas.openxmlformats.org/officeDocument/2006/relationships/oleObject" Target="../embeddings/oleObject220.bin"/><Relationship Id="rId31" Type="http://schemas.openxmlformats.org/officeDocument/2006/relationships/oleObject" Target="../embeddings/oleObject226.bin"/><Relationship Id="rId4" Type="http://schemas.openxmlformats.org/officeDocument/2006/relationships/image" Target="../media/image245.emf"/><Relationship Id="rId9" Type="http://schemas.openxmlformats.org/officeDocument/2006/relationships/oleObject" Target="../embeddings/oleObject215.bin"/><Relationship Id="rId14" Type="http://schemas.openxmlformats.org/officeDocument/2006/relationships/image" Target="../media/image250.emf"/><Relationship Id="rId22" Type="http://schemas.openxmlformats.org/officeDocument/2006/relationships/image" Target="../media/image254.emf"/><Relationship Id="rId27" Type="http://schemas.openxmlformats.org/officeDocument/2006/relationships/oleObject" Target="../embeddings/oleObject224.bin"/><Relationship Id="rId30" Type="http://schemas.openxmlformats.org/officeDocument/2006/relationships/image" Target="../media/image258.emf"/><Relationship Id="rId35" Type="http://schemas.openxmlformats.org/officeDocument/2006/relationships/oleObject" Target="../embeddings/oleObject228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78CCF677-4C27-BDC5-3143-7AF6FC33E5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46050" y="0"/>
            <a:ext cx="9290050" cy="6967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203" name="Text Box 11">
            <a:extLst>
              <a:ext uri="{FF2B5EF4-FFF2-40B4-BE49-F238E27FC236}">
                <a16:creationId xmlns:a16="http://schemas.microsoft.com/office/drawing/2014/main" id="{227D138D-836C-6818-4C9E-40A3332535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4175" y="234950"/>
            <a:ext cx="1835150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kumimoji="1" lang="en-US" altLang="zh-CN">
                <a:solidFill>
                  <a:srgbClr val="00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1.</a:t>
            </a:r>
            <a:r>
              <a:rPr kumimoji="1" lang="zh-CN" altLang="en-US">
                <a:solidFill>
                  <a:srgbClr val="00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恒力的功</a:t>
            </a:r>
            <a:endParaRPr kumimoji="1" lang="zh-CN" altLang="en-US" b="0">
              <a:solidFill>
                <a:srgbClr val="00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520206" name="Object 2">
            <a:extLst>
              <a:ext uri="{FF2B5EF4-FFF2-40B4-BE49-F238E27FC236}">
                <a16:creationId xmlns:a16="http://schemas.microsoft.com/office/drawing/2014/main" id="{EAC56FCF-ACE2-155F-294B-95AC6309623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03650" y="252413"/>
          <a:ext cx="19558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943256" imgH="327688" progId="Equation.3">
                  <p:embed/>
                </p:oleObj>
              </mc:Choice>
              <mc:Fallback>
                <p:oleObj name="公式" r:id="rId2" imgW="1943256" imgH="327688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03650" y="252413"/>
                        <a:ext cx="19558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0207" name="Object 3">
            <a:extLst>
              <a:ext uri="{FF2B5EF4-FFF2-40B4-BE49-F238E27FC236}">
                <a16:creationId xmlns:a16="http://schemas.microsoft.com/office/drawing/2014/main" id="{C6309652-7A4D-1A9E-FCD7-9E25305AB46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807075" y="222250"/>
          <a:ext cx="15367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524249" imgH="388537" progId="Equation.3">
                  <p:embed/>
                </p:oleObj>
              </mc:Choice>
              <mc:Fallback>
                <p:oleObj name="公式" r:id="rId4" imgW="1524249" imgH="388537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07075" y="222250"/>
                        <a:ext cx="15367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0208" name="Object 4">
            <a:extLst>
              <a:ext uri="{FF2B5EF4-FFF2-40B4-BE49-F238E27FC236}">
                <a16:creationId xmlns:a16="http://schemas.microsoft.com/office/drawing/2014/main" id="{037CB240-0406-D9A4-51C0-913B0093046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10000" y="792163"/>
          <a:ext cx="12700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257518" imgH="289782" progId="Equation.3">
                  <p:embed/>
                </p:oleObj>
              </mc:Choice>
              <mc:Fallback>
                <p:oleObj name="公式" r:id="rId6" imgW="1257518" imgH="289782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0" y="792163"/>
                        <a:ext cx="12700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0311" name="Text Box 119">
            <a:extLst>
              <a:ext uri="{FF2B5EF4-FFF2-40B4-BE49-F238E27FC236}">
                <a16:creationId xmlns:a16="http://schemas.microsoft.com/office/drawing/2014/main" id="{1DE239B1-CFE6-F290-9223-DF5A8BCFEC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775" y="1149350"/>
            <a:ext cx="3524250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kumimoji="1" lang="en-US" altLang="zh-CN" dirty="0">
                <a:solidFill>
                  <a:srgbClr val="00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2. </a:t>
            </a:r>
            <a:r>
              <a:rPr kumimoji="1" lang="zh-CN" altLang="en-US" dirty="0">
                <a:solidFill>
                  <a:srgbClr val="00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变力的功</a:t>
            </a:r>
            <a:endParaRPr kumimoji="1" lang="zh-CN" altLang="en-US" b="0" dirty="0">
              <a:solidFill>
                <a:srgbClr val="00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</a:endParaRPr>
          </a:p>
        </p:txBody>
      </p:sp>
      <p:sp>
        <p:nvSpPr>
          <p:cNvPr id="520312" name="Rectangle 120">
            <a:extLst>
              <a:ext uri="{FF2B5EF4-FFF2-40B4-BE49-F238E27FC236}">
                <a16:creationId xmlns:a16="http://schemas.microsoft.com/office/drawing/2014/main" id="{20B98207-C018-8A26-EDAD-CA655DCB9A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0288" y="1804988"/>
            <a:ext cx="4327525" cy="466725"/>
          </a:xfrm>
          <a:prstGeom prst="rect">
            <a:avLst/>
          </a:prstGeom>
          <a:solidFill>
            <a:srgbClr val="00CCFF">
              <a:alpha val="25999"/>
            </a:srgbClr>
          </a:solidFill>
          <a:ln w="9525">
            <a:solidFill>
              <a:srgbClr val="FFFFFF">
                <a:alpha val="25000"/>
              </a:srgbClr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marL="342900" indent="-342900" algn="ctr">
              <a:spcBef>
                <a:spcPct val="50000"/>
              </a:spcBef>
              <a:buClr>
                <a:srgbClr val="FF9900"/>
              </a:buClr>
              <a:buSzPct val="80000"/>
              <a:buFont typeface="Monotype Sorts" pitchFamily="2" charset="2"/>
              <a:buNone/>
              <a:defRPr/>
            </a:pPr>
            <a:r>
              <a:rPr kumimoji="1" lang="zh-CN" altLang="en-US"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</a:rPr>
              <a:t>元功等于力与元位移的标积</a:t>
            </a:r>
            <a:endParaRPr kumimoji="1"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520314" name="Text Box 122">
            <a:extLst>
              <a:ext uri="{FF2B5EF4-FFF2-40B4-BE49-F238E27FC236}">
                <a16:creationId xmlns:a16="http://schemas.microsoft.com/office/drawing/2014/main" id="{AB80DD9C-8736-671D-DD93-6197A888F3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6788" y="2465388"/>
            <a:ext cx="4486275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marL="342900" indent="-342900">
              <a:buClr>
                <a:srgbClr val="FF9900"/>
              </a:buClr>
              <a:buSzPct val="80000"/>
              <a:buFont typeface="Monotype Sorts" pitchFamily="2" charset="2"/>
              <a:buNone/>
              <a:defRPr/>
            </a:pPr>
            <a:r>
              <a:rPr lang="zh-CN" altLang="en-US">
                <a:effectLst>
                  <a:outerShdw blurRad="38100" dist="38100" dir="2700000" algn="tl">
                    <a:srgbClr val="000000"/>
                  </a:outerShdw>
                </a:effectLst>
              </a:rPr>
              <a:t>由</a:t>
            </a:r>
            <a:r>
              <a:rPr lang="en-US" altLang="zh-CN" i="1"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a</a:t>
            </a:r>
            <a:r>
              <a:rPr lang="zh-CN" altLang="en-US">
                <a:effectLst>
                  <a:outerShdw blurRad="38100" dist="38100" dir="2700000" algn="tl">
                    <a:srgbClr val="000000"/>
                  </a:outerShdw>
                </a:effectLst>
              </a:rPr>
              <a:t>点移动到</a:t>
            </a:r>
            <a:r>
              <a:rPr lang="en-US" altLang="zh-CN" i="1"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b</a:t>
            </a:r>
            <a:r>
              <a:rPr lang="zh-CN" altLang="en-US">
                <a:effectLst>
                  <a:outerShdw blurRad="38100" dist="38100" dir="2700000" algn="tl">
                    <a:srgbClr val="000000"/>
                  </a:outerShdw>
                </a:effectLst>
              </a:rPr>
              <a:t>点，总功</a:t>
            </a: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520315" name="Object 5">
            <a:extLst>
              <a:ext uri="{FF2B5EF4-FFF2-40B4-BE49-F238E27FC236}">
                <a16:creationId xmlns:a16="http://schemas.microsoft.com/office/drawing/2014/main" id="{3F3F078D-8618-F700-509D-AFDA31AA181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676900" y="1763713"/>
          <a:ext cx="1533525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693202" imgH="190528" progId="Equation.3">
                  <p:embed/>
                </p:oleObj>
              </mc:Choice>
              <mc:Fallback>
                <p:oleObj name="公式" r:id="rId8" imgW="693202" imgH="190528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76900" y="1763713"/>
                        <a:ext cx="1533525" cy="438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0316" name="Object 6">
            <a:extLst>
              <a:ext uri="{FF2B5EF4-FFF2-40B4-BE49-F238E27FC236}">
                <a16:creationId xmlns:a16="http://schemas.microsoft.com/office/drawing/2014/main" id="{99368C0A-9D0E-7231-0CF6-9B98D02080D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63738" y="2954338"/>
          <a:ext cx="11430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1127636" imgH="579065" progId="Equation.3">
                  <p:embed/>
                </p:oleObj>
              </mc:Choice>
              <mc:Fallback>
                <p:oleObj name="公式" r:id="rId10" imgW="1127636" imgH="579065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63738" y="2954338"/>
                        <a:ext cx="1143000" cy="596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0317" name="Object 7">
            <a:extLst>
              <a:ext uri="{FF2B5EF4-FFF2-40B4-BE49-F238E27FC236}">
                <a16:creationId xmlns:a16="http://schemas.microsoft.com/office/drawing/2014/main" id="{88CDF4F0-45F4-6DDE-4BAE-D2878DE4521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48013" y="2936875"/>
          <a:ext cx="1282700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1264982" imgH="617469" progId="Equation.3">
                  <p:embed/>
                </p:oleObj>
              </mc:Choice>
              <mc:Fallback>
                <p:oleObj name="公式" r:id="rId12" imgW="1264982" imgH="617469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48013" y="2936875"/>
                        <a:ext cx="1282700" cy="635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0319" name="Object 8">
            <a:extLst>
              <a:ext uri="{FF2B5EF4-FFF2-40B4-BE49-F238E27FC236}">
                <a16:creationId xmlns:a16="http://schemas.microsoft.com/office/drawing/2014/main" id="{386E1E10-BC94-9F9B-2F7C-EE7392922DD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67225" y="2959100"/>
          <a:ext cx="15875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1569533" imgH="579065" progId="Equation.3">
                  <p:embed/>
                </p:oleObj>
              </mc:Choice>
              <mc:Fallback>
                <p:oleObj name="公式" r:id="rId14" imgW="1569533" imgH="579065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67225" y="2959100"/>
                        <a:ext cx="1587500" cy="596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0320" name="Rectangle 128">
            <a:extLst>
              <a:ext uri="{FF2B5EF4-FFF2-40B4-BE49-F238E27FC236}">
                <a16:creationId xmlns:a16="http://schemas.microsoft.com/office/drawing/2014/main" id="{89F2D2BF-18F1-F20B-E34E-138F997177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7275" y="3640138"/>
            <a:ext cx="6696075" cy="466725"/>
          </a:xfrm>
          <a:prstGeom prst="rect">
            <a:avLst/>
          </a:prstGeom>
          <a:solidFill>
            <a:srgbClr val="00CCFF">
              <a:alpha val="25882"/>
            </a:srgbClr>
          </a:solidFill>
          <a:ln w="9525">
            <a:solidFill>
              <a:srgbClr val="FFFFFF">
                <a:alpha val="25098"/>
              </a:srgbClr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marL="342900" indent="-342900" algn="ctr">
              <a:spcBef>
                <a:spcPct val="50000"/>
              </a:spcBef>
              <a:buClr>
                <a:srgbClr val="FF9900"/>
              </a:buClr>
              <a:buSzPct val="80000"/>
              <a:buFont typeface="Monotype Sorts" pitchFamily="2" charset="2"/>
              <a:buNone/>
              <a:defRPr/>
            </a:pPr>
            <a:r>
              <a:rPr kumimoji="1"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_GB2312" pitchFamily="49" charset="-122"/>
                <a:ea typeface="楷体_GB2312" pitchFamily="49" charset="-122"/>
              </a:rPr>
              <a:t>功是过程量，是力的一种空间累积效应</a:t>
            </a:r>
          </a:p>
        </p:txBody>
      </p:sp>
      <p:sp>
        <p:nvSpPr>
          <p:cNvPr id="520321" name="Rectangle 129">
            <a:extLst>
              <a:ext uri="{FF2B5EF4-FFF2-40B4-BE49-F238E27FC236}">
                <a16:creationId xmlns:a16="http://schemas.microsoft.com/office/drawing/2014/main" id="{FC28251F-81D7-5B7C-F6EB-CB55DC6C8F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988" y="4238625"/>
            <a:ext cx="5092700" cy="49212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lnSpc>
                <a:spcPct val="120000"/>
              </a:lnSpc>
              <a:buClr>
                <a:schemeClr val="bg1"/>
              </a:buClr>
              <a:buFont typeface="Monotype Sorts" pitchFamily="2" charset="2"/>
              <a:buNone/>
              <a:defRPr/>
            </a:pPr>
            <a:r>
              <a:rPr lang="zh-CN" altLang="en-US" dirty="0">
                <a:solidFill>
                  <a:srgbClr val="00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在直角坐标系中</a:t>
            </a:r>
          </a:p>
        </p:txBody>
      </p:sp>
      <p:graphicFrame>
        <p:nvGraphicFramePr>
          <p:cNvPr id="520322" name="Object 9">
            <a:extLst>
              <a:ext uri="{FF2B5EF4-FFF2-40B4-BE49-F238E27FC236}">
                <a16:creationId xmlns:a16="http://schemas.microsoft.com/office/drawing/2014/main" id="{919B99B3-30B0-778E-F7D8-FC3CC0612FD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97263" y="4268788"/>
          <a:ext cx="14986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1485931" imgH="579065" progId="Equation.3">
                  <p:embed/>
                </p:oleObj>
              </mc:Choice>
              <mc:Fallback>
                <p:oleObj name="公式" r:id="rId16" imgW="1485931" imgH="579065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7263" y="4268788"/>
                        <a:ext cx="1498600" cy="596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0323" name="Object 10">
            <a:extLst>
              <a:ext uri="{FF2B5EF4-FFF2-40B4-BE49-F238E27FC236}">
                <a16:creationId xmlns:a16="http://schemas.microsoft.com/office/drawing/2014/main" id="{160A7220-7F19-A2F1-A565-78D79B6A88F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13338" y="4268788"/>
          <a:ext cx="3021012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3009682" imgH="579065" progId="Equation.3">
                  <p:embed/>
                </p:oleObj>
              </mc:Choice>
              <mc:Fallback>
                <p:oleObj name="公式" r:id="rId18" imgW="3009682" imgH="579065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13338" y="4268788"/>
                        <a:ext cx="3021012" cy="596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0325" name="Object 11">
            <a:extLst>
              <a:ext uri="{FF2B5EF4-FFF2-40B4-BE49-F238E27FC236}">
                <a16:creationId xmlns:a16="http://schemas.microsoft.com/office/drawing/2014/main" id="{B683908A-2566-5807-D7EF-68D67D7140F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72175" y="4905375"/>
          <a:ext cx="2913063" cy="784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2880298" imgH="769592" progId="Equation.3">
                  <p:embed/>
                </p:oleObj>
              </mc:Choice>
              <mc:Fallback>
                <p:oleObj name="Equation" r:id="rId20" imgW="2880298" imgH="769592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72175" y="4905375"/>
                        <a:ext cx="2913063" cy="784225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rgbClr val="66FFFF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0326" name="Text Box 134">
            <a:extLst>
              <a:ext uri="{FF2B5EF4-FFF2-40B4-BE49-F238E27FC236}">
                <a16:creationId xmlns:a16="http://schemas.microsoft.com/office/drawing/2014/main" id="{76985C7E-D77F-0FBD-DB5E-6A779048AB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6900" y="4867275"/>
            <a:ext cx="27590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kumimoji="1" lang="zh-CN" altLang="en-US" dirty="0">
                <a:solidFill>
                  <a:srgbClr val="00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楷体_GB2312" pitchFamily="49" charset="-122"/>
              </a:rPr>
              <a:t>在自然坐标系中</a:t>
            </a:r>
          </a:p>
        </p:txBody>
      </p:sp>
      <p:graphicFrame>
        <p:nvGraphicFramePr>
          <p:cNvPr id="520327" name="Object 12">
            <a:extLst>
              <a:ext uri="{FF2B5EF4-FFF2-40B4-BE49-F238E27FC236}">
                <a16:creationId xmlns:a16="http://schemas.microsoft.com/office/drawing/2014/main" id="{CC5D6F2D-E0EE-5F47-C242-E26CFD9B230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11588" y="5080000"/>
          <a:ext cx="13081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1295338" imgH="441905" progId="Equation.3">
                  <p:embed/>
                </p:oleObj>
              </mc:Choice>
              <mc:Fallback>
                <p:oleObj name="Equation" r:id="rId22" imgW="1295338" imgH="441905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1588" y="5080000"/>
                        <a:ext cx="13081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20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20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20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20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20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20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20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20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520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520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520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520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520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520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520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520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520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520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0203" grpId="0" autoUpdateAnimBg="0"/>
      <p:bldP spid="520314" grpId="0" autoUpdateAnimBg="0"/>
      <p:bldP spid="520320" grpId="0" animBg="1" autoUpdateAnimBg="0"/>
      <p:bldP spid="520321" grpId="0" autoUpdateAnimBg="0"/>
      <p:bldP spid="520326" grpId="0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602" name="Rectangle 2">
            <a:extLst>
              <a:ext uri="{FF2B5EF4-FFF2-40B4-BE49-F238E27FC236}">
                <a16:creationId xmlns:a16="http://schemas.microsoft.com/office/drawing/2014/main" id="{C3453EAB-1A42-E263-0806-C4385F6952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260350"/>
            <a:ext cx="3962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/>
            <a:r>
              <a:rPr kumimoji="1" lang="zh-CN" altLang="en-US">
                <a:solidFill>
                  <a:schemeClr val="hlink"/>
                </a:solidFill>
                <a:latin typeface="Times New Roman" panose="02020603050405020304" pitchFamily="18" charset="0"/>
                <a:ea typeface="楷体_GB2312" pitchFamily="49" charset="-122"/>
              </a:rPr>
              <a:t>例  已知物体质量为</a:t>
            </a:r>
            <a:endParaRPr kumimoji="1" lang="zh-CN" altLang="en-US" sz="1200">
              <a:solidFill>
                <a:schemeClr val="hlink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537603" name="Rectangle 3">
            <a:extLst>
              <a:ext uri="{FF2B5EF4-FFF2-40B4-BE49-F238E27FC236}">
                <a16:creationId xmlns:a16="http://schemas.microsoft.com/office/drawing/2014/main" id="{C098FD26-BA5A-4128-F5DA-79941A3EC6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1400" y="260350"/>
            <a:ext cx="3200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/>
            <a:r>
              <a:rPr kumimoji="1" lang="zh-CN" altLang="en-US">
                <a:solidFill>
                  <a:schemeClr val="hlink"/>
                </a:solidFill>
                <a:latin typeface="Times New Roman" panose="02020603050405020304" pitchFamily="18" charset="0"/>
                <a:ea typeface="楷体_GB2312" pitchFamily="49" charset="-122"/>
              </a:rPr>
              <a:t>和运动方程为</a:t>
            </a:r>
          </a:p>
        </p:txBody>
      </p:sp>
      <p:graphicFrame>
        <p:nvGraphicFramePr>
          <p:cNvPr id="537604" name="Object 2">
            <a:extLst>
              <a:ext uri="{FF2B5EF4-FFF2-40B4-BE49-F238E27FC236}">
                <a16:creationId xmlns:a16="http://schemas.microsoft.com/office/drawing/2014/main" id="{0275733D-3230-83EE-561C-1EAAAE23A51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82688" y="736600"/>
          <a:ext cx="4248150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371476" imgH="190528" progId="Equation.3">
                  <p:embed/>
                </p:oleObj>
              </mc:Choice>
              <mc:Fallback>
                <p:oleObj name="公式" r:id="rId2" imgW="1371476" imgH="190528" progId="Equation.3">
                  <p:embed/>
                  <p:pic>
                    <p:nvPicPr>
                      <p:cNvPr id="537604" name="Object 2">
                        <a:extLst>
                          <a:ext uri="{FF2B5EF4-FFF2-40B4-BE49-F238E27FC236}">
                            <a16:creationId xmlns:a16="http://schemas.microsoft.com/office/drawing/2014/main" id="{0275733D-3230-83EE-561C-1EAAAE23A51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2688" y="736600"/>
                        <a:ext cx="4248150" cy="514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7605" name="Rectangle 5">
            <a:extLst>
              <a:ext uri="{FF2B5EF4-FFF2-40B4-BE49-F238E27FC236}">
                <a16:creationId xmlns:a16="http://schemas.microsoft.com/office/drawing/2014/main" id="{102A2D32-D3AF-31C2-48D8-20B0E51646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250950"/>
            <a:ext cx="670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/>
            <a:r>
              <a:rPr kumimoji="1" lang="zh-CN" altLang="en-US">
                <a:solidFill>
                  <a:schemeClr val="hlink"/>
                </a:solidFill>
                <a:latin typeface="Times New Roman" panose="02020603050405020304" pitchFamily="18" charset="0"/>
                <a:ea typeface="楷体_GB2312" pitchFamily="49" charset="-122"/>
              </a:rPr>
              <a:t>求作用于物体上的力从 </a:t>
            </a:r>
            <a:r>
              <a:rPr kumimoji="1" lang="en-US" altLang="zh-CN" i="1">
                <a:solidFill>
                  <a:srgbClr val="FFFF00"/>
                </a:solidFill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kumimoji="1" lang="en-US" altLang="zh-CN" i="1">
                <a:solidFill>
                  <a:schemeClr val="hlink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zh-CN" altLang="en-US">
                <a:solidFill>
                  <a:schemeClr val="hlink"/>
                </a:solidFill>
                <a:latin typeface="Times New Roman" panose="02020603050405020304" pitchFamily="18" charset="0"/>
                <a:ea typeface="楷体_GB2312" pitchFamily="49" charset="-122"/>
              </a:rPr>
              <a:t>到 </a:t>
            </a:r>
            <a:r>
              <a:rPr kumimoji="1" lang="en-US" altLang="zh-CN" i="1">
                <a:solidFill>
                  <a:srgbClr val="FFFF00"/>
                </a:solidFill>
                <a:latin typeface="Times New Roman" panose="02020603050405020304" pitchFamily="18" charset="0"/>
                <a:ea typeface="楷体_GB2312" pitchFamily="49" charset="-122"/>
              </a:rPr>
              <a:t>b </a:t>
            </a:r>
            <a:r>
              <a:rPr kumimoji="1" lang="zh-CN" altLang="en-US">
                <a:solidFill>
                  <a:schemeClr val="hlink"/>
                </a:solidFill>
                <a:latin typeface="Times New Roman" panose="02020603050405020304" pitchFamily="18" charset="0"/>
                <a:ea typeface="楷体_GB2312" pitchFamily="49" charset="-122"/>
              </a:rPr>
              <a:t>的功？</a:t>
            </a:r>
            <a:endParaRPr kumimoji="1" lang="zh-CN" altLang="en-US" sz="1200">
              <a:solidFill>
                <a:schemeClr val="hlink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537606" name="Rectangle 6">
            <a:extLst>
              <a:ext uri="{FF2B5EF4-FFF2-40B4-BE49-F238E27FC236}">
                <a16:creationId xmlns:a16="http://schemas.microsoft.com/office/drawing/2014/main" id="{CF4EFBA1-C1C0-49E1-4AF3-3424075ED2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708150"/>
            <a:ext cx="1676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/>
            <a:r>
              <a:rPr kumimoji="1" lang="zh-CN" altLang="en-US">
                <a:solidFill>
                  <a:srgbClr val="FFFF00"/>
                </a:solidFill>
                <a:latin typeface="Times New Roman" panose="02020603050405020304" pitchFamily="18" charset="0"/>
                <a:ea typeface="楷体_GB2312" pitchFamily="49" charset="-122"/>
              </a:rPr>
              <a:t>解：</a:t>
            </a:r>
            <a:endParaRPr kumimoji="1" lang="zh-CN" altLang="en-US" sz="1200">
              <a:solidFill>
                <a:schemeClr val="hlink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537607" name="Rectangle 7">
            <a:extLst>
              <a:ext uri="{FF2B5EF4-FFF2-40B4-BE49-F238E27FC236}">
                <a16:creationId xmlns:a16="http://schemas.microsoft.com/office/drawing/2014/main" id="{DF7FEA21-0DD0-7FC3-618D-B5CB29607E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9200" y="1708150"/>
            <a:ext cx="3505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/>
            <a:r>
              <a:rPr kumimoji="1" lang="zh-CN" altLang="en-US">
                <a:solidFill>
                  <a:srgbClr val="FFFF99"/>
                </a:solidFill>
                <a:latin typeface="Times New Roman" panose="02020603050405020304" pitchFamily="18" charset="0"/>
                <a:ea typeface="楷体_GB2312" pitchFamily="49" charset="-122"/>
              </a:rPr>
              <a:t>分析受力</a:t>
            </a:r>
          </a:p>
        </p:txBody>
      </p:sp>
      <p:sp>
        <p:nvSpPr>
          <p:cNvPr id="537608" name="Rectangle 8">
            <a:extLst>
              <a:ext uri="{FF2B5EF4-FFF2-40B4-BE49-F238E27FC236}">
                <a16:creationId xmlns:a16="http://schemas.microsoft.com/office/drawing/2014/main" id="{D1C57336-45D2-0886-D636-276286542C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9800" y="2317750"/>
            <a:ext cx="2590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/>
            <a:r>
              <a:rPr kumimoji="1" lang="zh-CN" altLang="en-US">
                <a:solidFill>
                  <a:srgbClr val="00FF00"/>
                </a:solidFill>
                <a:latin typeface="Times New Roman" panose="02020603050405020304" pitchFamily="18" charset="0"/>
                <a:ea typeface="楷体_GB2312" pitchFamily="49" charset="-122"/>
              </a:rPr>
              <a:t>作用力为变力</a:t>
            </a:r>
            <a:endParaRPr kumimoji="1" lang="zh-CN" altLang="en-US" sz="1200">
              <a:solidFill>
                <a:srgbClr val="FF66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537609" name="Object 3">
            <a:extLst>
              <a:ext uri="{FF2B5EF4-FFF2-40B4-BE49-F238E27FC236}">
                <a16:creationId xmlns:a16="http://schemas.microsoft.com/office/drawing/2014/main" id="{28E541BD-9983-2548-8E09-05DD8680246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19188" y="2181225"/>
          <a:ext cx="3606800" cy="538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295338" imgH="190528" progId="Equation.3">
                  <p:embed/>
                </p:oleObj>
              </mc:Choice>
              <mc:Fallback>
                <p:oleObj name="公式" r:id="rId4" imgW="1295338" imgH="190528" progId="Equation.3">
                  <p:embed/>
                  <p:pic>
                    <p:nvPicPr>
                      <p:cNvPr id="537609" name="Object 3">
                        <a:extLst>
                          <a:ext uri="{FF2B5EF4-FFF2-40B4-BE49-F238E27FC236}">
                            <a16:creationId xmlns:a16="http://schemas.microsoft.com/office/drawing/2014/main" id="{28E541BD-9983-2548-8E09-05DD8680246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9188" y="2181225"/>
                        <a:ext cx="3606800" cy="538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7610" name="Line 10">
            <a:extLst>
              <a:ext uri="{FF2B5EF4-FFF2-40B4-BE49-F238E27FC236}">
                <a16:creationId xmlns:a16="http://schemas.microsoft.com/office/drawing/2014/main" id="{7BD6BB67-1F34-7190-04DA-EE1B52BB76E7}"/>
              </a:ext>
            </a:extLst>
          </p:cNvPr>
          <p:cNvSpPr>
            <a:spLocks noChangeShapeType="1"/>
          </p:cNvSpPr>
          <p:nvPr/>
        </p:nvSpPr>
        <p:spPr bwMode="auto">
          <a:xfrm>
            <a:off x="5943600" y="1798638"/>
            <a:ext cx="2590800" cy="0"/>
          </a:xfrm>
          <a:prstGeom prst="line">
            <a:avLst/>
          </a:prstGeom>
          <a:noFill/>
          <a:ln w="22225">
            <a:solidFill>
              <a:schemeClr val="bg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37611" name="Line 11">
            <a:extLst>
              <a:ext uri="{FF2B5EF4-FFF2-40B4-BE49-F238E27FC236}">
                <a16:creationId xmlns:a16="http://schemas.microsoft.com/office/drawing/2014/main" id="{79464FDE-E9BC-BD3C-A4C0-E59B98AAA54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553200" y="-30163"/>
            <a:ext cx="0" cy="2133601"/>
          </a:xfrm>
          <a:prstGeom prst="line">
            <a:avLst/>
          </a:prstGeom>
          <a:noFill/>
          <a:ln w="22225">
            <a:solidFill>
              <a:schemeClr val="bg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37612" name="Arc 12">
            <a:extLst>
              <a:ext uri="{FF2B5EF4-FFF2-40B4-BE49-F238E27FC236}">
                <a16:creationId xmlns:a16="http://schemas.microsoft.com/office/drawing/2014/main" id="{2CE96E2B-6BA7-F06C-1511-A7D04E3AFE05}"/>
              </a:ext>
            </a:extLst>
          </p:cNvPr>
          <p:cNvSpPr>
            <a:spLocks/>
          </p:cNvSpPr>
          <p:nvPr/>
        </p:nvSpPr>
        <p:spPr bwMode="auto">
          <a:xfrm>
            <a:off x="6553200" y="808038"/>
            <a:ext cx="1676400" cy="990600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1600"/>
              <a:gd name="T2" fmla="*/ 21600 w 21600"/>
              <a:gd name="T3" fmla="*/ 21600 h 21600"/>
              <a:gd name="T4" fmla="*/ 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28575">
            <a:solidFill>
              <a:srgbClr val="FF99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37613" name="Line 13">
            <a:extLst>
              <a:ext uri="{FF2B5EF4-FFF2-40B4-BE49-F238E27FC236}">
                <a16:creationId xmlns:a16="http://schemas.microsoft.com/office/drawing/2014/main" id="{22B7BEB8-FF6D-E825-0E3B-74CFD72CC4A8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239000" y="655638"/>
            <a:ext cx="533400" cy="2286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37614" name="Text Box 14">
            <a:extLst>
              <a:ext uri="{FF2B5EF4-FFF2-40B4-BE49-F238E27FC236}">
                <a16:creationId xmlns:a16="http://schemas.microsoft.com/office/drawing/2014/main" id="{A19B11DE-C005-241D-B843-3F056D95C6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6600" y="260350"/>
            <a:ext cx="1295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/>
            <a:r>
              <a:rPr kumimoji="1" lang="en-US" altLang="zh-CN" i="1">
                <a:solidFill>
                  <a:srgbClr val="FFFF00"/>
                </a:solidFill>
                <a:latin typeface="Times New Roman" panose="02020603050405020304" pitchFamily="18" charset="0"/>
                <a:ea typeface="楷体_GB2312" pitchFamily="49" charset="-122"/>
              </a:rPr>
              <a:t>m</a:t>
            </a:r>
            <a:endParaRPr kumimoji="1" lang="en-US" altLang="zh-CN" b="0">
              <a:solidFill>
                <a:srgbClr val="FFFF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537615" name="AutoShape 15">
            <a:extLst>
              <a:ext uri="{FF2B5EF4-FFF2-40B4-BE49-F238E27FC236}">
                <a16:creationId xmlns:a16="http://schemas.microsoft.com/office/drawing/2014/main" id="{7792C24C-EB91-A8A4-B5D7-842F4A8BFE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0" y="2393950"/>
            <a:ext cx="914400" cy="304800"/>
          </a:xfrm>
          <a:prstGeom prst="leftRightArrow">
            <a:avLst>
              <a:gd name="adj1" fmla="val 50000"/>
              <a:gd name="adj2" fmla="val 60000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37616" name="Text Box 16">
            <a:extLst>
              <a:ext uri="{FF2B5EF4-FFF2-40B4-BE49-F238E27FC236}">
                <a16:creationId xmlns:a16="http://schemas.microsoft.com/office/drawing/2014/main" id="{69683286-F9AA-FC27-307C-DBDF844211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05600" y="-182563"/>
            <a:ext cx="34131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/>
            <a:r>
              <a:rPr kumimoji="1" lang="en-US" altLang="zh-CN" sz="2800" i="1">
                <a:solidFill>
                  <a:srgbClr val="FFFF00"/>
                </a:solidFill>
                <a:latin typeface="Times New Roman" panose="02020603050405020304" pitchFamily="18" charset="0"/>
                <a:ea typeface="楷体_GB2312" pitchFamily="49" charset="-122"/>
              </a:rPr>
              <a:t>y</a:t>
            </a:r>
            <a:endParaRPr kumimoji="1" lang="en-US" altLang="zh-CN" sz="2800" b="0">
              <a:solidFill>
                <a:srgbClr val="FFFF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537617" name="Text Box 17">
            <a:extLst>
              <a:ext uri="{FF2B5EF4-FFF2-40B4-BE49-F238E27FC236}">
                <a16:creationId xmlns:a16="http://schemas.microsoft.com/office/drawing/2014/main" id="{C2331BF2-C2F4-A6D2-5DD2-BC6955D51B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0" y="579438"/>
            <a:ext cx="3619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/>
            <a:r>
              <a:rPr kumimoji="1" lang="en-US" altLang="zh-CN" sz="2800" i="1">
                <a:solidFill>
                  <a:srgbClr val="FFFF00"/>
                </a:solidFill>
                <a:latin typeface="Times New Roman" panose="02020603050405020304" pitchFamily="18" charset="0"/>
                <a:ea typeface="楷体_GB2312" pitchFamily="49" charset="-122"/>
              </a:rPr>
              <a:t>b</a:t>
            </a:r>
            <a:endParaRPr kumimoji="1" lang="en-US" altLang="zh-CN" sz="2800" b="0">
              <a:solidFill>
                <a:srgbClr val="FFFF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537618" name="Text Box 18">
            <a:extLst>
              <a:ext uri="{FF2B5EF4-FFF2-40B4-BE49-F238E27FC236}">
                <a16:creationId xmlns:a16="http://schemas.microsoft.com/office/drawing/2014/main" id="{5D546770-9677-75F1-3061-E5EB09471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01000" y="1722438"/>
            <a:ext cx="3619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/>
            <a:r>
              <a:rPr kumimoji="1" lang="en-US" altLang="zh-CN" sz="2800" i="1">
                <a:solidFill>
                  <a:srgbClr val="FFFF00"/>
                </a:solidFill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endParaRPr kumimoji="1" lang="en-US" altLang="zh-CN" sz="2800" b="0">
              <a:solidFill>
                <a:srgbClr val="FFFF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537619" name="Text Box 19">
            <a:extLst>
              <a:ext uri="{FF2B5EF4-FFF2-40B4-BE49-F238E27FC236}">
                <a16:creationId xmlns:a16="http://schemas.microsoft.com/office/drawing/2014/main" id="{19F5DB41-B2EF-3AA9-0E0A-22837FB6FD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1189038"/>
            <a:ext cx="3619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/>
            <a:r>
              <a:rPr kumimoji="1" lang="en-US" altLang="zh-CN" sz="2800" i="1">
                <a:solidFill>
                  <a:srgbClr val="FFFF00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endParaRPr kumimoji="1" lang="en-US" altLang="zh-CN" sz="2800" b="0">
              <a:solidFill>
                <a:srgbClr val="FFFF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537620" name="Text Box 20">
            <a:extLst>
              <a:ext uri="{FF2B5EF4-FFF2-40B4-BE49-F238E27FC236}">
                <a16:creationId xmlns:a16="http://schemas.microsoft.com/office/drawing/2014/main" id="{F2288F81-F506-E60E-C585-BBF20691BF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0" y="1722438"/>
            <a:ext cx="3619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/>
            <a:r>
              <a:rPr kumimoji="1" lang="en-US" altLang="zh-CN" sz="2800" i="1">
                <a:solidFill>
                  <a:srgbClr val="FFFF00"/>
                </a:solidFill>
                <a:latin typeface="Times New Roman" panose="02020603050405020304" pitchFamily="18" charset="0"/>
                <a:ea typeface="楷体_GB2312" pitchFamily="49" charset="-122"/>
              </a:rPr>
              <a:t>o</a:t>
            </a:r>
            <a:endParaRPr kumimoji="1" lang="en-US" altLang="zh-CN" sz="2800" b="0">
              <a:solidFill>
                <a:srgbClr val="FFFF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537621" name="Oval 21">
            <a:extLst>
              <a:ext uri="{FF2B5EF4-FFF2-40B4-BE49-F238E27FC236}">
                <a16:creationId xmlns:a16="http://schemas.microsoft.com/office/drawing/2014/main" id="{31330DA0-E47D-31C8-847C-F7749776C7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72400" y="1112838"/>
            <a:ext cx="152400" cy="152400"/>
          </a:xfrm>
          <a:prstGeom prst="ellipse">
            <a:avLst/>
          </a:prstGeom>
          <a:solidFill>
            <a:srgbClr val="FF0000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537622" name="Object 4">
            <a:extLst>
              <a:ext uri="{FF2B5EF4-FFF2-40B4-BE49-F238E27FC236}">
                <a16:creationId xmlns:a16="http://schemas.microsoft.com/office/drawing/2014/main" id="{5C192305-0A38-6F4E-E1B5-AA62459C0A6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25650" y="3924300"/>
          <a:ext cx="6477000" cy="1295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323944" imgH="464848" progId="Equation.3">
                  <p:embed/>
                </p:oleObj>
              </mc:Choice>
              <mc:Fallback>
                <p:oleObj name="Equation" r:id="rId6" imgW="2323944" imgH="464848" progId="Equation.3">
                  <p:embed/>
                  <p:pic>
                    <p:nvPicPr>
                      <p:cNvPr id="537622" name="Object 4">
                        <a:extLst>
                          <a:ext uri="{FF2B5EF4-FFF2-40B4-BE49-F238E27FC236}">
                            <a16:creationId xmlns:a16="http://schemas.microsoft.com/office/drawing/2014/main" id="{5C192305-0A38-6F4E-E1B5-AA62459C0A6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25650" y="3924300"/>
                        <a:ext cx="6477000" cy="1295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7623" name="AutoShape 23">
            <a:extLst>
              <a:ext uri="{FF2B5EF4-FFF2-40B4-BE49-F238E27FC236}">
                <a16:creationId xmlns:a16="http://schemas.microsoft.com/office/drawing/2014/main" id="{AE4E88E5-1087-824E-A19E-4B455F8295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3050" y="3086100"/>
            <a:ext cx="685800" cy="381000"/>
          </a:xfrm>
          <a:prstGeom prst="rightArrow">
            <a:avLst>
              <a:gd name="adj1" fmla="val 50000"/>
              <a:gd name="adj2" fmla="val 4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537624" name="Object 5">
            <a:extLst>
              <a:ext uri="{FF2B5EF4-FFF2-40B4-BE49-F238E27FC236}">
                <a16:creationId xmlns:a16="http://schemas.microsoft.com/office/drawing/2014/main" id="{657D19F0-C094-DC81-1C42-DEB6583FC50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87450" y="2781300"/>
          <a:ext cx="5029200" cy="1295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683989" imgH="464848" progId="Equation.3">
                  <p:embed/>
                </p:oleObj>
              </mc:Choice>
              <mc:Fallback>
                <p:oleObj name="Equation" r:id="rId8" imgW="1683989" imgH="464848" progId="Equation.3">
                  <p:embed/>
                  <p:pic>
                    <p:nvPicPr>
                      <p:cNvPr id="537624" name="Object 5">
                        <a:extLst>
                          <a:ext uri="{FF2B5EF4-FFF2-40B4-BE49-F238E27FC236}">
                            <a16:creationId xmlns:a16="http://schemas.microsoft.com/office/drawing/2014/main" id="{657D19F0-C094-DC81-1C42-DEB6583FC50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450" y="2781300"/>
                        <a:ext cx="5029200" cy="1295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7625" name="Line 25">
            <a:extLst>
              <a:ext uri="{FF2B5EF4-FFF2-40B4-BE49-F238E27FC236}">
                <a16:creationId xmlns:a16="http://schemas.microsoft.com/office/drawing/2014/main" id="{2F228C2D-6BC4-32B8-BD50-EE86E62C9561}"/>
              </a:ext>
            </a:extLst>
          </p:cNvPr>
          <p:cNvSpPr>
            <a:spLocks noChangeShapeType="1"/>
          </p:cNvSpPr>
          <p:nvPr/>
        </p:nvSpPr>
        <p:spPr bwMode="auto">
          <a:xfrm>
            <a:off x="1416050" y="3771900"/>
            <a:ext cx="0" cy="1295400"/>
          </a:xfrm>
          <a:prstGeom prst="line">
            <a:avLst/>
          </a:prstGeom>
          <a:noFill/>
          <a:ln w="34925">
            <a:solidFill>
              <a:srgbClr val="FF66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537626" name="Object 6">
            <a:extLst>
              <a:ext uri="{FF2B5EF4-FFF2-40B4-BE49-F238E27FC236}">
                <a16:creationId xmlns:a16="http://schemas.microsoft.com/office/drawing/2014/main" id="{9C9732E3-BD6C-52C2-7F60-AC2E9708894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55650" y="5229225"/>
          <a:ext cx="7086600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2956436" imgH="464848" progId="Equation.3">
                  <p:embed/>
                </p:oleObj>
              </mc:Choice>
              <mc:Fallback>
                <p:oleObj name="公式" r:id="rId10" imgW="2956436" imgH="464848" progId="Equation.3">
                  <p:embed/>
                  <p:pic>
                    <p:nvPicPr>
                      <p:cNvPr id="537626" name="Object 6">
                        <a:extLst>
                          <a:ext uri="{FF2B5EF4-FFF2-40B4-BE49-F238E27FC236}">
                            <a16:creationId xmlns:a16="http://schemas.microsoft.com/office/drawing/2014/main" id="{9C9732E3-BD6C-52C2-7F60-AC2E9708894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650" y="5229225"/>
                        <a:ext cx="7086600" cy="1143000"/>
                      </a:xfrm>
                      <a:prstGeom prst="rect">
                        <a:avLst/>
                      </a:prstGeom>
                      <a:noFill/>
                      <a:ln w="25400">
                        <a:solidFill>
                          <a:srgbClr val="FF99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300" fill="hold"/>
                                        <p:tgtEl>
                                          <p:spTgt spid="5376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300" fill="hold"/>
                                        <p:tgtEl>
                                          <p:spTgt spid="5376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76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7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1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7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7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76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76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7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76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8" dur="500"/>
                                        <p:tgtEl>
                                          <p:spTgt spid="537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76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7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7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76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76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76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4" dur="300"/>
                                        <p:tgtEl>
                                          <p:spTgt spid="537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9" dur="500"/>
                                        <p:tgtEl>
                                          <p:spTgt spid="5376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4" dur="500"/>
                                        <p:tgtEl>
                                          <p:spTgt spid="537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300"/>
                                        <p:tgtEl>
                                          <p:spTgt spid="5376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5376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5376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0" dur="500"/>
                                        <p:tgtEl>
                                          <p:spTgt spid="5376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95" dur="500"/>
                                        <p:tgtEl>
                                          <p:spTgt spid="5376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00" dur="500"/>
                                        <p:tgtEl>
                                          <p:spTgt spid="5376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537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7602" grpId="0" autoUpdateAnimBg="0"/>
      <p:bldP spid="537603" grpId="0" build="p" autoUpdateAnimBg="0" advAuto="0"/>
      <p:bldP spid="537605" grpId="0" build="p" autoUpdateAnimBg="0"/>
      <p:bldP spid="537606" grpId="0" build="p" autoUpdateAnimBg="0"/>
      <p:bldP spid="537607" grpId="0" autoUpdateAnimBg="0"/>
      <p:bldP spid="537608" grpId="0" autoUpdateAnimBg="0"/>
      <p:bldP spid="537614" grpId="0" build="p" autoUpdateAnimBg="0" advAuto="0"/>
      <p:bldP spid="537615" grpId="0" animBg="1"/>
      <p:bldP spid="537616" grpId="0" build="p" autoUpdateAnimBg="0" advAuto="0"/>
      <p:bldP spid="537617" grpId="0" build="p" autoUpdateAnimBg="0" advAuto="0"/>
      <p:bldP spid="537618" grpId="0" build="p" autoUpdateAnimBg="0" advAuto="0"/>
      <p:bldP spid="537619" grpId="0" build="p" autoUpdateAnimBg="0" advAuto="0"/>
      <p:bldP spid="537620" grpId="0" build="p" autoUpdateAnimBg="0" advAuto="0"/>
      <p:bldP spid="537621" grpId="0" animBg="1"/>
      <p:bldP spid="53762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626" name="Rectangle 2">
            <a:extLst>
              <a:ext uri="{FF2B5EF4-FFF2-40B4-BE49-F238E27FC236}">
                <a16:creationId xmlns:a16="http://schemas.microsoft.com/office/drawing/2014/main" id="{F3250314-2407-C91C-201E-E7BCD330EE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476250"/>
            <a:ext cx="5791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/>
            <a:r>
              <a:rPr kumimoji="1" lang="zh-CN" altLang="en-US">
                <a:solidFill>
                  <a:srgbClr val="FFFFCC"/>
                </a:solidFill>
                <a:latin typeface="Times New Roman" panose="02020603050405020304" pitchFamily="18" charset="0"/>
                <a:ea typeface="楷体_GB2312" pitchFamily="49" charset="-122"/>
              </a:rPr>
              <a:t>例  光滑水平面上一质量为</a:t>
            </a:r>
            <a:r>
              <a:rPr kumimoji="1" lang="en-US" altLang="zh-CN" i="1">
                <a:solidFill>
                  <a:srgbClr val="FFFF00"/>
                </a:solidFill>
                <a:latin typeface="Times New Roman" panose="02020603050405020304" pitchFamily="18" charset="0"/>
                <a:ea typeface="楷体_GB2312" pitchFamily="49" charset="-122"/>
              </a:rPr>
              <a:t>m </a:t>
            </a:r>
            <a:r>
              <a:rPr kumimoji="1" lang="zh-CN" altLang="en-US">
                <a:latin typeface="Times New Roman" panose="02020603050405020304" pitchFamily="18" charset="0"/>
                <a:ea typeface="楷体_GB2312" pitchFamily="49" charset="-122"/>
              </a:rPr>
              <a:t>的物体</a:t>
            </a:r>
          </a:p>
        </p:txBody>
      </p:sp>
      <p:sp>
        <p:nvSpPr>
          <p:cNvPr id="538627" name="Rectangle 3">
            <a:extLst>
              <a:ext uri="{FF2B5EF4-FFF2-40B4-BE49-F238E27FC236}">
                <a16:creationId xmlns:a16="http://schemas.microsoft.com/office/drawing/2014/main" id="{170C61C6-CF56-A9D5-29F8-A5797A1084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933450"/>
            <a:ext cx="5562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/>
            <a:r>
              <a:rPr kumimoji="1" lang="en-US" altLang="zh-CN">
                <a:solidFill>
                  <a:srgbClr val="FFFFCC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zh-CN" altLang="en-US">
                <a:solidFill>
                  <a:srgbClr val="FFFFCC"/>
                </a:solidFill>
                <a:latin typeface="Times New Roman" panose="02020603050405020304" pitchFamily="18" charset="0"/>
                <a:ea typeface="楷体_GB2312" pitchFamily="49" charset="-122"/>
              </a:rPr>
              <a:t>从 </a:t>
            </a:r>
            <a:r>
              <a:rPr kumimoji="1" lang="en-US" altLang="zh-CN" i="1">
                <a:solidFill>
                  <a:srgbClr val="FFFF00"/>
                </a:solidFill>
                <a:latin typeface="Times New Roman" panose="02020603050405020304" pitchFamily="18" charset="0"/>
                <a:ea typeface="楷体_GB2312" pitchFamily="49" charset="-122"/>
              </a:rPr>
              <a:t>t = 0</a:t>
            </a:r>
            <a:r>
              <a:rPr kumimoji="1" lang="en-US" altLang="zh-CN">
                <a:solidFill>
                  <a:srgbClr val="FFFFCC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zh-CN" altLang="en-US">
                <a:solidFill>
                  <a:srgbClr val="FFFFCC"/>
                </a:solidFill>
                <a:latin typeface="Times New Roman" panose="02020603050405020304" pitchFamily="18" charset="0"/>
                <a:ea typeface="楷体_GB2312" pitchFamily="49" charset="-122"/>
              </a:rPr>
              <a:t>始，物体受到力</a:t>
            </a:r>
            <a:endParaRPr kumimoji="1" lang="zh-CN" altLang="en-US" sz="1200">
              <a:solidFill>
                <a:srgbClr val="FFFFCC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538628" name="Rectangle 4">
            <a:extLst>
              <a:ext uri="{FF2B5EF4-FFF2-40B4-BE49-F238E27FC236}">
                <a16:creationId xmlns:a16="http://schemas.microsoft.com/office/drawing/2014/main" id="{17283E34-BD0F-616E-B366-CE9C609AA0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1390650"/>
            <a:ext cx="3962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/>
            <a:r>
              <a:rPr kumimoji="1" lang="en-US" altLang="zh-CN">
                <a:solidFill>
                  <a:srgbClr val="FFFFCC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en-US" altLang="zh-CN" i="1">
                <a:solidFill>
                  <a:srgbClr val="FFFF00"/>
                </a:solidFill>
                <a:latin typeface="Times New Roman" panose="02020603050405020304" pitchFamily="18" charset="0"/>
                <a:ea typeface="楷体_GB2312" pitchFamily="49" charset="-122"/>
              </a:rPr>
              <a:t>b</a:t>
            </a:r>
            <a:r>
              <a:rPr kumimoji="1" lang="en-US" altLang="zh-CN">
                <a:solidFill>
                  <a:srgbClr val="FFFF00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zh-CN" altLang="en-US">
                <a:solidFill>
                  <a:srgbClr val="FFFFCC"/>
                </a:solidFill>
                <a:latin typeface="Times New Roman" panose="02020603050405020304" pitchFamily="18" charset="0"/>
                <a:ea typeface="楷体_GB2312" pitchFamily="49" charset="-122"/>
              </a:rPr>
              <a:t>为常矢量，它与</a:t>
            </a:r>
          </a:p>
        </p:txBody>
      </p:sp>
      <p:sp>
        <p:nvSpPr>
          <p:cNvPr id="538629" name="Rectangle 5">
            <a:extLst>
              <a:ext uri="{FF2B5EF4-FFF2-40B4-BE49-F238E27FC236}">
                <a16:creationId xmlns:a16="http://schemas.microsoft.com/office/drawing/2014/main" id="{A5922CE1-048B-973D-69F5-B2E12B7807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1847850"/>
            <a:ext cx="4800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/>
            <a:r>
              <a:rPr kumimoji="1" lang="zh-CN" altLang="en-US">
                <a:solidFill>
                  <a:srgbClr val="FFFFCC"/>
                </a:solidFill>
                <a:latin typeface="Times New Roman" panose="02020603050405020304" pitchFamily="18" charset="0"/>
                <a:ea typeface="楷体_GB2312" pitchFamily="49" charset="-122"/>
              </a:rPr>
              <a:t>物体在此力作用下，</a:t>
            </a:r>
          </a:p>
        </p:txBody>
      </p:sp>
      <p:sp>
        <p:nvSpPr>
          <p:cNvPr id="538630" name="Rectangle 6">
            <a:extLst>
              <a:ext uri="{FF2B5EF4-FFF2-40B4-BE49-F238E27FC236}">
                <a16:creationId xmlns:a16="http://schemas.microsoft.com/office/drawing/2014/main" id="{0E07F065-DD69-A758-BF56-416F5AEE66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0" y="1847850"/>
            <a:ext cx="6096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/>
            <a:r>
              <a:rPr kumimoji="1" lang="zh-CN" altLang="en-US">
                <a:solidFill>
                  <a:srgbClr val="FFFFCC"/>
                </a:solidFill>
                <a:latin typeface="Times New Roman" panose="02020603050405020304" pitchFamily="18" charset="0"/>
                <a:ea typeface="楷体_GB2312" pitchFamily="49" charset="-122"/>
              </a:rPr>
              <a:t>沿水平面滑动一段</a:t>
            </a:r>
          </a:p>
        </p:txBody>
      </p:sp>
      <p:sp>
        <p:nvSpPr>
          <p:cNvPr id="538631" name="Rectangle 7">
            <a:extLst>
              <a:ext uri="{FF2B5EF4-FFF2-40B4-BE49-F238E27FC236}">
                <a16:creationId xmlns:a16="http://schemas.microsoft.com/office/drawing/2014/main" id="{F6473FAE-9B2F-A507-5BE8-751A88A66B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2762250"/>
            <a:ext cx="7467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/>
            <a:r>
              <a:rPr kumimoji="1" lang="zh-CN" altLang="en-US">
                <a:solidFill>
                  <a:srgbClr val="FFFF66"/>
                </a:solidFill>
                <a:latin typeface="Times New Roman" panose="02020603050405020304" pitchFamily="18" charset="0"/>
                <a:ea typeface="楷体_GB2312" pitchFamily="49" charset="-122"/>
              </a:rPr>
              <a:t>求：在沿水平面滑动过程中该力作的功？</a:t>
            </a:r>
          </a:p>
        </p:txBody>
      </p:sp>
      <p:sp>
        <p:nvSpPr>
          <p:cNvPr id="538632" name="Rectangle 8" descr="花岗岩">
            <a:extLst>
              <a:ext uri="{FF2B5EF4-FFF2-40B4-BE49-F238E27FC236}">
                <a16:creationId xmlns:a16="http://schemas.microsoft.com/office/drawing/2014/main" id="{10996DF2-9058-124C-6013-65F40B3D3B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1800" y="2000250"/>
            <a:ext cx="838200" cy="609600"/>
          </a:xfrm>
          <a:prstGeom prst="rect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38633" name="Line 9">
            <a:extLst>
              <a:ext uri="{FF2B5EF4-FFF2-40B4-BE49-F238E27FC236}">
                <a16:creationId xmlns:a16="http://schemas.microsoft.com/office/drawing/2014/main" id="{51162388-8B3B-AB96-6BAB-99FA2D23BB20}"/>
              </a:ext>
            </a:extLst>
          </p:cNvPr>
          <p:cNvSpPr>
            <a:spLocks noChangeShapeType="1"/>
          </p:cNvSpPr>
          <p:nvPr/>
        </p:nvSpPr>
        <p:spPr bwMode="auto">
          <a:xfrm>
            <a:off x="6019800" y="2609850"/>
            <a:ext cx="2819400" cy="0"/>
          </a:xfrm>
          <a:prstGeom prst="line">
            <a:avLst/>
          </a:prstGeom>
          <a:noFill/>
          <a:ln w="60325">
            <a:solidFill>
              <a:srgbClr val="FFCC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38634" name="Line 10">
            <a:extLst>
              <a:ext uri="{FF2B5EF4-FFF2-40B4-BE49-F238E27FC236}">
                <a16:creationId xmlns:a16="http://schemas.microsoft.com/office/drawing/2014/main" id="{7E7AB909-7A98-4758-106D-7202CFF9646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620000" y="857250"/>
            <a:ext cx="1066800" cy="114300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38635" name="Line 11">
            <a:extLst>
              <a:ext uri="{FF2B5EF4-FFF2-40B4-BE49-F238E27FC236}">
                <a16:creationId xmlns:a16="http://schemas.microsoft.com/office/drawing/2014/main" id="{88D9BF4E-6CF9-84F2-6729-A8CC7F3BC844}"/>
              </a:ext>
            </a:extLst>
          </p:cNvPr>
          <p:cNvSpPr>
            <a:spLocks noChangeShapeType="1"/>
          </p:cNvSpPr>
          <p:nvPr/>
        </p:nvSpPr>
        <p:spPr bwMode="auto">
          <a:xfrm>
            <a:off x="7620000" y="2000250"/>
            <a:ext cx="1066800" cy="0"/>
          </a:xfrm>
          <a:prstGeom prst="line">
            <a:avLst/>
          </a:prstGeom>
          <a:noFill/>
          <a:ln w="15875">
            <a:solidFill>
              <a:schemeClr val="bg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38636" name="Text Box 12">
            <a:extLst>
              <a:ext uri="{FF2B5EF4-FFF2-40B4-BE49-F238E27FC236}">
                <a16:creationId xmlns:a16="http://schemas.microsoft.com/office/drawing/2014/main" id="{3B084D98-275C-531B-06B5-1A32C48758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871538"/>
            <a:ext cx="4191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/>
            <a:r>
              <a:rPr kumimoji="1" lang="en-US" altLang="zh-CN" sz="2800" i="1">
                <a:solidFill>
                  <a:srgbClr val="FFFF00"/>
                </a:solidFill>
                <a:latin typeface="Times New Roman" panose="02020603050405020304" pitchFamily="18" charset="0"/>
                <a:ea typeface="楷体_GB2312" pitchFamily="49" charset="-122"/>
              </a:rPr>
              <a:t>F = bt</a:t>
            </a:r>
            <a:r>
              <a:rPr kumimoji="1" lang="en-US" altLang="zh-CN" i="1">
                <a:solidFill>
                  <a:srgbClr val="FFFFCC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zh-CN" altLang="en-US">
                <a:solidFill>
                  <a:srgbClr val="FFFFCC"/>
                </a:solidFill>
                <a:latin typeface="Times New Roman" panose="02020603050405020304" pitchFamily="18" charset="0"/>
                <a:ea typeface="楷体_GB2312" pitchFamily="49" charset="-122"/>
              </a:rPr>
              <a:t>作用</a:t>
            </a:r>
            <a:r>
              <a:rPr kumimoji="1" lang="en-US" altLang="zh-CN">
                <a:solidFill>
                  <a:srgbClr val="FFFFCC"/>
                </a:solidFill>
                <a:latin typeface="Times New Roman" panose="02020603050405020304" pitchFamily="18" charset="0"/>
                <a:ea typeface="楷体_GB2312" pitchFamily="49" charset="-122"/>
              </a:rPr>
              <a:t>,</a:t>
            </a:r>
          </a:p>
        </p:txBody>
      </p:sp>
      <p:sp>
        <p:nvSpPr>
          <p:cNvPr id="538637" name="Text Box 13">
            <a:extLst>
              <a:ext uri="{FF2B5EF4-FFF2-40B4-BE49-F238E27FC236}">
                <a16:creationId xmlns:a16="http://schemas.microsoft.com/office/drawing/2014/main" id="{51514382-2CCB-7A47-E70F-18B28A9450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7000" y="1390650"/>
            <a:ext cx="419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/>
            <a:r>
              <a:rPr kumimoji="1" lang="zh-CN" altLang="en-US">
                <a:solidFill>
                  <a:srgbClr val="FFFFCC"/>
                </a:solidFill>
                <a:latin typeface="Times New Roman" panose="02020603050405020304" pitchFamily="18" charset="0"/>
                <a:ea typeface="楷体_GB2312" pitchFamily="49" charset="-122"/>
              </a:rPr>
              <a:t>水平面保持成 </a:t>
            </a:r>
            <a:r>
              <a:rPr kumimoji="1" lang="zh-CN" altLang="en-US" i="1">
                <a:solidFill>
                  <a:srgbClr val="FFFF00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 </a:t>
            </a:r>
            <a:r>
              <a:rPr kumimoji="1" lang="zh-CN" altLang="en-US">
                <a:solidFill>
                  <a:srgbClr val="FFFFCC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角，</a:t>
            </a:r>
          </a:p>
        </p:txBody>
      </p:sp>
      <p:sp>
        <p:nvSpPr>
          <p:cNvPr id="538638" name="Text Box 14">
            <a:extLst>
              <a:ext uri="{FF2B5EF4-FFF2-40B4-BE49-F238E27FC236}">
                <a16:creationId xmlns:a16="http://schemas.microsoft.com/office/drawing/2014/main" id="{05D4F20C-8D26-D721-AFA1-824C7DA389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10400" y="1466850"/>
            <a:ext cx="6254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/>
            <a:r>
              <a:rPr kumimoji="1" lang="en-US" altLang="zh-CN" i="1">
                <a:solidFill>
                  <a:srgbClr val="FFFF00"/>
                </a:solidFill>
                <a:latin typeface="Times New Roman" panose="02020603050405020304" pitchFamily="18" charset="0"/>
                <a:ea typeface="楷体_GB2312" pitchFamily="49" charset="-122"/>
              </a:rPr>
              <a:t>m</a:t>
            </a:r>
          </a:p>
        </p:txBody>
      </p:sp>
      <p:sp>
        <p:nvSpPr>
          <p:cNvPr id="538639" name="Text Box 15">
            <a:extLst>
              <a:ext uri="{FF2B5EF4-FFF2-40B4-BE49-F238E27FC236}">
                <a16:creationId xmlns:a16="http://schemas.microsoft.com/office/drawing/2014/main" id="{4FBBB07C-1904-F95F-D087-2C2ABB916F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01000" y="704850"/>
            <a:ext cx="6254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/>
            <a:r>
              <a:rPr kumimoji="1" lang="en-US" altLang="zh-CN" i="1">
                <a:solidFill>
                  <a:srgbClr val="FFFF00"/>
                </a:solidFill>
                <a:latin typeface="Times New Roman" panose="02020603050405020304" pitchFamily="18" charset="0"/>
                <a:ea typeface="楷体_GB2312" pitchFamily="49" charset="-122"/>
              </a:rPr>
              <a:t>F</a:t>
            </a:r>
          </a:p>
        </p:txBody>
      </p:sp>
      <p:sp>
        <p:nvSpPr>
          <p:cNvPr id="538640" name="Text Box 16">
            <a:extLst>
              <a:ext uri="{FF2B5EF4-FFF2-40B4-BE49-F238E27FC236}">
                <a16:creationId xmlns:a16="http://schemas.microsoft.com/office/drawing/2014/main" id="{AD6D2F49-EEE7-BF0B-CCBD-5C80C02EB4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34400" y="2076450"/>
            <a:ext cx="3968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/>
            <a:r>
              <a:rPr kumimoji="1" lang="en-US" altLang="zh-CN" i="1">
                <a:solidFill>
                  <a:srgbClr val="FFFF00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</a:p>
        </p:txBody>
      </p:sp>
      <p:sp>
        <p:nvSpPr>
          <p:cNvPr id="538641" name="Text Box 17">
            <a:extLst>
              <a:ext uri="{FF2B5EF4-FFF2-40B4-BE49-F238E27FC236}">
                <a16:creationId xmlns:a16="http://schemas.microsoft.com/office/drawing/2014/main" id="{01C89B50-E52D-79E6-801A-844AEDB62C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01000" y="1543050"/>
            <a:ext cx="6254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/>
            <a:r>
              <a:rPr kumimoji="1" lang="en-US" altLang="en-US" i="1">
                <a:solidFill>
                  <a:srgbClr val="FFFF00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</a:t>
            </a:r>
            <a:endParaRPr kumimoji="1" lang="en-US" altLang="zh-CN" i="1">
              <a:solidFill>
                <a:srgbClr val="FFFF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538642" name="Rectangle 18">
            <a:extLst>
              <a:ext uri="{FF2B5EF4-FFF2-40B4-BE49-F238E27FC236}">
                <a16:creationId xmlns:a16="http://schemas.microsoft.com/office/drawing/2014/main" id="{7F7619B4-ECE7-5AC3-60AA-002B75370C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2305050"/>
            <a:ext cx="4114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/>
            <a:r>
              <a:rPr kumimoji="1" lang="zh-CN" altLang="en-US">
                <a:solidFill>
                  <a:srgbClr val="FFFFCC"/>
                </a:solidFill>
                <a:latin typeface="Times New Roman" panose="02020603050405020304" pitchFamily="18" charset="0"/>
                <a:ea typeface="楷体_GB2312" pitchFamily="49" charset="-122"/>
              </a:rPr>
              <a:t>距离后离开水平面。</a:t>
            </a:r>
          </a:p>
        </p:txBody>
      </p:sp>
      <p:sp>
        <p:nvSpPr>
          <p:cNvPr id="538643" name="Rectangle 19">
            <a:extLst>
              <a:ext uri="{FF2B5EF4-FFF2-40B4-BE49-F238E27FC236}">
                <a16:creationId xmlns:a16="http://schemas.microsoft.com/office/drawing/2014/main" id="{BD7A29A0-E047-4DF2-96A3-6520A9A850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3357563"/>
            <a:ext cx="1447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/>
            <a:r>
              <a:rPr kumimoji="1" lang="zh-CN" altLang="en-US">
                <a:solidFill>
                  <a:schemeClr val="hlink"/>
                </a:solidFill>
                <a:latin typeface="Times New Roman" panose="02020603050405020304" pitchFamily="18" charset="0"/>
                <a:ea typeface="楷体_GB2312" pitchFamily="49" charset="-122"/>
              </a:rPr>
              <a:t>解：</a:t>
            </a:r>
            <a:endParaRPr kumimoji="1" lang="zh-CN" altLang="en-US" sz="1200">
              <a:solidFill>
                <a:schemeClr val="hlink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538644" name="Rectangle 20">
            <a:extLst>
              <a:ext uri="{FF2B5EF4-FFF2-40B4-BE49-F238E27FC236}">
                <a16:creationId xmlns:a16="http://schemas.microsoft.com/office/drawing/2014/main" id="{96CD078C-6D1C-9A03-46B5-845972606D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7313" y="3357563"/>
            <a:ext cx="30876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/>
            <a:r>
              <a:rPr kumimoji="1" lang="en-US" altLang="zh-CN">
                <a:solidFill>
                  <a:srgbClr val="00FF00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zh-CN" altLang="en-US">
                <a:solidFill>
                  <a:srgbClr val="00FF00"/>
                </a:solidFill>
                <a:latin typeface="Times New Roman" panose="02020603050405020304" pitchFamily="18" charset="0"/>
                <a:ea typeface="楷体_GB2312" pitchFamily="49" charset="-122"/>
              </a:rPr>
              <a:t>随时间变化</a:t>
            </a:r>
          </a:p>
        </p:txBody>
      </p:sp>
      <p:graphicFrame>
        <p:nvGraphicFramePr>
          <p:cNvPr id="538645" name="Object 2">
            <a:extLst>
              <a:ext uri="{FF2B5EF4-FFF2-40B4-BE49-F238E27FC236}">
                <a16:creationId xmlns:a16="http://schemas.microsoft.com/office/drawing/2014/main" id="{2392EE50-3213-8503-5D8C-42FCEF01A55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1000" y="3890963"/>
          <a:ext cx="5857875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057213" imgH="266839" progId="Equation.3">
                  <p:embed/>
                </p:oleObj>
              </mc:Choice>
              <mc:Fallback>
                <p:oleObj name="Equation" r:id="rId3" imgW="2057213" imgH="266839" progId="Equation.3">
                  <p:embed/>
                  <p:pic>
                    <p:nvPicPr>
                      <p:cNvPr id="538645" name="Object 2">
                        <a:extLst>
                          <a:ext uri="{FF2B5EF4-FFF2-40B4-BE49-F238E27FC236}">
                            <a16:creationId xmlns:a16="http://schemas.microsoft.com/office/drawing/2014/main" id="{2392EE50-3213-8503-5D8C-42FCEF01A55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3890963"/>
                        <a:ext cx="5857875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8646" name="Rectangle 22">
            <a:extLst>
              <a:ext uri="{FF2B5EF4-FFF2-40B4-BE49-F238E27FC236}">
                <a16:creationId xmlns:a16="http://schemas.microsoft.com/office/drawing/2014/main" id="{838ABB3B-8EF7-4688-7F83-87761D65EC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3357563"/>
            <a:ext cx="152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/>
            <a:r>
              <a:rPr kumimoji="1" lang="en-US" altLang="zh-CN">
                <a:solidFill>
                  <a:srgbClr val="00FF00"/>
                </a:solidFill>
                <a:latin typeface="Arial" panose="020B0604020202020204" pitchFamily="34" charset="0"/>
                <a:ea typeface="楷体_GB2312" pitchFamily="49" charset="-122"/>
              </a:rPr>
              <a:t>Force </a:t>
            </a:r>
          </a:p>
        </p:txBody>
      </p:sp>
      <p:sp>
        <p:nvSpPr>
          <p:cNvPr id="538647" name="Rectangle 23">
            <a:extLst>
              <a:ext uri="{FF2B5EF4-FFF2-40B4-BE49-F238E27FC236}">
                <a16:creationId xmlns:a16="http://schemas.microsoft.com/office/drawing/2014/main" id="{6674AA59-25B2-5E5D-81B9-CA861AE4D1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0800" y="3967163"/>
            <a:ext cx="3886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/>
            <a:r>
              <a:rPr kumimoji="1" lang="zh-CN" altLang="en-US">
                <a:solidFill>
                  <a:schemeClr val="hlink"/>
                </a:solidFill>
                <a:latin typeface="Times New Roman" panose="02020603050405020304" pitchFamily="18" charset="0"/>
                <a:ea typeface="楷体_GB2312" pitchFamily="49" charset="-122"/>
              </a:rPr>
              <a:t>由牛顿定律可知</a:t>
            </a:r>
          </a:p>
        </p:txBody>
      </p:sp>
      <p:sp>
        <p:nvSpPr>
          <p:cNvPr id="538648" name="AutoShape 24">
            <a:extLst>
              <a:ext uri="{FF2B5EF4-FFF2-40B4-BE49-F238E27FC236}">
                <a16:creationId xmlns:a16="http://schemas.microsoft.com/office/drawing/2014/main" id="{B9F898A4-CC35-99B8-FFA5-0587FEF46E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5800" y="3433763"/>
            <a:ext cx="838200" cy="304800"/>
          </a:xfrm>
          <a:prstGeom prst="rightArrow">
            <a:avLst>
              <a:gd name="adj1" fmla="val 50000"/>
              <a:gd name="adj2" fmla="val 68750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38649" name="Text Box 25">
            <a:extLst>
              <a:ext uri="{FF2B5EF4-FFF2-40B4-BE49-F238E27FC236}">
                <a16:creationId xmlns:a16="http://schemas.microsoft.com/office/drawing/2014/main" id="{7949BBB4-3752-83D2-1896-27086E989E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57800" y="3357563"/>
            <a:ext cx="2438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/>
            <a:r>
              <a:rPr kumimoji="1" lang="zh-CN" altLang="en-US">
                <a:solidFill>
                  <a:srgbClr val="FFFF00"/>
                </a:solidFill>
                <a:latin typeface="Times New Roman" panose="02020603050405020304" pitchFamily="18" charset="0"/>
                <a:ea typeface="楷体_GB2312" pitchFamily="49" charset="-122"/>
              </a:rPr>
              <a:t>力是变力</a:t>
            </a:r>
          </a:p>
        </p:txBody>
      </p:sp>
      <p:sp>
        <p:nvSpPr>
          <p:cNvPr id="538650" name="AutoShape 26">
            <a:extLst>
              <a:ext uri="{FF2B5EF4-FFF2-40B4-BE49-F238E27FC236}">
                <a16:creationId xmlns:a16="http://schemas.microsoft.com/office/drawing/2014/main" id="{5C90794C-8E9A-B516-5D0F-08C0DF637C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7400" y="3433763"/>
            <a:ext cx="685800" cy="304800"/>
          </a:xfrm>
          <a:prstGeom prst="leftRightArrow">
            <a:avLst>
              <a:gd name="adj1" fmla="val 50000"/>
              <a:gd name="adj2" fmla="val 45000"/>
            </a:avLst>
          </a:prstGeom>
          <a:solidFill>
            <a:srgbClr val="FF99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538651" name="Object 3">
            <a:extLst>
              <a:ext uri="{FF2B5EF4-FFF2-40B4-BE49-F238E27FC236}">
                <a16:creationId xmlns:a16="http://schemas.microsoft.com/office/drawing/2014/main" id="{163C658F-4274-F004-23C9-273631C189F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4800" y="4576763"/>
          <a:ext cx="3124200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1165953" imgH="388537" progId="Equation.3">
                  <p:embed/>
                </p:oleObj>
              </mc:Choice>
              <mc:Fallback>
                <p:oleObj name="公式" r:id="rId5" imgW="1165953" imgH="388537" progId="Equation.3">
                  <p:embed/>
                  <p:pic>
                    <p:nvPicPr>
                      <p:cNvPr id="538651" name="Object 3">
                        <a:extLst>
                          <a:ext uri="{FF2B5EF4-FFF2-40B4-BE49-F238E27FC236}">
                            <a16:creationId xmlns:a16="http://schemas.microsoft.com/office/drawing/2014/main" id="{163C658F-4274-F004-23C9-273631C189F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4576763"/>
                        <a:ext cx="3124200" cy="990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8652" name="Object 4">
            <a:extLst>
              <a:ext uri="{FF2B5EF4-FFF2-40B4-BE49-F238E27FC236}">
                <a16:creationId xmlns:a16="http://schemas.microsoft.com/office/drawing/2014/main" id="{2891DE35-A4B9-9003-7EF3-AF2C4CBFFAF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33800" y="5414963"/>
          <a:ext cx="3756025" cy="1219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7" imgW="1569533" imgH="464848" progId="Equation.3">
                  <p:embed/>
                </p:oleObj>
              </mc:Choice>
              <mc:Fallback>
                <p:oleObj name="公式" r:id="rId7" imgW="1569533" imgH="464848" progId="Equation.3">
                  <p:embed/>
                  <p:pic>
                    <p:nvPicPr>
                      <p:cNvPr id="538652" name="Object 4">
                        <a:extLst>
                          <a:ext uri="{FF2B5EF4-FFF2-40B4-BE49-F238E27FC236}">
                            <a16:creationId xmlns:a16="http://schemas.microsoft.com/office/drawing/2014/main" id="{2891DE35-A4B9-9003-7EF3-AF2C4CBFFAF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3800" y="5414963"/>
                        <a:ext cx="3756025" cy="1219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8653" name="Object 5">
            <a:extLst>
              <a:ext uri="{FF2B5EF4-FFF2-40B4-BE49-F238E27FC236}">
                <a16:creationId xmlns:a16="http://schemas.microsoft.com/office/drawing/2014/main" id="{99112003-5424-610F-351E-A8CA66D4D85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48200" y="4576763"/>
          <a:ext cx="4038600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9" imgW="1470504" imgH="381055" progId="Equation.3">
                  <p:embed/>
                </p:oleObj>
              </mc:Choice>
              <mc:Fallback>
                <p:oleObj name="公式" r:id="rId9" imgW="1470504" imgH="381055" progId="Equation.3">
                  <p:embed/>
                  <p:pic>
                    <p:nvPicPr>
                      <p:cNvPr id="538653" name="Object 5">
                        <a:extLst>
                          <a:ext uri="{FF2B5EF4-FFF2-40B4-BE49-F238E27FC236}">
                            <a16:creationId xmlns:a16="http://schemas.microsoft.com/office/drawing/2014/main" id="{99112003-5424-610F-351E-A8CA66D4D85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8200" y="4576763"/>
                        <a:ext cx="4038600" cy="990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8654" name="AutoShape 30">
            <a:extLst>
              <a:ext uri="{FF2B5EF4-FFF2-40B4-BE49-F238E27FC236}">
                <a16:creationId xmlns:a16="http://schemas.microsoft.com/office/drawing/2014/main" id="{863106FF-7827-8E4F-4B5D-6F5498A24F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1400" y="4881563"/>
            <a:ext cx="914400" cy="381000"/>
          </a:xfrm>
          <a:prstGeom prst="rightArrow">
            <a:avLst>
              <a:gd name="adj1" fmla="val 50000"/>
              <a:gd name="adj2" fmla="val 6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538655" name="Object 6">
            <a:extLst>
              <a:ext uri="{FF2B5EF4-FFF2-40B4-BE49-F238E27FC236}">
                <a16:creationId xmlns:a16="http://schemas.microsoft.com/office/drawing/2014/main" id="{6C64A100-8CB9-5903-300D-526FFE3228D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8600" y="5491163"/>
          <a:ext cx="2590800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1" imgW="860904" imgH="403999" progId="Equation.3">
                  <p:embed/>
                </p:oleObj>
              </mc:Choice>
              <mc:Fallback>
                <p:oleObj name="公式" r:id="rId11" imgW="860904" imgH="403999" progId="Equation.3">
                  <p:embed/>
                  <p:pic>
                    <p:nvPicPr>
                      <p:cNvPr id="538655" name="Object 6">
                        <a:extLst>
                          <a:ext uri="{FF2B5EF4-FFF2-40B4-BE49-F238E27FC236}">
                            <a16:creationId xmlns:a16="http://schemas.microsoft.com/office/drawing/2014/main" id="{6C64A100-8CB9-5903-300D-526FFE3228D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5491163"/>
                        <a:ext cx="2590800" cy="1066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8656" name="AutoShape 32">
            <a:extLst>
              <a:ext uri="{FF2B5EF4-FFF2-40B4-BE49-F238E27FC236}">
                <a16:creationId xmlns:a16="http://schemas.microsoft.com/office/drawing/2014/main" id="{00DAD10A-8065-B03D-334E-552FDAF8C755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2819400" y="5872163"/>
            <a:ext cx="838200" cy="381000"/>
          </a:xfrm>
          <a:prstGeom prst="rightArrow">
            <a:avLst>
              <a:gd name="adj1" fmla="val 50000"/>
              <a:gd name="adj2" fmla="val 55000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2" name="Group 33">
            <a:extLst>
              <a:ext uri="{FF2B5EF4-FFF2-40B4-BE49-F238E27FC236}">
                <a16:creationId xmlns:a16="http://schemas.microsoft.com/office/drawing/2014/main" id="{5EACD36E-B0DC-7751-B056-A2F93E44CEAA}"/>
              </a:ext>
            </a:extLst>
          </p:cNvPr>
          <p:cNvGrpSpPr>
            <a:grpSpLocks/>
          </p:cNvGrpSpPr>
          <p:nvPr/>
        </p:nvGrpSpPr>
        <p:grpSpPr bwMode="auto">
          <a:xfrm>
            <a:off x="7620000" y="5491163"/>
            <a:ext cx="762000" cy="609600"/>
            <a:chOff x="528" y="2400"/>
            <a:chExt cx="480" cy="432"/>
          </a:xfrm>
        </p:grpSpPr>
        <p:sp>
          <p:nvSpPr>
            <p:cNvPr id="538658" name="Line 34">
              <a:extLst>
                <a:ext uri="{FF2B5EF4-FFF2-40B4-BE49-F238E27FC236}">
                  <a16:creationId xmlns:a16="http://schemas.microsoft.com/office/drawing/2014/main" id="{162BAC64-D54D-4D2A-B8A0-6B41BDA39B9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8" y="2832"/>
              <a:ext cx="480" cy="0"/>
            </a:xfrm>
            <a:prstGeom prst="line">
              <a:avLst/>
            </a:prstGeom>
            <a:noFill/>
            <a:ln w="38100">
              <a:solidFill>
                <a:srgbClr val="FF6600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38659" name="Line 35">
              <a:extLst>
                <a:ext uri="{FF2B5EF4-FFF2-40B4-BE49-F238E27FC236}">
                  <a16:creationId xmlns:a16="http://schemas.microsoft.com/office/drawing/2014/main" id="{9AC4970E-EA56-C886-04D1-925737B6C17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8" y="2400"/>
              <a:ext cx="0" cy="432"/>
            </a:xfrm>
            <a:prstGeom prst="line">
              <a:avLst/>
            </a:prstGeom>
            <a:noFill/>
            <a:ln w="38100">
              <a:solidFill>
                <a:srgbClr val="FF66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300"/>
                                        <p:tgtEl>
                                          <p:spTgt spid="538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9" presetID="12" presetClass="entr" presetSubtype="4" fill="hold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300"/>
                                        <p:tgtEl>
                                          <p:spTgt spid="538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5700"/>
                            </p:stCondLst>
                            <p:childTnLst>
                              <p:par>
                                <p:cTn id="13" presetID="4" presetClass="entr" presetSubtype="16" fill="hold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300"/>
                                        <p:tgtEl>
                                          <p:spTgt spid="538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7200"/>
                            </p:stCondLst>
                            <p:childTnLst>
                              <p:par>
                                <p:cTn id="1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300"/>
                                        <p:tgtEl>
                                          <p:spTgt spid="538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9300"/>
                            </p:stCondLst>
                            <p:childTnLst>
                              <p:par>
                                <p:cTn id="21" presetID="3" presetClass="entr" presetSubtype="10" fill="hold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300"/>
                                        <p:tgtEl>
                                          <p:spTgt spid="538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8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5386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86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538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86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8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86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86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5386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1800"/>
                            </p:stCondLst>
                            <p:childTnLst>
                              <p:par>
                                <p:cTn id="5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1" dur="300"/>
                                        <p:tgtEl>
                                          <p:spTgt spid="538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63" presetID="12" presetClass="entr" presetSubtype="4" fill="hold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5" dur="300"/>
                                        <p:tgtEl>
                                          <p:spTgt spid="5386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67" presetID="12" presetClass="entr" presetSubtype="4" fill="hold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9" dur="300"/>
                                        <p:tgtEl>
                                          <p:spTgt spid="5386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86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8" dur="500"/>
                                        <p:tgtEl>
                                          <p:spTgt spid="5386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3" dur="500"/>
                                        <p:tgtEl>
                                          <p:spTgt spid="538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8" dur="300"/>
                                        <p:tgtEl>
                                          <p:spTgt spid="5386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93" dur="500"/>
                                        <p:tgtEl>
                                          <p:spTgt spid="5386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4" presetClass="entr" presetSubtype="16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8" dur="300"/>
                                        <p:tgtEl>
                                          <p:spTgt spid="5386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5386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 nodeType="clickPar">
                      <p:stCondLst>
                        <p:cond delay="indefinite"/>
                      </p:stCondLst>
                      <p:childTnLst>
                        <p:par>
                          <p:cTn id="1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6" presetID="12" presetClass="entr" presetSubtype="4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08" dur="300"/>
                                        <p:tgtEl>
                                          <p:spTgt spid="5386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 nodeType="clickPar">
                      <p:stCondLst>
                        <p:cond delay="indefinite"/>
                      </p:stCondLst>
                      <p:childTnLst>
                        <p:par>
                          <p:cTn id="1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3" dur="500"/>
                                        <p:tgtEl>
                                          <p:spTgt spid="538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 nodeType="clickPar">
                      <p:stCondLst>
                        <p:cond delay="indefinite"/>
                      </p:stCondLst>
                      <p:childTnLst>
                        <p:par>
                          <p:cTn id="1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6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8" dur="500"/>
                                        <p:tgtEl>
                                          <p:spTgt spid="538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 nodeType="clickPar">
                      <p:stCondLst>
                        <p:cond delay="indefinite"/>
                      </p:stCondLst>
                      <p:childTnLst>
                        <p:par>
                          <p:cTn id="1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3" dur="500"/>
                                        <p:tgtEl>
                                          <p:spTgt spid="538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 nodeType="clickPar">
                      <p:stCondLst>
                        <p:cond delay="indefinite"/>
                      </p:stCondLst>
                      <p:childTnLst>
                        <p:par>
                          <p:cTn id="1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 nodeType="clickPar">
                      <p:stCondLst>
                        <p:cond delay="indefinite"/>
                      </p:stCondLst>
                      <p:childTnLst>
                        <p:par>
                          <p:cTn id="1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3" dur="500"/>
                                        <p:tgtEl>
                                          <p:spTgt spid="538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 nodeType="clickPar">
                      <p:stCondLst>
                        <p:cond delay="indefinite"/>
                      </p:stCondLst>
                      <p:childTnLst>
                        <p:par>
                          <p:cTn id="1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6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38" dur="500"/>
                                        <p:tgtEl>
                                          <p:spTgt spid="5386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 nodeType="clickPar">
                      <p:stCondLst>
                        <p:cond delay="indefinite"/>
                      </p:stCondLst>
                      <p:childTnLst>
                        <p:par>
                          <p:cTn id="1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3" dur="500" fill="hold"/>
                                        <p:tgtEl>
                                          <p:spTgt spid="5386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500" fill="hold"/>
                                        <p:tgtEl>
                                          <p:spTgt spid="5386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8626" grpId="0" autoUpdateAnimBg="0"/>
      <p:bldP spid="538627" grpId="0" autoUpdateAnimBg="0"/>
      <p:bldP spid="538628" grpId="0" autoUpdateAnimBg="0"/>
      <p:bldP spid="538629" grpId="0" build="p" autoUpdateAnimBg="0"/>
      <p:bldP spid="538630" grpId="0" autoUpdateAnimBg="0"/>
      <p:bldP spid="538631" grpId="0" autoUpdateAnimBg="0"/>
      <p:bldP spid="538632" grpId="0" animBg="1"/>
      <p:bldP spid="538636" grpId="0" autoUpdateAnimBg="0"/>
      <p:bldP spid="538637" grpId="0" autoUpdateAnimBg="0"/>
      <p:bldP spid="538638" grpId="0" build="p" autoUpdateAnimBg="0" advAuto="0"/>
      <p:bldP spid="538639" grpId="0" build="p" autoUpdateAnimBg="0" advAuto="0"/>
      <p:bldP spid="538640" grpId="0" build="p" autoUpdateAnimBg="0" advAuto="0"/>
      <p:bldP spid="538641" grpId="0" build="p" autoUpdateAnimBg="0" advAuto="0"/>
      <p:bldP spid="538642" grpId="0" autoUpdateAnimBg="0"/>
      <p:bldP spid="538643" grpId="0" build="p" autoUpdateAnimBg="0"/>
      <p:bldP spid="538644" grpId="0" autoUpdateAnimBg="0"/>
      <p:bldP spid="538646" grpId="0" autoUpdateAnimBg="0"/>
      <p:bldP spid="538647" grpId="0" autoUpdateAnimBg="0"/>
      <p:bldP spid="538648" grpId="0" animBg="1"/>
      <p:bldP spid="538649" grpId="0" autoUpdateAnimBg="0"/>
      <p:bldP spid="538650" grpId="0" animBg="1"/>
      <p:bldP spid="538654" grpId="0" animBg="1"/>
      <p:bldP spid="53865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650" name="Rectangle 2">
            <a:extLst>
              <a:ext uri="{FF2B5EF4-FFF2-40B4-BE49-F238E27FC236}">
                <a16:creationId xmlns:a16="http://schemas.microsoft.com/office/drawing/2014/main" id="{CAB23E67-1A37-FBC9-9CBD-46382B1741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9450" y="854075"/>
            <a:ext cx="11652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/>
            <a:r>
              <a:rPr kumimoji="1" lang="zh-CN" altLang="en-US">
                <a:solidFill>
                  <a:schemeClr val="hlink"/>
                </a:solidFill>
                <a:latin typeface="Times New Roman" panose="02020603050405020304" pitchFamily="18" charset="0"/>
                <a:ea typeface="楷体_GB2312" pitchFamily="49" charset="-122"/>
              </a:rPr>
              <a:t>元功</a:t>
            </a:r>
            <a:r>
              <a:rPr kumimoji="1" lang="en-US" altLang="zh-CN">
                <a:solidFill>
                  <a:schemeClr val="hlink"/>
                </a:solidFill>
                <a:latin typeface="Times New Roman" panose="02020603050405020304" pitchFamily="18" charset="0"/>
                <a:ea typeface="楷体_GB2312" pitchFamily="49" charset="-122"/>
              </a:rPr>
              <a:t>:   </a:t>
            </a:r>
            <a:r>
              <a:rPr kumimoji="1" lang="en-US" altLang="zh-CN" sz="1200">
                <a:solidFill>
                  <a:schemeClr val="hlink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</a:p>
        </p:txBody>
      </p:sp>
      <p:graphicFrame>
        <p:nvGraphicFramePr>
          <p:cNvPr id="539651" name="Object 2">
            <a:extLst>
              <a:ext uri="{FF2B5EF4-FFF2-40B4-BE49-F238E27FC236}">
                <a16:creationId xmlns:a16="http://schemas.microsoft.com/office/drawing/2014/main" id="{5BCB32ED-C19E-36C4-DFB3-AAE87F34D5F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92275" y="549275"/>
          <a:ext cx="6248400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217451" imgH="403999" progId="Equation.3">
                  <p:embed/>
                </p:oleObj>
              </mc:Choice>
              <mc:Fallback>
                <p:oleObj name="公式" r:id="rId2" imgW="2217451" imgH="403999" progId="Equation.3">
                  <p:embed/>
                  <p:pic>
                    <p:nvPicPr>
                      <p:cNvPr id="539651" name="Object 2">
                        <a:extLst>
                          <a:ext uri="{FF2B5EF4-FFF2-40B4-BE49-F238E27FC236}">
                            <a16:creationId xmlns:a16="http://schemas.microsoft.com/office/drawing/2014/main" id="{5BCB32ED-C19E-36C4-DFB3-AAE87F34D5F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2275" y="549275"/>
                        <a:ext cx="6248400" cy="1066800"/>
                      </a:xfrm>
                      <a:prstGeom prst="rect">
                        <a:avLst/>
                      </a:prstGeom>
                      <a:noFill/>
                      <a:ln w="25400">
                        <a:solidFill>
                          <a:srgbClr val="FFFF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9652" name="Object 3">
            <a:extLst>
              <a:ext uri="{FF2B5EF4-FFF2-40B4-BE49-F238E27FC236}">
                <a16:creationId xmlns:a16="http://schemas.microsoft.com/office/drawing/2014/main" id="{F34CAD40-A649-620C-35B9-6DB919AC3C0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25475" y="1844675"/>
          <a:ext cx="38862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646169" imgH="464848" progId="Equation.DSMT4">
                  <p:embed/>
                </p:oleObj>
              </mc:Choice>
              <mc:Fallback>
                <p:oleObj name="Equation" r:id="rId4" imgW="1646169" imgH="464848" progId="Equation.DSMT4">
                  <p:embed/>
                  <p:pic>
                    <p:nvPicPr>
                      <p:cNvPr id="539652" name="Object 3">
                        <a:extLst>
                          <a:ext uri="{FF2B5EF4-FFF2-40B4-BE49-F238E27FC236}">
                            <a16:creationId xmlns:a16="http://schemas.microsoft.com/office/drawing/2014/main" id="{F34CAD40-A649-620C-35B9-6DB919AC3C0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5475" y="1844675"/>
                        <a:ext cx="38862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9653" name="Object 4">
            <a:extLst>
              <a:ext uri="{FF2B5EF4-FFF2-40B4-BE49-F238E27FC236}">
                <a16:creationId xmlns:a16="http://schemas.microsoft.com/office/drawing/2014/main" id="{B1B3614D-6BC2-3D39-8013-D2F5BCCD321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82863" y="2771775"/>
          <a:ext cx="16764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708629" imgH="381055" progId="Equation.3">
                  <p:embed/>
                </p:oleObj>
              </mc:Choice>
              <mc:Fallback>
                <p:oleObj name="公式" r:id="rId6" imgW="708629" imgH="381055" progId="Equation.3">
                  <p:embed/>
                  <p:pic>
                    <p:nvPicPr>
                      <p:cNvPr id="539653" name="Object 4">
                        <a:extLst>
                          <a:ext uri="{FF2B5EF4-FFF2-40B4-BE49-F238E27FC236}">
                            <a16:creationId xmlns:a16="http://schemas.microsoft.com/office/drawing/2014/main" id="{B1B3614D-6BC2-3D39-8013-D2F5BCCD321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82863" y="2771775"/>
                        <a:ext cx="16764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9654" name="AutoShape 6">
            <a:extLst>
              <a:ext uri="{FF2B5EF4-FFF2-40B4-BE49-F238E27FC236}">
                <a16:creationId xmlns:a16="http://schemas.microsoft.com/office/drawing/2014/main" id="{2E1F6625-08F0-460A-FCE4-A792215FEA76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6797675" y="1692275"/>
            <a:ext cx="457200" cy="1839913"/>
          </a:xfrm>
          <a:prstGeom prst="upArrow">
            <a:avLst>
              <a:gd name="adj1" fmla="val 50000"/>
              <a:gd name="adj2" fmla="val 100608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eaVert" wrap="none" anchor="ctr"/>
          <a:lstStyle/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539655" name="Object 5">
            <a:extLst>
              <a:ext uri="{FF2B5EF4-FFF2-40B4-BE49-F238E27FC236}">
                <a16:creationId xmlns:a16="http://schemas.microsoft.com/office/drawing/2014/main" id="{7ADA0275-DAC6-6C63-1D64-E0E66182B1A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00338" y="3806825"/>
          <a:ext cx="5299075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080104" imgH="464848" progId="Equation.3">
                  <p:embed/>
                </p:oleObj>
              </mc:Choice>
              <mc:Fallback>
                <p:oleObj name="Equation" r:id="rId8" imgW="2080104" imgH="464848" progId="Equation.3">
                  <p:embed/>
                  <p:pic>
                    <p:nvPicPr>
                      <p:cNvPr id="539655" name="Object 5">
                        <a:extLst>
                          <a:ext uri="{FF2B5EF4-FFF2-40B4-BE49-F238E27FC236}">
                            <a16:creationId xmlns:a16="http://schemas.microsoft.com/office/drawing/2014/main" id="{7ADA0275-DAC6-6C63-1D64-E0E66182B1A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0338" y="3806825"/>
                        <a:ext cx="5299075" cy="1143000"/>
                      </a:xfrm>
                      <a:prstGeom prst="rect">
                        <a:avLst/>
                      </a:prstGeom>
                      <a:noFill/>
                      <a:ln w="25400">
                        <a:solidFill>
                          <a:srgbClr val="FF99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9656" name="Rectangle 8">
            <a:extLst>
              <a:ext uri="{FF2B5EF4-FFF2-40B4-BE49-F238E27FC236}">
                <a16:creationId xmlns:a16="http://schemas.microsoft.com/office/drawing/2014/main" id="{E3619D6B-5899-4FBB-C3C8-FB0071043E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27600" y="1844675"/>
            <a:ext cx="3352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/>
            <a:r>
              <a:rPr kumimoji="1" lang="zh-CN" altLang="en-US">
                <a:solidFill>
                  <a:schemeClr val="hlink"/>
                </a:solidFill>
                <a:latin typeface="Times New Roman" panose="02020603050405020304" pitchFamily="18" charset="0"/>
                <a:ea typeface="楷体_GB2312" pitchFamily="49" charset="-122"/>
              </a:rPr>
              <a:t>作用力作功</a:t>
            </a:r>
          </a:p>
        </p:txBody>
      </p:sp>
      <p:sp>
        <p:nvSpPr>
          <p:cNvPr id="539657" name="AutoShape 9">
            <a:extLst>
              <a:ext uri="{FF2B5EF4-FFF2-40B4-BE49-F238E27FC236}">
                <a16:creationId xmlns:a16="http://schemas.microsoft.com/office/drawing/2014/main" id="{F2436473-8FFD-87A2-F84F-2F48CC897F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92263" y="2970213"/>
            <a:ext cx="609600" cy="609600"/>
          </a:xfrm>
          <a:prstGeom prst="rightArrow">
            <a:avLst>
              <a:gd name="adj1" fmla="val 50000"/>
              <a:gd name="adj2" fmla="val 25000"/>
            </a:avLst>
          </a:prstGeom>
          <a:solidFill>
            <a:srgbClr val="FF990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39658" name="AutoShape 10">
            <a:extLst>
              <a:ext uri="{FF2B5EF4-FFF2-40B4-BE49-F238E27FC236}">
                <a16:creationId xmlns:a16="http://schemas.microsoft.com/office/drawing/2014/main" id="{0D246C07-020C-B6D9-4925-BF82F120F2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6225" y="3960813"/>
            <a:ext cx="609600" cy="457200"/>
          </a:xfrm>
          <a:prstGeom prst="rightArrow">
            <a:avLst>
              <a:gd name="adj1" fmla="val 50000"/>
              <a:gd name="adj2" fmla="val 33333"/>
            </a:avLst>
          </a:prstGeom>
          <a:solidFill>
            <a:srgbClr val="FF990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96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39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9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5396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539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539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5" dur="300"/>
                                        <p:tgtEl>
                                          <p:spTgt spid="5396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40" dur="500"/>
                                        <p:tgtEl>
                                          <p:spTgt spid="539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5396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9650" grpId="0" build="p" autoUpdateAnimBg="0"/>
      <p:bldP spid="539654" grpId="0" animBg="1"/>
      <p:bldP spid="539656" grpId="0" autoUpdateAnimBg="0"/>
      <p:bldP spid="539657" grpId="0" animBg="1"/>
      <p:bldP spid="53965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B8F564DA-7A77-41EB-4F82-32C264F41F63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7591425" y="5113338"/>
            <a:ext cx="931863" cy="250825"/>
            <a:chOff x="3729" y="2519"/>
            <a:chExt cx="835" cy="224"/>
          </a:xfrm>
        </p:grpSpPr>
        <p:sp>
          <p:nvSpPr>
            <p:cNvPr id="526339" name="Line 3">
              <a:extLst>
                <a:ext uri="{FF2B5EF4-FFF2-40B4-BE49-F238E27FC236}">
                  <a16:creationId xmlns:a16="http://schemas.microsoft.com/office/drawing/2014/main" id="{3F8296A8-235B-3830-DDA5-FD6F14FE352B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729" y="2637"/>
              <a:ext cx="583" cy="0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 type="none" w="sm" len="sm"/>
              <a:tailEnd type="triangle" w="med" len="lg"/>
            </a:ln>
            <a:effectLst/>
          </p:spPr>
          <p:txBody>
            <a:bodyPr wrap="none" anchor="ctr"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graphicFrame>
          <p:nvGraphicFramePr>
            <p:cNvPr id="18494" name="Object 22">
              <a:extLst>
                <a:ext uri="{FF2B5EF4-FFF2-40B4-BE49-F238E27FC236}">
                  <a16:creationId xmlns:a16="http://schemas.microsoft.com/office/drawing/2014/main" id="{4869BE45-FB52-0B91-47FD-F878FF27BD8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363" y="2519"/>
            <a:ext cx="201" cy="2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" imgW="305049" imgH="343149" progId="Equation.3">
                    <p:embed/>
                  </p:oleObj>
                </mc:Choice>
                <mc:Fallback>
                  <p:oleObj name="公式" r:id="rId2" imgW="305049" imgH="343149" progId="Equation.3">
                    <p:embed/>
                    <p:pic>
                      <p:nvPicPr>
                        <p:cNvPr id="18494" name="Object 22">
                          <a:extLst>
                            <a:ext uri="{FF2B5EF4-FFF2-40B4-BE49-F238E27FC236}">
                              <a16:creationId xmlns:a16="http://schemas.microsoft.com/office/drawing/2014/main" id="{4869BE45-FB52-0B91-47FD-F878FF27BD8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63" y="2519"/>
                          <a:ext cx="201" cy="22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5">
            <a:extLst>
              <a:ext uri="{FF2B5EF4-FFF2-40B4-BE49-F238E27FC236}">
                <a16:creationId xmlns:a16="http://schemas.microsoft.com/office/drawing/2014/main" id="{BC8FBF41-A11C-ABAF-F46B-EC1D91D3FC6A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118225" y="3297238"/>
            <a:ext cx="1543050" cy="2046287"/>
            <a:chOff x="2422" y="916"/>
            <a:chExt cx="1382" cy="1832"/>
          </a:xfrm>
        </p:grpSpPr>
        <p:grpSp>
          <p:nvGrpSpPr>
            <p:cNvPr id="18484" name="Group 6">
              <a:extLst>
                <a:ext uri="{FF2B5EF4-FFF2-40B4-BE49-F238E27FC236}">
                  <a16:creationId xmlns:a16="http://schemas.microsoft.com/office/drawing/2014/main" id="{01222FFE-5D77-04C0-450B-EA1DBAE838E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2422" y="916"/>
              <a:ext cx="1382" cy="1796"/>
              <a:chOff x="2422" y="916"/>
              <a:chExt cx="1382" cy="1796"/>
            </a:xfrm>
          </p:grpSpPr>
          <p:sp>
            <p:nvSpPr>
              <p:cNvPr id="526343" name="Rectangle 7" descr="Cork">
                <a:extLst>
                  <a:ext uri="{FF2B5EF4-FFF2-40B4-BE49-F238E27FC236}">
                    <a16:creationId xmlns:a16="http://schemas.microsoft.com/office/drawing/2014/main" id="{A8F6761C-8EF3-3166-8C12-2DE9BE79B68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422" y="916"/>
                <a:ext cx="1270" cy="64"/>
              </a:xfrm>
              <a:prstGeom prst="rect">
                <a:avLst/>
              </a:prstGeom>
              <a:blipFill dpi="0" rotWithShape="0">
                <a:blip r:embed="rId4" cstate="print"/>
                <a:srcRect/>
                <a:tile tx="0" ty="0" sx="100000" sy="100000" flip="none" algn="tl"/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26344" name="Line 8">
                <a:extLst>
                  <a:ext uri="{FF2B5EF4-FFF2-40B4-BE49-F238E27FC236}">
                    <a16:creationId xmlns:a16="http://schemas.microsoft.com/office/drawing/2014/main" id="{7313BA31-5FC8-FB06-6AA2-CACDCDC9CFB2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3058" y="991"/>
                <a:ext cx="688" cy="1661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26345" name="Oval 9">
                <a:extLst>
                  <a:ext uri="{FF2B5EF4-FFF2-40B4-BE49-F238E27FC236}">
                    <a16:creationId xmlns:a16="http://schemas.microsoft.com/office/drawing/2014/main" id="{DE97A833-960C-8F6B-3CEE-DF4734F5DB5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623" y="2535"/>
                <a:ext cx="181" cy="179"/>
              </a:xfrm>
              <a:prstGeom prst="ellipse">
                <a:avLst/>
              </a:prstGeom>
              <a:solidFill>
                <a:srgbClr val="FF0033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p:grpSp>
        <p:sp>
          <p:nvSpPr>
            <p:cNvPr id="526346" name="Line 10">
              <a:extLst>
                <a:ext uri="{FF2B5EF4-FFF2-40B4-BE49-F238E27FC236}">
                  <a16:creationId xmlns:a16="http://schemas.microsoft.com/office/drawing/2014/main" id="{ED0C2FB4-CC7B-529C-F6B1-316FC800E2F2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058" y="991"/>
              <a:ext cx="13" cy="1708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prstDash val="dash"/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grpSp>
          <p:nvGrpSpPr>
            <p:cNvPr id="18486" name="Group 11">
              <a:extLst>
                <a:ext uri="{FF2B5EF4-FFF2-40B4-BE49-F238E27FC236}">
                  <a16:creationId xmlns:a16="http://schemas.microsoft.com/office/drawing/2014/main" id="{3F709D6B-630A-F405-FAD1-57A6AAA06DC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2816" y="972"/>
              <a:ext cx="96" cy="1776"/>
              <a:chOff x="2816" y="972"/>
              <a:chExt cx="96" cy="1776"/>
            </a:xfrm>
          </p:grpSpPr>
          <p:sp>
            <p:nvSpPr>
              <p:cNvPr id="526348" name="Line 12">
                <a:extLst>
                  <a:ext uri="{FF2B5EF4-FFF2-40B4-BE49-F238E27FC236}">
                    <a16:creationId xmlns:a16="http://schemas.microsoft.com/office/drawing/2014/main" id="{3377E19D-02BB-3CFB-96B5-4ECB42C89F76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2878" y="970"/>
                <a:ext cx="0" cy="672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 type="none" w="sm" len="sm"/>
                <a:tailEnd type="triangle" w="med" len="lg"/>
              </a:ln>
              <a:effectLst/>
            </p:spPr>
            <p:txBody>
              <a:bodyPr wrap="none" anchor="ctr"/>
              <a:lstStyle/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26349" name="Line 13">
                <a:extLst>
                  <a:ext uri="{FF2B5EF4-FFF2-40B4-BE49-F238E27FC236}">
                    <a16:creationId xmlns:a16="http://schemas.microsoft.com/office/drawing/2014/main" id="{9B31B597-89D7-10FC-8F7E-FD42977E429A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878" y="2076"/>
                <a:ext cx="0" cy="672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 type="none" w="sm" len="sm"/>
                <a:tailEnd type="triangle" w="med" len="lg"/>
              </a:ln>
              <a:effectLst/>
            </p:spPr>
            <p:txBody>
              <a:bodyPr wrap="none" anchor="ctr"/>
              <a:lstStyle/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graphicFrame>
            <p:nvGraphicFramePr>
              <p:cNvPr id="18489" name="Object 21">
                <a:extLst>
                  <a:ext uri="{FF2B5EF4-FFF2-40B4-BE49-F238E27FC236}">
                    <a16:creationId xmlns:a16="http://schemas.microsoft.com/office/drawing/2014/main" id="{605B98FF-38AB-CF57-8C8A-B0FE1E5303F7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816" y="1748"/>
              <a:ext cx="96" cy="21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5" imgW="137347" imgH="327688" progId="Equation.3">
                      <p:embed/>
                    </p:oleObj>
                  </mc:Choice>
                  <mc:Fallback>
                    <p:oleObj name="公式" r:id="rId5" imgW="137347" imgH="327688" progId="Equation.3">
                      <p:embed/>
                      <p:pic>
                        <p:nvPicPr>
                          <p:cNvPr id="18489" name="Object 21">
                            <a:extLst>
                              <a:ext uri="{FF2B5EF4-FFF2-40B4-BE49-F238E27FC236}">
                                <a16:creationId xmlns:a16="http://schemas.microsoft.com/office/drawing/2014/main" id="{605B98FF-38AB-CF57-8C8A-B0FE1E5303F7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16" y="1748"/>
                            <a:ext cx="96" cy="21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526351" name="Text Box 15">
            <a:extLst>
              <a:ext uri="{FF2B5EF4-FFF2-40B4-BE49-F238E27FC236}">
                <a16:creationId xmlns:a16="http://schemas.microsoft.com/office/drawing/2014/main" id="{A094BDF3-4820-4032-F6E9-30558A0E01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7238" y="2622550"/>
            <a:ext cx="2085975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>
                <a:effectLst>
                  <a:outerShdw blurRad="38100" dist="38100" dir="2700000" algn="tl">
                    <a:srgbClr val="000000"/>
                  </a:outerShdw>
                </a:effectLst>
              </a:rPr>
              <a:t>摆球受力分析</a:t>
            </a:r>
          </a:p>
        </p:txBody>
      </p:sp>
      <p:sp>
        <p:nvSpPr>
          <p:cNvPr id="526352" name="Text Box 16">
            <a:extLst>
              <a:ext uri="{FF2B5EF4-FFF2-40B4-BE49-F238E27FC236}">
                <a16:creationId xmlns:a16="http://schemas.microsoft.com/office/drawing/2014/main" id="{8C619908-9797-0D29-7617-7977587F47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0613" y="3425825"/>
            <a:ext cx="1298575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>
                <a:effectLst>
                  <a:outerShdw blurRad="38100" dist="38100" dir="2700000" algn="tl">
                    <a:srgbClr val="000000"/>
                  </a:outerShdw>
                </a:effectLst>
              </a:rPr>
              <a:t>列方程</a:t>
            </a:r>
          </a:p>
        </p:txBody>
      </p:sp>
      <p:sp>
        <p:nvSpPr>
          <p:cNvPr id="526353" name="Text Box 17">
            <a:extLst>
              <a:ext uri="{FF2B5EF4-FFF2-40B4-BE49-F238E27FC236}">
                <a16:creationId xmlns:a16="http://schemas.microsoft.com/office/drawing/2014/main" id="{C061BA13-D5C6-C95D-6C8F-CF02FB9D54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0575" y="4833938"/>
            <a:ext cx="955675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>
                <a:effectLst>
                  <a:outerShdw blurRad="38100" dist="38100" dir="2700000" algn="tl">
                    <a:srgbClr val="000000"/>
                  </a:outerShdw>
                </a:effectLst>
              </a:rPr>
              <a:t>元功</a:t>
            </a:r>
          </a:p>
        </p:txBody>
      </p:sp>
      <p:graphicFrame>
        <p:nvGraphicFramePr>
          <p:cNvPr id="526354" name="Object 2">
            <a:extLst>
              <a:ext uri="{FF2B5EF4-FFF2-40B4-BE49-F238E27FC236}">
                <a16:creationId xmlns:a16="http://schemas.microsoft.com/office/drawing/2014/main" id="{C18267E0-2B1B-4CD4-C3C1-26F7D209CBA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76475" y="3302000"/>
          <a:ext cx="2208213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7" imgW="2194560" imgH="845903" progId="Equation.3">
                  <p:embed/>
                </p:oleObj>
              </mc:Choice>
              <mc:Fallback>
                <p:oleObj name="公式" r:id="rId7" imgW="2194560" imgH="845903" progId="Equation.3">
                  <p:embed/>
                  <p:pic>
                    <p:nvPicPr>
                      <p:cNvPr id="526354" name="Object 2">
                        <a:extLst>
                          <a:ext uri="{FF2B5EF4-FFF2-40B4-BE49-F238E27FC236}">
                            <a16:creationId xmlns:a16="http://schemas.microsoft.com/office/drawing/2014/main" id="{C18267E0-2B1B-4CD4-C3C1-26F7D209CBA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6475" y="3302000"/>
                        <a:ext cx="2208213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6355" name="Object 3">
            <a:extLst>
              <a:ext uri="{FF2B5EF4-FFF2-40B4-BE49-F238E27FC236}">
                <a16:creationId xmlns:a16="http://schemas.microsoft.com/office/drawing/2014/main" id="{9F9AB467-30B3-CC60-20AA-52AF91794BC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87625" y="4371975"/>
          <a:ext cx="1511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9" imgW="1493396" imgH="327688" progId="Equation.3">
                  <p:embed/>
                </p:oleObj>
              </mc:Choice>
              <mc:Fallback>
                <p:oleObj name="公式" r:id="rId9" imgW="1493396" imgH="327688" progId="Equation.3">
                  <p:embed/>
                  <p:pic>
                    <p:nvPicPr>
                      <p:cNvPr id="526355" name="Object 3">
                        <a:extLst>
                          <a:ext uri="{FF2B5EF4-FFF2-40B4-BE49-F238E27FC236}">
                            <a16:creationId xmlns:a16="http://schemas.microsoft.com/office/drawing/2014/main" id="{9F9AB467-30B3-CC60-20AA-52AF91794BC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87625" y="4371975"/>
                        <a:ext cx="15113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6356" name="Object 4">
            <a:extLst>
              <a:ext uri="{FF2B5EF4-FFF2-40B4-BE49-F238E27FC236}">
                <a16:creationId xmlns:a16="http://schemas.microsoft.com/office/drawing/2014/main" id="{C793F38E-39CA-57AD-7308-08A52D0A8AC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79575" y="4892675"/>
          <a:ext cx="13589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1" imgW="1341120" imgH="304745" progId="Equation.3">
                  <p:embed/>
                </p:oleObj>
              </mc:Choice>
              <mc:Fallback>
                <p:oleObj name="公式" r:id="rId11" imgW="1341120" imgH="304745" progId="Equation.3">
                  <p:embed/>
                  <p:pic>
                    <p:nvPicPr>
                      <p:cNvPr id="526356" name="Object 4">
                        <a:extLst>
                          <a:ext uri="{FF2B5EF4-FFF2-40B4-BE49-F238E27FC236}">
                            <a16:creationId xmlns:a16="http://schemas.microsoft.com/office/drawing/2014/main" id="{C793F38E-39CA-57AD-7308-08A52D0A8AC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9575" y="4892675"/>
                        <a:ext cx="13589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6357" name="Object 5">
            <a:extLst>
              <a:ext uri="{FF2B5EF4-FFF2-40B4-BE49-F238E27FC236}">
                <a16:creationId xmlns:a16="http://schemas.microsoft.com/office/drawing/2014/main" id="{675B63E8-C448-82C1-6F32-69F9E2FA088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92450" y="4883150"/>
          <a:ext cx="14859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3" imgW="1470504" imgH="388537" progId="Equation.3">
                  <p:embed/>
                </p:oleObj>
              </mc:Choice>
              <mc:Fallback>
                <p:oleObj name="公式" r:id="rId13" imgW="1470504" imgH="388537" progId="Equation.3">
                  <p:embed/>
                  <p:pic>
                    <p:nvPicPr>
                      <p:cNvPr id="526357" name="Object 5">
                        <a:extLst>
                          <a:ext uri="{FF2B5EF4-FFF2-40B4-BE49-F238E27FC236}">
                            <a16:creationId xmlns:a16="http://schemas.microsoft.com/office/drawing/2014/main" id="{675B63E8-C448-82C1-6F32-69F9E2FA088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92450" y="4883150"/>
                        <a:ext cx="14859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6358" name="Object 6">
            <a:extLst>
              <a:ext uri="{FF2B5EF4-FFF2-40B4-BE49-F238E27FC236}">
                <a16:creationId xmlns:a16="http://schemas.microsoft.com/office/drawing/2014/main" id="{F9EF98C1-1186-994C-F76E-C525A3BEAE6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52963" y="4924425"/>
          <a:ext cx="13462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5" imgW="1333656" imgH="266839" progId="Equation.3">
                  <p:embed/>
                </p:oleObj>
              </mc:Choice>
              <mc:Fallback>
                <p:oleObj name="公式" r:id="rId15" imgW="1333656" imgH="266839" progId="Equation.3">
                  <p:embed/>
                  <p:pic>
                    <p:nvPicPr>
                      <p:cNvPr id="526358" name="Object 6">
                        <a:extLst>
                          <a:ext uri="{FF2B5EF4-FFF2-40B4-BE49-F238E27FC236}">
                            <a16:creationId xmlns:a16="http://schemas.microsoft.com/office/drawing/2014/main" id="{F9EF98C1-1186-994C-F76E-C525A3BEAE6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52963" y="4924425"/>
                        <a:ext cx="1346200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6359" name="Object 7">
            <a:extLst>
              <a:ext uri="{FF2B5EF4-FFF2-40B4-BE49-F238E27FC236}">
                <a16:creationId xmlns:a16="http://schemas.microsoft.com/office/drawing/2014/main" id="{BAA624EC-729D-0971-DC09-313F04AAFA1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65338" y="5432425"/>
          <a:ext cx="14732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7" imgW="1455576" imgH="266839" progId="Equation.3">
                  <p:embed/>
                </p:oleObj>
              </mc:Choice>
              <mc:Fallback>
                <p:oleObj name="公式" r:id="rId17" imgW="1455576" imgH="266839" progId="Equation.3">
                  <p:embed/>
                  <p:pic>
                    <p:nvPicPr>
                      <p:cNvPr id="526359" name="Object 7">
                        <a:extLst>
                          <a:ext uri="{FF2B5EF4-FFF2-40B4-BE49-F238E27FC236}">
                            <a16:creationId xmlns:a16="http://schemas.microsoft.com/office/drawing/2014/main" id="{BAA624EC-729D-0971-DC09-313F04AAFA1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5338" y="5432425"/>
                        <a:ext cx="1473200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6360" name="Object 8">
            <a:extLst>
              <a:ext uri="{FF2B5EF4-FFF2-40B4-BE49-F238E27FC236}">
                <a16:creationId xmlns:a16="http://schemas.microsoft.com/office/drawing/2014/main" id="{8ACBFB97-80D9-A6EC-0679-7DC74B16805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14738" y="5437188"/>
          <a:ext cx="2155825" cy="334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9" imgW="2689704" imgH="403999" progId="Equation.3">
                  <p:embed/>
                </p:oleObj>
              </mc:Choice>
              <mc:Fallback>
                <p:oleObj name="公式" r:id="rId19" imgW="2689704" imgH="403999" progId="Equation.3">
                  <p:embed/>
                  <p:pic>
                    <p:nvPicPr>
                      <p:cNvPr id="526360" name="Object 8">
                        <a:extLst>
                          <a:ext uri="{FF2B5EF4-FFF2-40B4-BE49-F238E27FC236}">
                            <a16:creationId xmlns:a16="http://schemas.microsoft.com/office/drawing/2014/main" id="{8ACBFB97-80D9-A6EC-0679-7DC74B16805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14738" y="5437188"/>
                        <a:ext cx="2155825" cy="334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6361" name="Object 9">
            <a:extLst>
              <a:ext uri="{FF2B5EF4-FFF2-40B4-BE49-F238E27FC236}">
                <a16:creationId xmlns:a16="http://schemas.microsoft.com/office/drawing/2014/main" id="{F89D3CC9-F1DF-6FD1-5EE7-5DF8CD9BFED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92288" y="5878513"/>
          <a:ext cx="2233612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1" imgW="2217451" imgH="579065" progId="Equation.3">
                  <p:embed/>
                </p:oleObj>
              </mc:Choice>
              <mc:Fallback>
                <p:oleObj name="公式" r:id="rId21" imgW="2217451" imgH="579065" progId="Equation.3">
                  <p:embed/>
                  <p:pic>
                    <p:nvPicPr>
                      <p:cNvPr id="526361" name="Object 9">
                        <a:extLst>
                          <a:ext uri="{FF2B5EF4-FFF2-40B4-BE49-F238E27FC236}">
                            <a16:creationId xmlns:a16="http://schemas.microsoft.com/office/drawing/2014/main" id="{F89D3CC9-F1DF-6FD1-5EE7-5DF8CD9BFED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2288" y="5878513"/>
                        <a:ext cx="2233612" cy="596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6362" name="Object 10">
            <a:extLst>
              <a:ext uri="{FF2B5EF4-FFF2-40B4-BE49-F238E27FC236}">
                <a16:creationId xmlns:a16="http://schemas.microsoft.com/office/drawing/2014/main" id="{4A24E039-FAC0-0BF8-BE42-CB7816FFD60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56063" y="5976938"/>
          <a:ext cx="2030412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3" imgW="2019393" imgH="365594" progId="Equation.3">
                  <p:embed/>
                </p:oleObj>
              </mc:Choice>
              <mc:Fallback>
                <p:oleObj name="公式" r:id="rId23" imgW="2019393" imgH="365594" progId="Equation.3">
                  <p:embed/>
                  <p:pic>
                    <p:nvPicPr>
                      <p:cNvPr id="526362" name="Object 10">
                        <a:extLst>
                          <a:ext uri="{FF2B5EF4-FFF2-40B4-BE49-F238E27FC236}">
                            <a16:creationId xmlns:a16="http://schemas.microsoft.com/office/drawing/2014/main" id="{4A24E039-FAC0-0BF8-BE42-CB7816FFD60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56063" y="5976938"/>
                        <a:ext cx="2030412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6363" name="Rectangle 27">
            <a:extLst>
              <a:ext uri="{FF2B5EF4-FFF2-40B4-BE49-F238E27FC236}">
                <a16:creationId xmlns:a16="http://schemas.microsoft.com/office/drawing/2014/main" id="{7C7AF970-C2A8-54C4-DCB6-198388E5BB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6388" y="333375"/>
            <a:ext cx="6477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FF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例</a:t>
            </a:r>
          </a:p>
        </p:txBody>
      </p:sp>
      <p:sp>
        <p:nvSpPr>
          <p:cNvPr id="526364" name="Rectangle 28">
            <a:extLst>
              <a:ext uri="{FF2B5EF4-FFF2-40B4-BE49-F238E27FC236}">
                <a16:creationId xmlns:a16="http://schemas.microsoft.com/office/drawing/2014/main" id="{74252E85-7520-B08E-64D1-1A554A61DE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1788" y="2630488"/>
            <a:ext cx="6477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FF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解</a:t>
            </a:r>
          </a:p>
        </p:txBody>
      </p:sp>
      <p:sp>
        <p:nvSpPr>
          <p:cNvPr id="526365" name="Rectangle 29">
            <a:extLst>
              <a:ext uri="{FF2B5EF4-FFF2-40B4-BE49-F238E27FC236}">
                <a16:creationId xmlns:a16="http://schemas.microsoft.com/office/drawing/2014/main" id="{D0FC08E3-F830-B911-771A-7C77AAB52C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7400" y="317500"/>
            <a:ext cx="8013700" cy="1774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>
              <a:lnSpc>
                <a:spcPct val="115000"/>
              </a:lnSpc>
              <a:defRPr/>
            </a:pPr>
            <a:r>
              <a:rPr kumimoji="1" lang="zh-CN" altLang="en-US">
                <a:effectLst>
                  <a:outerShdw blurRad="38100" dist="38100" dir="2700000" algn="tl">
                    <a:srgbClr val="000000"/>
                  </a:outerShdw>
                </a:effectLst>
              </a:rPr>
              <a:t>有一长为</a:t>
            </a:r>
            <a:r>
              <a:rPr kumimoji="1" lang="en-US" altLang="zh-CN" i="1"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l</a:t>
            </a:r>
            <a:r>
              <a:rPr kumimoji="1" lang="zh-CN" altLang="en-US">
                <a:effectLst>
                  <a:outerShdw blurRad="38100" dist="38100" dir="2700000" algn="tl">
                    <a:srgbClr val="000000"/>
                  </a:outerShdw>
                </a:effectLst>
              </a:rPr>
              <a:t>、质量为</a:t>
            </a:r>
            <a:r>
              <a:rPr kumimoji="1" lang="en-US" altLang="zh-CN" i="1"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m</a:t>
            </a:r>
            <a:r>
              <a:rPr kumimoji="1" lang="zh-CN" altLang="en-US">
                <a:effectLst>
                  <a:outerShdw blurRad="38100" dist="38100" dir="2700000" algn="tl">
                    <a:srgbClr val="000000"/>
                  </a:outerShdw>
                </a:effectLst>
              </a:rPr>
              <a:t>的单摆，最初处于铅直位置且静止。现用一水平力  作用于小球上</a:t>
            </a:r>
            <a:r>
              <a:rPr kumimoji="1" lang="zh-CN" altLang="en-US" i="1">
                <a:effectLst>
                  <a:outerShdw blurRad="38100" dist="38100" dir="2700000" algn="tl">
                    <a:srgbClr val="000000"/>
                  </a:outerShdw>
                </a:effectLst>
              </a:rPr>
              <a:t>，</a:t>
            </a:r>
            <a:r>
              <a:rPr kumimoji="1" lang="zh-CN" altLang="en-US">
                <a:effectLst>
                  <a:outerShdw blurRad="38100" dist="38100" dir="2700000" algn="tl">
                    <a:srgbClr val="000000"/>
                  </a:outerShdw>
                </a:effectLst>
              </a:rPr>
              <a:t>使单摆非常缓慢的上升（即</a:t>
            </a:r>
            <a:r>
              <a:rPr kumimoji="1" lang="zh-CN" altLang="en-US" sz="2000"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上升过程中每一位置近似平衡</a:t>
            </a:r>
            <a:r>
              <a:rPr kumimoji="1" lang="zh-CN" altLang="en-US">
                <a:effectLst>
                  <a:outerShdw blurRad="38100" dist="38100" dir="2700000" algn="tl">
                    <a:srgbClr val="000000"/>
                  </a:outerShdw>
                </a:effectLst>
              </a:rPr>
              <a:t>）。用摆球与</a:t>
            </a:r>
            <a:r>
              <a:rPr kumimoji="1" lang="zh-CN" altLang="en-US"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铅直位置的夹角</a:t>
            </a:r>
            <a:r>
              <a:rPr kumimoji="1" lang="en-US" altLang="zh-CN" i="1"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Symbol" pitchFamily="18" charset="2"/>
              </a:rPr>
              <a:t>q</a:t>
            </a:r>
            <a:r>
              <a:rPr kumimoji="1" lang="zh-CN" altLang="el-GR">
                <a:effectLst>
                  <a:outerShdw blurRad="38100" dist="38100" dir="2700000" algn="tl">
                    <a:srgbClr val="000000"/>
                  </a:outerShdw>
                </a:effectLst>
                <a:latin typeface="Bookman Old Style" pitchFamily="18" charset="0"/>
              </a:rPr>
              <a:t>表示单摆的位置</a:t>
            </a:r>
            <a:r>
              <a:rPr kumimoji="1" lang="zh-CN" altLang="en-US"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。</a:t>
            </a:r>
          </a:p>
        </p:txBody>
      </p:sp>
      <p:graphicFrame>
        <p:nvGraphicFramePr>
          <p:cNvPr id="526366" name="Object 11">
            <a:extLst>
              <a:ext uri="{FF2B5EF4-FFF2-40B4-BE49-F238E27FC236}">
                <a16:creationId xmlns:a16="http://schemas.microsoft.com/office/drawing/2014/main" id="{E5E8E5DB-6700-352B-DB6A-3C5833EFD76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11450" y="876300"/>
          <a:ext cx="2667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5" imgW="251304" imgH="289782" progId="Equation.3">
                  <p:embed/>
                </p:oleObj>
              </mc:Choice>
              <mc:Fallback>
                <p:oleObj name="公式" r:id="rId25" imgW="251304" imgH="289782" progId="Equation.3">
                  <p:embed/>
                  <p:pic>
                    <p:nvPicPr>
                      <p:cNvPr id="526366" name="Object 11">
                        <a:extLst>
                          <a:ext uri="{FF2B5EF4-FFF2-40B4-BE49-F238E27FC236}">
                            <a16:creationId xmlns:a16="http://schemas.microsoft.com/office/drawing/2014/main" id="{E5E8E5DB-6700-352B-DB6A-3C5833EFD76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1450" y="876300"/>
                        <a:ext cx="2667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6367" name="Rectangle 31">
            <a:extLst>
              <a:ext uri="{FF2B5EF4-FFF2-40B4-BE49-F238E27FC236}">
                <a16:creationId xmlns:a16="http://schemas.microsoft.com/office/drawing/2014/main" id="{5B7D34A4-674D-8542-3B57-2B2C2FB30B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9088" y="2125663"/>
            <a:ext cx="6477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FF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求</a:t>
            </a:r>
          </a:p>
        </p:txBody>
      </p:sp>
      <p:sp>
        <p:nvSpPr>
          <p:cNvPr id="526368" name="Rectangle 32">
            <a:extLst>
              <a:ext uri="{FF2B5EF4-FFF2-40B4-BE49-F238E27FC236}">
                <a16:creationId xmlns:a16="http://schemas.microsoft.com/office/drawing/2014/main" id="{C8FD0D89-B424-DCC1-9646-397AE6EF11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2057400"/>
            <a:ext cx="8064500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kumimoji="1" lang="zh-CN" altLang="en-US">
                <a:effectLst>
                  <a:outerShdw blurRad="38100" dist="38100" dir="2700000" algn="tl">
                    <a:srgbClr val="000000"/>
                  </a:outerShdw>
                </a:effectLst>
              </a:rPr>
              <a:t>当</a:t>
            </a:r>
            <a:r>
              <a:rPr kumimoji="1" lang="zh-CN" altLang="en-US" i="1"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sym typeface="Symbol" pitchFamily="18" charset="2"/>
              </a:rPr>
              <a:t></a:t>
            </a:r>
            <a:r>
              <a:rPr kumimoji="1" lang="zh-CN" altLang="en-US">
                <a:effectLst>
                  <a:outerShdw blurRad="38100" dist="38100" dir="2700000" algn="tl">
                    <a:srgbClr val="000000"/>
                  </a:outerShdw>
                </a:effectLst>
              </a:rPr>
              <a:t>由</a:t>
            </a:r>
            <a:r>
              <a:rPr kumimoji="1" lang="en-US" altLang="zh-CN"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0</a:t>
            </a:r>
            <a:r>
              <a:rPr kumimoji="1" lang="zh-CN" altLang="en-US">
                <a:effectLst>
                  <a:outerShdw blurRad="38100" dist="38100" dir="2700000" algn="tl">
                    <a:srgbClr val="000000"/>
                  </a:outerShdw>
                </a:effectLst>
                <a:sym typeface="Symbol" pitchFamily="18" charset="2"/>
              </a:rPr>
              <a:t>增大到</a:t>
            </a:r>
            <a:r>
              <a:rPr kumimoji="1" lang="zh-CN" altLang="en-US" i="1"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sym typeface="Symbol" pitchFamily="18" charset="2"/>
              </a:rPr>
              <a:t></a:t>
            </a:r>
            <a:r>
              <a:rPr kumimoji="1" lang="en-US" altLang="zh-CN" baseline="-25000"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sym typeface="Symbol" pitchFamily="18" charset="2"/>
              </a:rPr>
              <a:t>0</a:t>
            </a:r>
            <a:r>
              <a:rPr kumimoji="1" lang="zh-CN" altLang="en-US">
                <a:effectLst>
                  <a:outerShdw blurRad="38100" dist="38100" dir="2700000" algn="tl">
                    <a:srgbClr val="000000"/>
                  </a:outerShdw>
                </a:effectLst>
                <a:sym typeface="Symbol" pitchFamily="18" charset="2"/>
              </a:rPr>
              <a:t>的过程中，</a:t>
            </a:r>
            <a:r>
              <a:rPr kumimoji="1" lang="zh-CN" altLang="en-US">
                <a:effectLst>
                  <a:outerShdw blurRad="38100" dist="38100" dir="2700000" algn="tl">
                    <a:srgbClr val="000000"/>
                  </a:outerShdw>
                </a:effectLst>
              </a:rPr>
              <a:t>此水平力  所作的功？</a:t>
            </a:r>
            <a:endParaRPr kumimoji="1" lang="zh-CN" altLang="en-US" sz="200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526369" name="Text Box 33">
            <a:extLst>
              <a:ext uri="{FF2B5EF4-FFF2-40B4-BE49-F238E27FC236}">
                <a16:creationId xmlns:a16="http://schemas.microsoft.com/office/drawing/2014/main" id="{C5F0EDDC-B471-0714-0E10-8AF61E0CDC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06675" y="2625725"/>
            <a:ext cx="3432175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>
                <a:effectLst>
                  <a:outerShdw blurRad="38100" dist="38100" dir="2700000" algn="tl">
                    <a:srgbClr val="000000"/>
                  </a:outerShdw>
                </a:effectLst>
              </a:rPr>
              <a:t>，建立坐标系如图。</a:t>
            </a:r>
          </a:p>
        </p:txBody>
      </p:sp>
      <p:grpSp>
        <p:nvGrpSpPr>
          <p:cNvPr id="6" name="Group 34">
            <a:extLst>
              <a:ext uri="{FF2B5EF4-FFF2-40B4-BE49-F238E27FC236}">
                <a16:creationId xmlns:a16="http://schemas.microsoft.com/office/drawing/2014/main" id="{7EA1287F-F9D9-E41A-A3EB-5CA64ED448E1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8013700" y="3424238"/>
            <a:ext cx="798513" cy="719137"/>
            <a:chOff x="384" y="236"/>
            <a:chExt cx="1008" cy="908"/>
          </a:xfrm>
        </p:grpSpPr>
        <p:grpSp>
          <p:nvGrpSpPr>
            <p:cNvPr id="18478" name="Group 35">
              <a:extLst>
                <a:ext uri="{FF2B5EF4-FFF2-40B4-BE49-F238E27FC236}">
                  <a16:creationId xmlns:a16="http://schemas.microsoft.com/office/drawing/2014/main" id="{F1C106CD-DDBD-825B-5A8B-2EF23B5B838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53" y="277"/>
              <a:ext cx="686" cy="686"/>
              <a:chOff x="4919" y="1005"/>
              <a:chExt cx="686" cy="686"/>
            </a:xfrm>
          </p:grpSpPr>
          <p:sp>
            <p:nvSpPr>
              <p:cNvPr id="526372" name="Line 36">
                <a:extLst>
                  <a:ext uri="{FF2B5EF4-FFF2-40B4-BE49-F238E27FC236}">
                    <a16:creationId xmlns:a16="http://schemas.microsoft.com/office/drawing/2014/main" id="{C9478AB4-BC9F-EF5E-446E-0AF142546176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4898" y="1704"/>
                <a:ext cx="707" cy="0"/>
              </a:xfrm>
              <a:prstGeom prst="line">
                <a:avLst/>
              </a:prstGeom>
              <a:noFill/>
              <a:ln w="28575">
                <a:solidFill>
                  <a:schemeClr val="bg1"/>
                </a:solidFill>
                <a:round/>
                <a:headEnd/>
                <a:tailEnd type="triangle" w="med" len="lg"/>
              </a:ln>
              <a:effectLst/>
            </p:spPr>
            <p:txBody>
              <a:bodyPr anchor="ctr">
                <a:spAutoFit/>
              </a:bodyPr>
              <a:lstStyle/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26373" name="Line 37">
                <a:extLst>
                  <a:ext uri="{FF2B5EF4-FFF2-40B4-BE49-F238E27FC236}">
                    <a16:creationId xmlns:a16="http://schemas.microsoft.com/office/drawing/2014/main" id="{B962A83B-6694-B22D-D4C8-437E98C84B9F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rot="16200000" flipV="1">
                <a:off x="4573" y="1348"/>
                <a:ext cx="728" cy="0"/>
              </a:xfrm>
              <a:prstGeom prst="line">
                <a:avLst/>
              </a:prstGeom>
              <a:noFill/>
              <a:ln w="28575">
                <a:solidFill>
                  <a:schemeClr val="bg1"/>
                </a:solidFill>
                <a:round/>
                <a:headEnd/>
                <a:tailEnd type="triangle" w="med" len="lg"/>
              </a:ln>
              <a:effectLst/>
            </p:spPr>
            <p:txBody>
              <a:bodyPr anchor="ctr">
                <a:spAutoFit/>
              </a:bodyPr>
              <a:lstStyle/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p:grpSp>
        <p:graphicFrame>
          <p:nvGraphicFramePr>
            <p:cNvPr id="18479" name="Object 18">
              <a:extLst>
                <a:ext uri="{FF2B5EF4-FFF2-40B4-BE49-F238E27FC236}">
                  <a16:creationId xmlns:a16="http://schemas.microsoft.com/office/drawing/2014/main" id="{3F423AC8-66C8-FA06-613C-BD0A7C4FD11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248" y="876"/>
            <a:ext cx="144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7" imgW="213484" imgH="228434" progId="Equation.3">
                    <p:embed/>
                  </p:oleObj>
                </mc:Choice>
                <mc:Fallback>
                  <p:oleObj name="公式" r:id="rId27" imgW="213484" imgH="228434" progId="Equation.3">
                    <p:embed/>
                    <p:pic>
                      <p:nvPicPr>
                        <p:cNvPr id="18479" name="Object 18">
                          <a:extLst>
                            <a:ext uri="{FF2B5EF4-FFF2-40B4-BE49-F238E27FC236}">
                              <a16:creationId xmlns:a16="http://schemas.microsoft.com/office/drawing/2014/main" id="{3F423AC8-66C8-FA06-613C-BD0A7C4FD11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48" y="876"/>
                          <a:ext cx="144" cy="1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480" name="Object 19">
              <a:extLst>
                <a:ext uri="{FF2B5EF4-FFF2-40B4-BE49-F238E27FC236}">
                  <a16:creationId xmlns:a16="http://schemas.microsoft.com/office/drawing/2014/main" id="{047C081F-10C6-D7B8-B86B-55C823F0E75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16" y="236"/>
            <a:ext cx="160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9" imgW="236376" imgH="304745" progId="Equation.3">
                    <p:embed/>
                  </p:oleObj>
                </mc:Choice>
                <mc:Fallback>
                  <p:oleObj name="公式" r:id="rId29" imgW="236376" imgH="304745" progId="Equation.3">
                    <p:embed/>
                    <p:pic>
                      <p:nvPicPr>
                        <p:cNvPr id="18480" name="Object 19">
                          <a:extLst>
                            <a:ext uri="{FF2B5EF4-FFF2-40B4-BE49-F238E27FC236}">
                              <a16:creationId xmlns:a16="http://schemas.microsoft.com/office/drawing/2014/main" id="{047C081F-10C6-D7B8-B86B-55C823F0E75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16" y="236"/>
                          <a:ext cx="160" cy="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481" name="Object 20">
              <a:extLst>
                <a:ext uri="{FF2B5EF4-FFF2-40B4-BE49-F238E27FC236}">
                  <a16:creationId xmlns:a16="http://schemas.microsoft.com/office/drawing/2014/main" id="{AC4F3A16-353F-532E-AD1F-87F69E172B8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84" y="936"/>
            <a:ext cx="192" cy="2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1" imgW="289622" imgH="312226" progId="Equation.3">
                    <p:embed/>
                  </p:oleObj>
                </mc:Choice>
                <mc:Fallback>
                  <p:oleObj name="公式" r:id="rId31" imgW="289622" imgH="312226" progId="Equation.3">
                    <p:embed/>
                    <p:pic>
                      <p:nvPicPr>
                        <p:cNvPr id="18481" name="Object 20">
                          <a:extLst>
                            <a:ext uri="{FF2B5EF4-FFF2-40B4-BE49-F238E27FC236}">
                              <a16:creationId xmlns:a16="http://schemas.microsoft.com/office/drawing/2014/main" id="{AC4F3A16-353F-532E-AD1F-87F69E172B8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4" y="936"/>
                          <a:ext cx="192" cy="2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8" name="Group 41">
            <a:extLst>
              <a:ext uri="{FF2B5EF4-FFF2-40B4-BE49-F238E27FC236}">
                <a16:creationId xmlns:a16="http://schemas.microsoft.com/office/drawing/2014/main" id="{056CDE44-C38F-69F5-361A-157B38F66CC3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826250" y="3863975"/>
            <a:ext cx="209550" cy="403225"/>
            <a:chOff x="3056" y="1424"/>
            <a:chExt cx="188" cy="360"/>
          </a:xfrm>
        </p:grpSpPr>
        <p:sp>
          <p:nvSpPr>
            <p:cNvPr id="526378" name="Arc 42">
              <a:extLst>
                <a:ext uri="{FF2B5EF4-FFF2-40B4-BE49-F238E27FC236}">
                  <a16:creationId xmlns:a16="http://schemas.microsoft.com/office/drawing/2014/main" id="{65224753-D403-7341-6A2B-8DCFCEB90584}"/>
                </a:ext>
              </a:extLst>
            </p:cNvPr>
            <p:cNvSpPr>
              <a:spLocks noChangeAspect="1"/>
            </p:cNvSpPr>
            <p:nvPr/>
          </p:nvSpPr>
          <p:spPr bwMode="auto">
            <a:xfrm flipV="1">
              <a:off x="3056" y="1424"/>
              <a:ext cx="160" cy="128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28575">
              <a:solidFill>
                <a:schemeClr val="bg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graphicFrame>
          <p:nvGraphicFramePr>
            <p:cNvPr id="18477" name="Object 17">
              <a:extLst>
                <a:ext uri="{FF2B5EF4-FFF2-40B4-BE49-F238E27FC236}">
                  <a16:creationId xmlns:a16="http://schemas.microsoft.com/office/drawing/2014/main" id="{5767D771-21DD-1FBC-FA0C-D2C8762EDB2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092" y="1576"/>
            <a:ext cx="152" cy="2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3" imgW="228413" imgH="312226" progId="Equation.3">
                    <p:embed/>
                  </p:oleObj>
                </mc:Choice>
                <mc:Fallback>
                  <p:oleObj name="公式" r:id="rId33" imgW="228413" imgH="312226" progId="Equation.3">
                    <p:embed/>
                    <p:pic>
                      <p:nvPicPr>
                        <p:cNvPr id="18477" name="Object 17">
                          <a:extLst>
                            <a:ext uri="{FF2B5EF4-FFF2-40B4-BE49-F238E27FC236}">
                              <a16:creationId xmlns:a16="http://schemas.microsoft.com/office/drawing/2014/main" id="{5767D771-21DD-1FBC-FA0C-D2C8762EDB2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92" y="1576"/>
                          <a:ext cx="152" cy="2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9" name="Group 44">
            <a:extLst>
              <a:ext uri="{FF2B5EF4-FFF2-40B4-BE49-F238E27FC236}">
                <a16:creationId xmlns:a16="http://schemas.microsoft.com/office/drawing/2014/main" id="{0194CC8C-B20F-2EEA-1CAD-CC624F4534D7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827838" y="3381375"/>
            <a:ext cx="1119187" cy="1579563"/>
            <a:chOff x="3057" y="991"/>
            <a:chExt cx="1002" cy="1415"/>
          </a:xfrm>
        </p:grpSpPr>
        <p:sp>
          <p:nvSpPr>
            <p:cNvPr id="526381" name="Line 45">
              <a:extLst>
                <a:ext uri="{FF2B5EF4-FFF2-40B4-BE49-F238E27FC236}">
                  <a16:creationId xmlns:a16="http://schemas.microsoft.com/office/drawing/2014/main" id="{96557218-1586-F3D5-8356-DBE5B4B715EE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057" y="991"/>
              <a:ext cx="1002" cy="1415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prstDash val="dash"/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graphicFrame>
          <p:nvGraphicFramePr>
            <p:cNvPr id="18474" name="Object 16">
              <a:extLst>
                <a:ext uri="{FF2B5EF4-FFF2-40B4-BE49-F238E27FC236}">
                  <a16:creationId xmlns:a16="http://schemas.microsoft.com/office/drawing/2014/main" id="{FF510D39-E0DD-C274-D7CD-A1AC3B4665F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260" y="1084"/>
            <a:ext cx="296" cy="2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5" imgW="457324" imgH="327688" progId="Equation.3">
                    <p:embed/>
                  </p:oleObj>
                </mc:Choice>
                <mc:Fallback>
                  <p:oleObj name="公式" r:id="rId35" imgW="457324" imgH="327688" progId="Equation.3">
                    <p:embed/>
                    <p:pic>
                      <p:nvPicPr>
                        <p:cNvPr id="18474" name="Object 16">
                          <a:extLst>
                            <a:ext uri="{FF2B5EF4-FFF2-40B4-BE49-F238E27FC236}">
                              <a16:creationId xmlns:a16="http://schemas.microsoft.com/office/drawing/2014/main" id="{FF510D39-E0DD-C274-D7CD-A1AC3B4665F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60" y="1084"/>
                          <a:ext cx="296" cy="21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26383" name="Arc 47">
              <a:extLst>
                <a:ext uri="{FF2B5EF4-FFF2-40B4-BE49-F238E27FC236}">
                  <a16:creationId xmlns:a16="http://schemas.microsoft.com/office/drawing/2014/main" id="{CE797EEF-3A16-9734-A1C5-F22B5E83A53D}"/>
                </a:ext>
              </a:extLst>
            </p:cNvPr>
            <p:cNvSpPr>
              <a:spLocks noChangeAspect="1"/>
            </p:cNvSpPr>
            <p:nvPr/>
          </p:nvSpPr>
          <p:spPr bwMode="auto">
            <a:xfrm flipV="1">
              <a:off x="3216" y="1288"/>
              <a:ext cx="55" cy="80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28575">
              <a:solidFill>
                <a:srgbClr val="FFFF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sp>
        <p:nvSpPr>
          <p:cNvPr id="526384" name="Arc 48">
            <a:extLst>
              <a:ext uri="{FF2B5EF4-FFF2-40B4-BE49-F238E27FC236}">
                <a16:creationId xmlns:a16="http://schemas.microsoft.com/office/drawing/2014/main" id="{B65D5E1D-747C-E63B-CC5D-8A48FE8C6FE9}"/>
              </a:ext>
            </a:extLst>
          </p:cNvPr>
          <p:cNvSpPr>
            <a:spLocks noChangeAspect="1"/>
          </p:cNvSpPr>
          <p:nvPr/>
        </p:nvSpPr>
        <p:spPr bwMode="auto">
          <a:xfrm>
            <a:off x="6675438" y="3359150"/>
            <a:ext cx="1830387" cy="1984375"/>
          </a:xfrm>
          <a:custGeom>
            <a:avLst/>
            <a:gdLst>
              <a:gd name="G0" fmla="+- 990 0 0"/>
              <a:gd name="G1" fmla="+- 0 0 0"/>
              <a:gd name="G2" fmla="+- 21600 0 0"/>
              <a:gd name="T0" fmla="*/ 19095 w 19095"/>
              <a:gd name="T1" fmla="*/ 11780 h 21600"/>
              <a:gd name="T2" fmla="*/ 0 w 19095"/>
              <a:gd name="T3" fmla="*/ 21577 h 21600"/>
              <a:gd name="T4" fmla="*/ 990 w 19095"/>
              <a:gd name="T5" fmla="*/ 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9095" h="21600" fill="none" extrusionOk="0">
                <a:moveTo>
                  <a:pt x="19095" y="11780"/>
                </a:moveTo>
                <a:cubicBezTo>
                  <a:pt x="15109" y="17905"/>
                  <a:pt x="8297" y="21599"/>
                  <a:pt x="990" y="21600"/>
                </a:cubicBezTo>
                <a:cubicBezTo>
                  <a:pt x="659" y="21600"/>
                  <a:pt x="329" y="21592"/>
                  <a:pt x="-1" y="21577"/>
                </a:cubicBezTo>
              </a:path>
              <a:path w="19095" h="21600" stroke="0" extrusionOk="0">
                <a:moveTo>
                  <a:pt x="19095" y="11780"/>
                </a:moveTo>
                <a:cubicBezTo>
                  <a:pt x="15109" y="17905"/>
                  <a:pt x="8297" y="21599"/>
                  <a:pt x="990" y="21600"/>
                </a:cubicBezTo>
                <a:cubicBezTo>
                  <a:pt x="659" y="21600"/>
                  <a:pt x="329" y="21592"/>
                  <a:pt x="-1" y="21577"/>
                </a:cubicBezTo>
                <a:lnTo>
                  <a:pt x="990" y="0"/>
                </a:lnTo>
                <a:close/>
              </a:path>
            </a:pathLst>
          </a:custGeom>
          <a:noFill/>
          <a:ln w="38100" cap="rnd">
            <a:solidFill>
              <a:srgbClr val="FF0000"/>
            </a:solidFill>
            <a:prstDash val="dash"/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10" name="Group 49">
            <a:extLst>
              <a:ext uri="{FF2B5EF4-FFF2-40B4-BE49-F238E27FC236}">
                <a16:creationId xmlns:a16="http://schemas.microsoft.com/office/drawing/2014/main" id="{57CBC5B9-B5C6-0A7D-569B-91357EDEB750}"/>
              </a:ext>
            </a:extLst>
          </p:cNvPr>
          <p:cNvGrpSpPr>
            <a:grpSpLocks/>
          </p:cNvGrpSpPr>
          <p:nvPr/>
        </p:nvGrpSpPr>
        <p:grpSpPr bwMode="auto">
          <a:xfrm>
            <a:off x="7545388" y="4779963"/>
            <a:ext cx="436562" cy="450850"/>
            <a:chOff x="3321" y="1850"/>
            <a:chExt cx="275" cy="284"/>
          </a:xfrm>
        </p:grpSpPr>
        <p:sp>
          <p:nvSpPr>
            <p:cNvPr id="526386" name="Arc 50">
              <a:extLst>
                <a:ext uri="{FF2B5EF4-FFF2-40B4-BE49-F238E27FC236}">
                  <a16:creationId xmlns:a16="http://schemas.microsoft.com/office/drawing/2014/main" id="{255330B4-D59A-964A-0772-24A1C1667209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3463" y="2046"/>
              <a:ext cx="45" cy="88"/>
            </a:xfrm>
            <a:custGeom>
              <a:avLst/>
              <a:gdLst>
                <a:gd name="G0" fmla="+- 344 0 0"/>
                <a:gd name="G1" fmla="+- 21600 0 0"/>
                <a:gd name="G2" fmla="+- 21600 0 0"/>
                <a:gd name="T0" fmla="*/ 0 w 21943"/>
                <a:gd name="T1" fmla="*/ 3 h 21600"/>
                <a:gd name="T2" fmla="*/ 21943 w 21943"/>
                <a:gd name="T3" fmla="*/ 21424 h 21600"/>
                <a:gd name="T4" fmla="*/ 344 w 21943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943" h="21600" fill="none" extrusionOk="0">
                  <a:moveTo>
                    <a:pt x="-1" y="2"/>
                  </a:moveTo>
                  <a:cubicBezTo>
                    <a:pt x="114" y="0"/>
                    <a:pt x="229" y="-1"/>
                    <a:pt x="344" y="0"/>
                  </a:cubicBezTo>
                  <a:cubicBezTo>
                    <a:pt x="12204" y="0"/>
                    <a:pt x="21846" y="9563"/>
                    <a:pt x="21943" y="21423"/>
                  </a:cubicBezTo>
                </a:path>
                <a:path w="21943" h="21600" stroke="0" extrusionOk="0">
                  <a:moveTo>
                    <a:pt x="-1" y="2"/>
                  </a:moveTo>
                  <a:cubicBezTo>
                    <a:pt x="114" y="0"/>
                    <a:pt x="229" y="-1"/>
                    <a:pt x="344" y="0"/>
                  </a:cubicBezTo>
                  <a:cubicBezTo>
                    <a:pt x="12204" y="0"/>
                    <a:pt x="21846" y="9563"/>
                    <a:pt x="21943" y="21423"/>
                  </a:cubicBezTo>
                  <a:lnTo>
                    <a:pt x="344" y="21600"/>
                  </a:lnTo>
                  <a:close/>
                </a:path>
              </a:pathLst>
            </a:custGeom>
            <a:noFill/>
            <a:ln w="28575" cap="rnd">
              <a:solidFill>
                <a:srgbClr val="FFFF00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grpSp>
          <p:nvGrpSpPr>
            <p:cNvPr id="18470" name="Group 51">
              <a:extLst>
                <a:ext uri="{FF2B5EF4-FFF2-40B4-BE49-F238E27FC236}">
                  <a16:creationId xmlns:a16="http://schemas.microsoft.com/office/drawing/2014/main" id="{4706401E-F39B-EA09-79C9-5F73364809C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3321" y="1850"/>
              <a:ext cx="275" cy="237"/>
              <a:chOff x="3700" y="2244"/>
              <a:chExt cx="391" cy="336"/>
            </a:xfrm>
          </p:grpSpPr>
          <p:sp>
            <p:nvSpPr>
              <p:cNvPr id="526388" name="Line 52">
                <a:extLst>
                  <a:ext uri="{FF2B5EF4-FFF2-40B4-BE49-F238E27FC236}">
                    <a16:creationId xmlns:a16="http://schemas.microsoft.com/office/drawing/2014/main" id="{5E8A3403-DBF8-3597-EF0C-1CEBE7F94CC5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3782" y="2430"/>
                <a:ext cx="309" cy="150"/>
              </a:xfrm>
              <a:prstGeom prst="line">
                <a:avLst/>
              </a:prstGeom>
              <a:noFill/>
              <a:ln w="57150">
                <a:solidFill>
                  <a:srgbClr val="00CCFF"/>
                </a:solidFill>
                <a:round/>
                <a:headEnd type="none" w="sm" len="sm"/>
                <a:tailEnd type="triangle" w="sm" len="med"/>
              </a:ln>
              <a:effectLst/>
            </p:spPr>
            <p:txBody>
              <a:bodyPr wrap="none" anchor="ctr"/>
              <a:lstStyle/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graphicFrame>
            <p:nvGraphicFramePr>
              <p:cNvPr id="18472" name="Object 15">
                <a:extLst>
                  <a:ext uri="{FF2B5EF4-FFF2-40B4-BE49-F238E27FC236}">
                    <a16:creationId xmlns:a16="http://schemas.microsoft.com/office/drawing/2014/main" id="{5870D2CB-8F60-E706-2997-086444C835DC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700" y="2244"/>
              <a:ext cx="264" cy="21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37" imgW="404078" imgH="327688" progId="Equation.3">
                      <p:embed/>
                    </p:oleObj>
                  </mc:Choice>
                  <mc:Fallback>
                    <p:oleObj name="公式" r:id="rId37" imgW="404078" imgH="327688" progId="Equation.3">
                      <p:embed/>
                      <p:pic>
                        <p:nvPicPr>
                          <p:cNvPr id="18472" name="Object 15">
                            <a:extLst>
                              <a:ext uri="{FF2B5EF4-FFF2-40B4-BE49-F238E27FC236}">
                                <a16:creationId xmlns:a16="http://schemas.microsoft.com/office/drawing/2014/main" id="{5870D2CB-8F60-E706-2997-086444C835DC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700" y="2244"/>
                            <a:ext cx="264" cy="21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526390" name="Text Box 54">
            <a:extLst>
              <a:ext uri="{FF2B5EF4-FFF2-40B4-BE49-F238E27FC236}">
                <a16:creationId xmlns:a16="http://schemas.microsoft.com/office/drawing/2014/main" id="{27BCE123-83E4-1C2C-7B7F-811C309311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0613" y="4267200"/>
            <a:ext cx="955675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>
                <a:effectLst>
                  <a:outerShdw blurRad="38100" dist="38100" dir="2700000" algn="tl">
                    <a:srgbClr val="000000"/>
                  </a:outerShdw>
                </a:effectLst>
              </a:rPr>
              <a:t>得</a:t>
            </a:r>
          </a:p>
        </p:txBody>
      </p:sp>
      <p:sp>
        <p:nvSpPr>
          <p:cNvPr id="526391" name="Text Box 55">
            <a:extLst>
              <a:ext uri="{FF2B5EF4-FFF2-40B4-BE49-F238E27FC236}">
                <a16:creationId xmlns:a16="http://schemas.microsoft.com/office/drawing/2014/main" id="{6442AE20-41C4-11E2-1CE5-B389026BCB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6288" y="5905500"/>
            <a:ext cx="955675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>
                <a:effectLst>
                  <a:outerShdw blurRad="38100" dist="38100" dir="2700000" algn="tl">
                    <a:srgbClr val="000000"/>
                  </a:outerShdw>
                </a:effectLst>
              </a:rPr>
              <a:t>总功</a:t>
            </a:r>
          </a:p>
        </p:txBody>
      </p:sp>
      <p:graphicFrame>
        <p:nvGraphicFramePr>
          <p:cNvPr id="526392" name="Object 12">
            <a:extLst>
              <a:ext uri="{FF2B5EF4-FFF2-40B4-BE49-F238E27FC236}">
                <a16:creationId xmlns:a16="http://schemas.microsoft.com/office/drawing/2014/main" id="{1B15BBDB-2106-41FA-A6EF-72DC4051D604}"/>
              </a:ext>
            </a:extLst>
          </p:cNvPr>
          <p:cNvGraphicFramePr>
            <a:graphicFrameLocks/>
          </p:cNvGraphicFramePr>
          <p:nvPr/>
        </p:nvGraphicFramePr>
        <p:xfrm>
          <a:off x="5597576" y="2212668"/>
          <a:ext cx="345973" cy="284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9" imgW="251304" imgH="289782" progId="Equation.3">
                  <p:embed/>
                </p:oleObj>
              </mc:Choice>
              <mc:Fallback>
                <p:oleObj name="公式" r:id="rId39" imgW="251304" imgH="289782" progId="Equation.3">
                  <p:embed/>
                  <p:pic>
                    <p:nvPicPr>
                      <p:cNvPr id="526392" name="Object 12">
                        <a:extLst>
                          <a:ext uri="{FF2B5EF4-FFF2-40B4-BE49-F238E27FC236}">
                            <a16:creationId xmlns:a16="http://schemas.microsoft.com/office/drawing/2014/main" id="{1B15BBDB-2106-41FA-A6EF-72DC4051D604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97576" y="2212668"/>
                        <a:ext cx="345973" cy="284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" name="Group 57">
            <a:extLst>
              <a:ext uri="{FF2B5EF4-FFF2-40B4-BE49-F238E27FC236}">
                <a16:creationId xmlns:a16="http://schemas.microsoft.com/office/drawing/2014/main" id="{C7940B33-3D4D-7DB2-FC5A-965AE2B8DB81}"/>
              </a:ext>
            </a:extLst>
          </p:cNvPr>
          <p:cNvGrpSpPr>
            <a:grpSpLocks/>
          </p:cNvGrpSpPr>
          <p:nvPr/>
        </p:nvGrpSpPr>
        <p:grpSpPr bwMode="auto">
          <a:xfrm>
            <a:off x="7570788" y="5287963"/>
            <a:ext cx="438150" cy="554037"/>
            <a:chOff x="4769" y="3331"/>
            <a:chExt cx="276" cy="349"/>
          </a:xfrm>
        </p:grpSpPr>
        <p:sp>
          <p:nvSpPr>
            <p:cNvPr id="526394" name="Line 58">
              <a:extLst>
                <a:ext uri="{FF2B5EF4-FFF2-40B4-BE49-F238E27FC236}">
                  <a16:creationId xmlns:a16="http://schemas.microsoft.com/office/drawing/2014/main" id="{33ED5848-3C3E-4544-EA54-9F54168B7C39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4769" y="3331"/>
              <a:ext cx="0" cy="346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 type="triangle" w="med" len="lg"/>
            </a:ln>
            <a:effectLst/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graphicFrame>
          <p:nvGraphicFramePr>
            <p:cNvPr id="18468" name="Object 14">
              <a:extLst>
                <a:ext uri="{FF2B5EF4-FFF2-40B4-BE49-F238E27FC236}">
                  <a16:creationId xmlns:a16="http://schemas.microsoft.com/office/drawing/2014/main" id="{CF2160FE-59E7-76FD-4173-9B7BCD08E8F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808" y="3517"/>
            <a:ext cx="237" cy="1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1" imgW="518036" imgH="350631" progId="Equation.3">
                    <p:embed/>
                  </p:oleObj>
                </mc:Choice>
                <mc:Fallback>
                  <p:oleObj name="公式" r:id="rId41" imgW="518036" imgH="350631" progId="Equation.3">
                    <p:embed/>
                    <p:pic>
                      <p:nvPicPr>
                        <p:cNvPr id="18468" name="Object 14">
                          <a:extLst>
                            <a:ext uri="{FF2B5EF4-FFF2-40B4-BE49-F238E27FC236}">
                              <a16:creationId xmlns:a16="http://schemas.microsoft.com/office/drawing/2014/main" id="{CF2160FE-59E7-76FD-4173-9B7BCD08E8F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08" y="3517"/>
                          <a:ext cx="237" cy="1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3" name="Group 60">
            <a:extLst>
              <a:ext uri="{FF2B5EF4-FFF2-40B4-BE49-F238E27FC236}">
                <a16:creationId xmlns:a16="http://schemas.microsoft.com/office/drawing/2014/main" id="{06122FA7-AF96-4872-54A8-A9DA4D637740}"/>
              </a:ext>
            </a:extLst>
          </p:cNvPr>
          <p:cNvGrpSpPr>
            <a:grpSpLocks/>
          </p:cNvGrpSpPr>
          <p:nvPr/>
        </p:nvGrpSpPr>
        <p:grpSpPr bwMode="auto">
          <a:xfrm>
            <a:off x="7169150" y="4581525"/>
            <a:ext cx="381000" cy="544513"/>
            <a:chOff x="4516" y="2886"/>
            <a:chExt cx="240" cy="343"/>
          </a:xfrm>
        </p:grpSpPr>
        <p:sp>
          <p:nvSpPr>
            <p:cNvPr id="526397" name="Line 61">
              <a:extLst>
                <a:ext uri="{FF2B5EF4-FFF2-40B4-BE49-F238E27FC236}">
                  <a16:creationId xmlns:a16="http://schemas.microsoft.com/office/drawing/2014/main" id="{B43C33A4-CC26-4313-A18E-79C114273219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 flipV="1">
              <a:off x="4612" y="2886"/>
              <a:ext cx="144" cy="343"/>
            </a:xfrm>
            <a:prstGeom prst="line">
              <a:avLst/>
            </a:prstGeom>
            <a:noFill/>
            <a:ln w="38100">
              <a:solidFill>
                <a:srgbClr val="008000"/>
              </a:solidFill>
              <a:round/>
              <a:headEnd type="none" w="sm" len="sm"/>
              <a:tailEnd type="triangle" w="med" len="lg"/>
            </a:ln>
            <a:effectLst/>
          </p:spPr>
          <p:txBody>
            <a:bodyPr wrap="none" anchor="ctr"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graphicFrame>
          <p:nvGraphicFramePr>
            <p:cNvPr id="18466" name="Object 13">
              <a:extLst>
                <a:ext uri="{FF2B5EF4-FFF2-40B4-BE49-F238E27FC236}">
                  <a16:creationId xmlns:a16="http://schemas.microsoft.com/office/drawing/2014/main" id="{1E459FB4-6568-BD55-2EB0-80CB1869294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516" y="3001"/>
            <a:ext cx="146" cy="16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3" imgW="312513" imgH="365594" progId="Equation.3">
                    <p:embed/>
                  </p:oleObj>
                </mc:Choice>
                <mc:Fallback>
                  <p:oleObj name="公式" r:id="rId43" imgW="312513" imgH="365594" progId="Equation.3">
                    <p:embed/>
                    <p:pic>
                      <p:nvPicPr>
                        <p:cNvPr id="18466" name="Object 13">
                          <a:extLst>
                            <a:ext uri="{FF2B5EF4-FFF2-40B4-BE49-F238E27FC236}">
                              <a16:creationId xmlns:a16="http://schemas.microsoft.com/office/drawing/2014/main" id="{1E459FB4-6568-BD55-2EB0-80CB1869294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16" y="3001"/>
                          <a:ext cx="146" cy="16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6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26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6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26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6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26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6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526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6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526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6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526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6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526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6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526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6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526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6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526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6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526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6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526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6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526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6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526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 nodeType="clickPar">
                      <p:stCondLst>
                        <p:cond delay="indefinite"/>
                      </p:stCondLst>
                      <p:childTnLst>
                        <p:par>
                          <p:cTn id="1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6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526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 nodeType="clickPar">
                      <p:stCondLst>
                        <p:cond delay="indefinite"/>
                      </p:stCondLst>
                      <p:childTnLst>
                        <p:par>
                          <p:cTn id="1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6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526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 nodeType="clickPar">
                      <p:stCondLst>
                        <p:cond delay="indefinite"/>
                      </p:stCondLst>
                      <p:childTnLst>
                        <p:par>
                          <p:cTn id="1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6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5" dur="500"/>
                                        <p:tgtEl>
                                          <p:spTgt spid="526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 nodeType="clickPar">
                      <p:stCondLst>
                        <p:cond delay="indefinite"/>
                      </p:stCondLst>
                      <p:childTnLst>
                        <p:par>
                          <p:cTn id="1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6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500"/>
                                        <p:tgtEl>
                                          <p:spTgt spid="526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 nodeType="clickPar">
                      <p:stCondLst>
                        <p:cond delay="indefinite"/>
                      </p:stCondLst>
                      <p:childTnLst>
                        <p:par>
                          <p:cTn id="1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6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526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 nodeType="clickPar">
                      <p:stCondLst>
                        <p:cond delay="indefinite"/>
                      </p:stCondLst>
                      <p:childTnLst>
                        <p:par>
                          <p:cTn id="1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6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0" dur="500"/>
                                        <p:tgtEl>
                                          <p:spTgt spid="526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 nodeType="clickPar">
                      <p:stCondLst>
                        <p:cond delay="indefinite"/>
                      </p:stCondLst>
                      <p:childTnLst>
                        <p:par>
                          <p:cTn id="1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6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5" dur="500"/>
                                        <p:tgtEl>
                                          <p:spTgt spid="526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 nodeType="clickPar">
                      <p:stCondLst>
                        <p:cond delay="indefinite"/>
                      </p:stCondLst>
                      <p:childTnLst>
                        <p:par>
                          <p:cTn id="1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6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0" dur="500"/>
                                        <p:tgtEl>
                                          <p:spTgt spid="526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 nodeType="clickPar">
                      <p:stCondLst>
                        <p:cond delay="indefinite"/>
                      </p:stCondLst>
                      <p:childTnLst>
                        <p:par>
                          <p:cTn id="1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6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5" dur="500"/>
                                        <p:tgtEl>
                                          <p:spTgt spid="526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6351" grpId="0" autoUpdateAnimBg="0"/>
      <p:bldP spid="526352" grpId="0" autoUpdateAnimBg="0"/>
      <p:bldP spid="526353" grpId="0" autoUpdateAnimBg="0"/>
      <p:bldP spid="526363" grpId="0"/>
      <p:bldP spid="526364" grpId="0"/>
      <p:bldP spid="526365" grpId="0"/>
      <p:bldP spid="526367" grpId="0"/>
      <p:bldP spid="526368" grpId="0"/>
      <p:bldP spid="526369" grpId="0" autoUpdateAnimBg="0"/>
      <p:bldP spid="526390" grpId="0" autoUpdateAnimBg="0"/>
      <p:bldP spid="526391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ext Box 2">
            <a:extLst>
              <a:ext uri="{FF2B5EF4-FFF2-40B4-BE49-F238E27FC236}">
                <a16:creationId xmlns:a16="http://schemas.microsoft.com/office/drawing/2014/main" id="{D8A73E87-BE96-9BD9-FA56-F06C62211D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304800"/>
            <a:ext cx="3744913" cy="534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None/>
            </a:pPr>
            <a:r>
              <a:rPr lang="zh-CN" altLang="en-US">
                <a:solidFill>
                  <a:srgbClr val="FF66FF"/>
                </a:solidFill>
                <a:ea typeface="宋体" panose="02010600030101010101" pitchFamily="2" charset="-122"/>
              </a:rPr>
              <a:t>例</a:t>
            </a:r>
            <a:r>
              <a:rPr lang="zh-CN" altLang="en-US">
                <a:ea typeface="宋体" panose="02010600030101010101" pitchFamily="2" charset="-122"/>
              </a:rPr>
              <a:t>   作用在质点上的力为</a:t>
            </a:r>
          </a:p>
        </p:txBody>
      </p:sp>
      <p:graphicFrame>
        <p:nvGraphicFramePr>
          <p:cNvPr id="19459" name="Object 2">
            <a:extLst>
              <a:ext uri="{FF2B5EF4-FFF2-40B4-BE49-F238E27FC236}">
                <a16:creationId xmlns:a16="http://schemas.microsoft.com/office/drawing/2014/main" id="{D3E7342F-CE25-3F1D-09C6-C35EEB0F983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79925" y="277813"/>
          <a:ext cx="2760663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17600" imgH="241300" progId="Equation.3">
                  <p:embed/>
                </p:oleObj>
              </mc:Choice>
              <mc:Fallback>
                <p:oleObj name="Equation" r:id="rId2" imgW="1117600" imgH="241300" progId="Equation.3">
                  <p:embed/>
                  <p:pic>
                    <p:nvPicPr>
                      <p:cNvPr id="19459" name="Object 2">
                        <a:extLst>
                          <a:ext uri="{FF2B5EF4-FFF2-40B4-BE49-F238E27FC236}">
                            <a16:creationId xmlns:a16="http://schemas.microsoft.com/office/drawing/2014/main" id="{D3E7342F-CE25-3F1D-09C6-C35EEB0F983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lum bright="10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79925" y="277813"/>
                        <a:ext cx="2760663" cy="596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2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60" name="Text Box 4">
            <a:extLst>
              <a:ext uri="{FF2B5EF4-FFF2-40B4-BE49-F238E27FC236}">
                <a16:creationId xmlns:a16="http://schemas.microsoft.com/office/drawing/2014/main" id="{36ACD2C2-4ED7-2BE8-CB82-CE8C4AED5A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838200"/>
            <a:ext cx="3278188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None/>
            </a:pPr>
            <a:r>
              <a:rPr lang="zh-CN" altLang="en-US">
                <a:ea typeface="宋体" panose="02010600030101010101" pitchFamily="2" charset="-122"/>
              </a:rPr>
              <a:t>在下列情况下</a:t>
            </a:r>
            <a:r>
              <a:rPr lang="zh-CN" altLang="en-US">
                <a:solidFill>
                  <a:srgbClr val="FF66FF"/>
                </a:solidFill>
                <a:ea typeface="宋体" panose="02010600030101010101" pitchFamily="2" charset="-122"/>
              </a:rPr>
              <a:t>求</a:t>
            </a:r>
            <a:r>
              <a:rPr lang="zh-CN" altLang="en-US">
                <a:ea typeface="宋体" panose="02010600030101010101" pitchFamily="2" charset="-122"/>
              </a:rPr>
              <a:t>质点从</a:t>
            </a:r>
          </a:p>
        </p:txBody>
      </p:sp>
      <p:graphicFrame>
        <p:nvGraphicFramePr>
          <p:cNvPr id="19461" name="Object 3">
            <a:extLst>
              <a:ext uri="{FF2B5EF4-FFF2-40B4-BE49-F238E27FC236}">
                <a16:creationId xmlns:a16="http://schemas.microsoft.com/office/drawing/2014/main" id="{4D5261BC-1D96-7AF1-09D1-1AE9CDA43CA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81413" y="820738"/>
          <a:ext cx="1851025" cy="534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48975" imgH="215806" progId="Equation.3">
                  <p:embed/>
                </p:oleObj>
              </mc:Choice>
              <mc:Fallback>
                <p:oleObj name="Equation" r:id="rId2" imgW="748975" imgH="215806" progId="Equation.3">
                  <p:embed/>
                  <p:pic>
                    <p:nvPicPr>
                      <p:cNvPr id="19461" name="Object 3">
                        <a:extLst>
                          <a:ext uri="{FF2B5EF4-FFF2-40B4-BE49-F238E27FC236}">
                            <a16:creationId xmlns:a16="http://schemas.microsoft.com/office/drawing/2014/main" id="{4D5261BC-1D96-7AF1-09D1-1AE9CDA43CA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lum bright="10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81413" y="820738"/>
                        <a:ext cx="1851025" cy="534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2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62" name="Text Box 6">
            <a:extLst>
              <a:ext uri="{FF2B5EF4-FFF2-40B4-BE49-F238E27FC236}">
                <a16:creationId xmlns:a16="http://schemas.microsoft.com/office/drawing/2014/main" id="{A957487B-1867-8D49-5939-4EEA6E8D80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29263" y="855663"/>
            <a:ext cx="1420812" cy="477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None/>
            </a:pPr>
            <a:r>
              <a:rPr lang="zh-CN" altLang="en-US">
                <a:ea typeface="宋体" panose="02010600030101010101" pitchFamily="2" charset="-122"/>
              </a:rPr>
              <a:t>处运动到</a:t>
            </a:r>
          </a:p>
        </p:txBody>
      </p:sp>
      <p:graphicFrame>
        <p:nvGraphicFramePr>
          <p:cNvPr id="19463" name="Object 4">
            <a:extLst>
              <a:ext uri="{FF2B5EF4-FFF2-40B4-BE49-F238E27FC236}">
                <a16:creationId xmlns:a16="http://schemas.microsoft.com/office/drawing/2014/main" id="{47803D91-C421-D3D2-C14F-0DBA7F8DA73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942138" y="838200"/>
          <a:ext cx="1663700" cy="534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72808" imgH="215806" progId="Equation.3">
                  <p:embed/>
                </p:oleObj>
              </mc:Choice>
              <mc:Fallback>
                <p:oleObj name="Equation" r:id="rId2" imgW="672808" imgH="215806" progId="Equation.3">
                  <p:embed/>
                  <p:pic>
                    <p:nvPicPr>
                      <p:cNvPr id="19463" name="Object 4">
                        <a:extLst>
                          <a:ext uri="{FF2B5EF4-FFF2-40B4-BE49-F238E27FC236}">
                            <a16:creationId xmlns:a16="http://schemas.microsoft.com/office/drawing/2014/main" id="{47803D91-C421-D3D2-C14F-0DBA7F8DA73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lum bright="10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42138" y="838200"/>
                        <a:ext cx="1663700" cy="534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2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64" name="Text Box 8">
            <a:extLst>
              <a:ext uri="{FF2B5EF4-FFF2-40B4-BE49-F238E27FC236}">
                <a16:creationId xmlns:a16="http://schemas.microsoft.com/office/drawing/2014/main" id="{64BA3779-5D86-2103-B658-4593A9DC34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1371600"/>
            <a:ext cx="2351088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None/>
            </a:pPr>
            <a:r>
              <a:rPr lang="zh-CN" altLang="en-US">
                <a:ea typeface="宋体" panose="02010600030101010101" pitchFamily="2" charset="-122"/>
              </a:rPr>
              <a:t>处该力作的功：</a:t>
            </a:r>
          </a:p>
        </p:txBody>
      </p:sp>
      <p:sp>
        <p:nvSpPr>
          <p:cNvPr id="19465" name="Text Box 9">
            <a:extLst>
              <a:ext uri="{FF2B5EF4-FFF2-40B4-BE49-F238E27FC236}">
                <a16:creationId xmlns:a16="http://schemas.microsoft.com/office/drawing/2014/main" id="{18F97B38-FE26-B898-7EEF-02FB552C23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1981200"/>
            <a:ext cx="421005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None/>
            </a:pPr>
            <a:r>
              <a:rPr lang="zh-CN" altLang="en-US">
                <a:solidFill>
                  <a:schemeClr val="accent1"/>
                </a:solidFill>
                <a:ea typeface="宋体" panose="02010600030101010101" pitchFamily="2" charset="-122"/>
              </a:rPr>
              <a:t>1.  质点的运动轨道为抛物线</a:t>
            </a:r>
          </a:p>
        </p:txBody>
      </p:sp>
      <p:sp>
        <p:nvSpPr>
          <p:cNvPr id="19466" name="Text Box 11">
            <a:extLst>
              <a:ext uri="{FF2B5EF4-FFF2-40B4-BE49-F238E27FC236}">
                <a16:creationId xmlns:a16="http://schemas.microsoft.com/office/drawing/2014/main" id="{EC78A43F-EFD7-7C8D-05DE-7EAD515DCF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2514600"/>
            <a:ext cx="3900488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None/>
            </a:pPr>
            <a:r>
              <a:rPr lang="zh-CN" altLang="en-US">
                <a:solidFill>
                  <a:schemeClr val="accent1"/>
                </a:solidFill>
                <a:ea typeface="宋体" panose="02010600030101010101" pitchFamily="2" charset="-122"/>
              </a:rPr>
              <a:t>2.  质点的运动轨道为直线</a:t>
            </a:r>
          </a:p>
        </p:txBody>
      </p:sp>
      <p:graphicFrame>
        <p:nvGraphicFramePr>
          <p:cNvPr id="19467" name="Object 5">
            <a:extLst>
              <a:ext uri="{FF2B5EF4-FFF2-40B4-BE49-F238E27FC236}">
                <a16:creationId xmlns:a16="http://schemas.microsoft.com/office/drawing/2014/main" id="{1238BBEA-618F-6211-B43C-6844C9E685F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10200" y="1905000"/>
          <a:ext cx="1317625" cy="566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33169" imgH="228501" progId="Equation.3">
                  <p:embed/>
                </p:oleObj>
              </mc:Choice>
              <mc:Fallback>
                <p:oleObj name="Equation" r:id="rId2" imgW="533169" imgH="228501" progId="Equation.3">
                  <p:embed/>
                  <p:pic>
                    <p:nvPicPr>
                      <p:cNvPr id="19467" name="Object 5">
                        <a:extLst>
                          <a:ext uri="{FF2B5EF4-FFF2-40B4-BE49-F238E27FC236}">
                            <a16:creationId xmlns:a16="http://schemas.microsoft.com/office/drawing/2014/main" id="{1238BBEA-618F-6211-B43C-6844C9E685F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lum bright="10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0200" y="1905000"/>
                        <a:ext cx="1317625" cy="566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2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8" name="Object 6">
            <a:extLst>
              <a:ext uri="{FF2B5EF4-FFF2-40B4-BE49-F238E27FC236}">
                <a16:creationId xmlns:a16="http://schemas.microsoft.com/office/drawing/2014/main" id="{D6405FF7-0F40-C962-6139-A9F084FFDC1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05400" y="2590800"/>
          <a:ext cx="1693863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685800" imgH="203200" progId="Equation.3">
                  <p:embed/>
                </p:oleObj>
              </mc:Choice>
              <mc:Fallback>
                <p:oleObj name="Equation" r:id="rId7" imgW="685800" imgH="203200" progId="Equation.3">
                  <p:embed/>
                  <p:pic>
                    <p:nvPicPr>
                      <p:cNvPr id="19468" name="Object 6">
                        <a:extLst>
                          <a:ext uri="{FF2B5EF4-FFF2-40B4-BE49-F238E27FC236}">
                            <a16:creationId xmlns:a16="http://schemas.microsoft.com/office/drawing/2014/main" id="{D6405FF7-0F40-C962-6139-A9F084FFDC1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lum bright="10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5400" y="2590800"/>
                        <a:ext cx="1693863" cy="504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2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9469" name="Group 36">
            <a:extLst>
              <a:ext uri="{FF2B5EF4-FFF2-40B4-BE49-F238E27FC236}">
                <a16:creationId xmlns:a16="http://schemas.microsoft.com/office/drawing/2014/main" id="{079E651B-2E47-C50C-4893-72B131280C34}"/>
              </a:ext>
            </a:extLst>
          </p:cNvPr>
          <p:cNvGrpSpPr>
            <a:grpSpLocks/>
          </p:cNvGrpSpPr>
          <p:nvPr/>
        </p:nvGrpSpPr>
        <p:grpSpPr bwMode="auto">
          <a:xfrm>
            <a:off x="1958975" y="3276600"/>
            <a:ext cx="4518025" cy="2343150"/>
            <a:chOff x="672" y="2064"/>
            <a:chExt cx="2846" cy="1476"/>
          </a:xfrm>
        </p:grpSpPr>
        <p:graphicFrame>
          <p:nvGraphicFramePr>
            <p:cNvPr id="19470" name="Object 7">
              <a:extLst>
                <a:ext uri="{FF2B5EF4-FFF2-40B4-BE49-F238E27FC236}">
                  <a16:creationId xmlns:a16="http://schemas.microsoft.com/office/drawing/2014/main" id="{CBC1F903-D0C9-593A-DE6D-FA817EC1050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614" y="2290"/>
            <a:ext cx="72" cy="1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114151" imgH="215619" progId="Equation.3">
                    <p:embed/>
                  </p:oleObj>
                </mc:Choice>
                <mc:Fallback>
                  <p:oleObj name="Equation" r:id="rId7" imgW="114151" imgH="215619" progId="Equation.3">
                    <p:embed/>
                    <p:pic>
                      <p:nvPicPr>
                        <p:cNvPr id="19470" name="Object 7">
                          <a:extLst>
                            <a:ext uri="{FF2B5EF4-FFF2-40B4-BE49-F238E27FC236}">
                              <a16:creationId xmlns:a16="http://schemas.microsoft.com/office/drawing/2014/main" id="{CBC1F903-D0C9-593A-DE6D-FA817EC1050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14" y="2290"/>
                          <a:ext cx="72" cy="1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471" name="Arc 15">
              <a:extLst>
                <a:ext uri="{FF2B5EF4-FFF2-40B4-BE49-F238E27FC236}">
                  <a16:creationId xmlns:a16="http://schemas.microsoft.com/office/drawing/2014/main" id="{93BE9674-3A1B-A68B-D224-60B7D5583124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2088" y="2376"/>
              <a:ext cx="1120" cy="687"/>
            </a:xfrm>
            <a:custGeom>
              <a:avLst/>
              <a:gdLst>
                <a:gd name="T0" fmla="*/ 0 w 21600"/>
                <a:gd name="T1" fmla="*/ 0 h 20838"/>
                <a:gd name="T2" fmla="*/ 0 w 21600"/>
                <a:gd name="T3" fmla="*/ 0 h 20838"/>
                <a:gd name="T4" fmla="*/ 0 w 21600"/>
                <a:gd name="T5" fmla="*/ 0 h 20838"/>
                <a:gd name="T6" fmla="*/ 0 60000 65536"/>
                <a:gd name="T7" fmla="*/ 0 60000 65536"/>
                <a:gd name="T8" fmla="*/ 0 60000 65536"/>
                <a:gd name="T9" fmla="*/ 0 w 21600"/>
                <a:gd name="T10" fmla="*/ 0 h 20838"/>
                <a:gd name="T11" fmla="*/ 21600 w 21600"/>
                <a:gd name="T12" fmla="*/ 20838 h 2083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0838" fill="none" extrusionOk="0">
                  <a:moveTo>
                    <a:pt x="5685" y="-1"/>
                  </a:moveTo>
                  <a:cubicBezTo>
                    <a:pt x="15081" y="2563"/>
                    <a:pt x="21600" y="11098"/>
                    <a:pt x="21600" y="20838"/>
                  </a:cubicBezTo>
                </a:path>
                <a:path w="21600" h="20838" stroke="0" extrusionOk="0">
                  <a:moveTo>
                    <a:pt x="5685" y="-1"/>
                  </a:moveTo>
                  <a:cubicBezTo>
                    <a:pt x="15081" y="2563"/>
                    <a:pt x="21600" y="11098"/>
                    <a:pt x="21600" y="20838"/>
                  </a:cubicBezTo>
                  <a:lnTo>
                    <a:pt x="0" y="20838"/>
                  </a:lnTo>
                  <a:lnTo>
                    <a:pt x="5685" y="-1"/>
                  </a:lnTo>
                  <a:close/>
                </a:path>
              </a:pathLst>
            </a:custGeom>
            <a:noFill/>
            <a:ln w="127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72" name="Arc 16">
              <a:extLst>
                <a:ext uri="{FF2B5EF4-FFF2-40B4-BE49-F238E27FC236}">
                  <a16:creationId xmlns:a16="http://schemas.microsoft.com/office/drawing/2014/main" id="{D8241B64-0F0D-A717-7E0C-EF92751E0201}"/>
                </a:ext>
              </a:extLst>
            </p:cNvPr>
            <p:cNvSpPr>
              <a:spLocks/>
            </p:cNvSpPr>
            <p:nvPr/>
          </p:nvSpPr>
          <p:spPr bwMode="auto">
            <a:xfrm rot="16200000" flipH="1">
              <a:off x="1459" y="2381"/>
              <a:ext cx="1120" cy="678"/>
            </a:xfrm>
            <a:custGeom>
              <a:avLst/>
              <a:gdLst>
                <a:gd name="T0" fmla="*/ 0 w 21600"/>
                <a:gd name="T1" fmla="*/ 0 h 20566"/>
                <a:gd name="T2" fmla="*/ 0 w 21600"/>
                <a:gd name="T3" fmla="*/ 0 h 20566"/>
                <a:gd name="T4" fmla="*/ 0 w 21600"/>
                <a:gd name="T5" fmla="*/ 0 h 20566"/>
                <a:gd name="T6" fmla="*/ 0 60000 65536"/>
                <a:gd name="T7" fmla="*/ 0 60000 65536"/>
                <a:gd name="T8" fmla="*/ 0 60000 65536"/>
                <a:gd name="T9" fmla="*/ 0 w 21600"/>
                <a:gd name="T10" fmla="*/ 0 h 20566"/>
                <a:gd name="T11" fmla="*/ 21600 w 21600"/>
                <a:gd name="T12" fmla="*/ 20566 h 2056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0566" fill="none" extrusionOk="0">
                  <a:moveTo>
                    <a:pt x="6602" y="-1"/>
                  </a:moveTo>
                  <a:cubicBezTo>
                    <a:pt x="15538" y="2868"/>
                    <a:pt x="21600" y="11180"/>
                    <a:pt x="21600" y="20566"/>
                  </a:cubicBezTo>
                </a:path>
                <a:path w="21600" h="20566" stroke="0" extrusionOk="0">
                  <a:moveTo>
                    <a:pt x="6602" y="-1"/>
                  </a:moveTo>
                  <a:cubicBezTo>
                    <a:pt x="15538" y="2868"/>
                    <a:pt x="21600" y="11180"/>
                    <a:pt x="21600" y="20566"/>
                  </a:cubicBezTo>
                  <a:lnTo>
                    <a:pt x="0" y="20566"/>
                  </a:lnTo>
                  <a:lnTo>
                    <a:pt x="6602" y="-1"/>
                  </a:lnTo>
                  <a:close/>
                </a:path>
              </a:pathLst>
            </a:custGeom>
            <a:noFill/>
            <a:ln w="127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73" name="Line 17">
              <a:extLst>
                <a:ext uri="{FF2B5EF4-FFF2-40B4-BE49-F238E27FC236}">
                  <a16:creationId xmlns:a16="http://schemas.microsoft.com/office/drawing/2014/main" id="{5AE26085-31AA-BABD-B684-717AE6687F9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584" y="3312"/>
              <a:ext cx="1632" cy="0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74" name="Line 18">
              <a:extLst>
                <a:ext uri="{FF2B5EF4-FFF2-40B4-BE49-F238E27FC236}">
                  <a16:creationId xmlns:a16="http://schemas.microsoft.com/office/drawing/2014/main" id="{3317CBF4-9A33-C11B-E791-33DC1FCCA36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352" y="2112"/>
              <a:ext cx="0" cy="1352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75" name="Text Box 19">
              <a:extLst>
                <a:ext uri="{FF2B5EF4-FFF2-40B4-BE49-F238E27FC236}">
                  <a16:creationId xmlns:a16="http://schemas.microsoft.com/office/drawing/2014/main" id="{6272D6EE-0820-A11E-C9BA-D2334B4B9FA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68" y="3312"/>
              <a:ext cx="259" cy="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9pPr>
            </a:lstStyle>
            <a:p>
              <a:pPr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None/>
              </a:pPr>
              <a:r>
                <a:rPr lang="en-US" altLang="zh-CN" b="0" i="1">
                  <a:ea typeface="宋体" panose="02010600030101010101" pitchFamily="2" charset="-122"/>
                </a:rPr>
                <a:t>X</a:t>
              </a:r>
            </a:p>
          </p:txBody>
        </p:sp>
        <p:sp>
          <p:nvSpPr>
            <p:cNvPr id="19476" name="Text Box 20">
              <a:extLst>
                <a:ext uri="{FF2B5EF4-FFF2-40B4-BE49-F238E27FC236}">
                  <a16:creationId xmlns:a16="http://schemas.microsoft.com/office/drawing/2014/main" id="{B9F3A0D3-8B19-407C-7B59-7E97E6AEE1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48" y="2064"/>
              <a:ext cx="48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9pPr>
            </a:lstStyle>
            <a:p>
              <a:pPr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None/>
              </a:pPr>
              <a:r>
                <a:rPr lang="en-US" altLang="zh-CN" b="0" i="1">
                  <a:ea typeface="宋体" panose="02010600030101010101" pitchFamily="2" charset="-122"/>
                </a:rPr>
                <a:t>Y</a:t>
              </a:r>
            </a:p>
          </p:txBody>
        </p:sp>
        <p:sp>
          <p:nvSpPr>
            <p:cNvPr id="19477" name="Text Box 21">
              <a:extLst>
                <a:ext uri="{FF2B5EF4-FFF2-40B4-BE49-F238E27FC236}">
                  <a16:creationId xmlns:a16="http://schemas.microsoft.com/office/drawing/2014/main" id="{1855C1BA-DB0A-6888-7B82-AFC9699D53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76" y="3326"/>
              <a:ext cx="259" cy="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9pPr>
            </a:lstStyle>
            <a:p>
              <a:pPr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None/>
              </a:pPr>
              <a:r>
                <a:rPr lang="en-US" altLang="zh-CN" b="0" i="1">
                  <a:ea typeface="宋体" panose="02010600030101010101" pitchFamily="2" charset="-122"/>
                </a:rPr>
                <a:t>O</a:t>
              </a:r>
            </a:p>
          </p:txBody>
        </p:sp>
        <p:sp>
          <p:nvSpPr>
            <p:cNvPr id="19478" name="Line 22">
              <a:extLst>
                <a:ext uri="{FF2B5EF4-FFF2-40B4-BE49-F238E27FC236}">
                  <a16:creationId xmlns:a16="http://schemas.microsoft.com/office/drawing/2014/main" id="{84D26B32-E58A-6A8F-0B24-803D851360F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680" y="2640"/>
              <a:ext cx="1536" cy="432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  <p:sp>
          <p:nvSpPr>
            <p:cNvPr id="19479" name="Line 23">
              <a:extLst>
                <a:ext uri="{FF2B5EF4-FFF2-40B4-BE49-F238E27FC236}">
                  <a16:creationId xmlns:a16="http://schemas.microsoft.com/office/drawing/2014/main" id="{FED4B09F-9FB1-13BA-928E-2A3DEF3550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0" y="3024"/>
              <a:ext cx="0" cy="24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  <p:sp>
          <p:nvSpPr>
            <p:cNvPr id="19480" name="Line 24">
              <a:extLst>
                <a:ext uri="{FF2B5EF4-FFF2-40B4-BE49-F238E27FC236}">
                  <a16:creationId xmlns:a16="http://schemas.microsoft.com/office/drawing/2014/main" id="{BB22BE2A-7E52-CBD6-EEA7-508F6C9AB45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28" y="2736"/>
              <a:ext cx="0" cy="528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  <p:sp>
          <p:nvSpPr>
            <p:cNvPr id="19481" name="Line 25">
              <a:extLst>
                <a:ext uri="{FF2B5EF4-FFF2-40B4-BE49-F238E27FC236}">
                  <a16:creationId xmlns:a16="http://schemas.microsoft.com/office/drawing/2014/main" id="{9FB664A0-9304-B237-A144-73E151E572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0" y="3024"/>
              <a:ext cx="432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  <p:sp>
          <p:nvSpPr>
            <p:cNvPr id="19482" name="Line 26">
              <a:extLst>
                <a:ext uri="{FF2B5EF4-FFF2-40B4-BE49-F238E27FC236}">
                  <a16:creationId xmlns:a16="http://schemas.microsoft.com/office/drawing/2014/main" id="{54B2C07D-45DF-E479-DA96-8E9F24C74A6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352" y="2736"/>
              <a:ext cx="576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  <p:graphicFrame>
          <p:nvGraphicFramePr>
            <p:cNvPr id="19483" name="Object 8">
              <a:extLst>
                <a:ext uri="{FF2B5EF4-FFF2-40B4-BE49-F238E27FC236}">
                  <a16:creationId xmlns:a16="http://schemas.microsoft.com/office/drawing/2014/main" id="{26AA6D54-AB2B-FAAC-8DD8-22AE825A46D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776" y="3312"/>
            <a:ext cx="291" cy="2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228501" imgH="165028" progId="Equation.3">
                    <p:embed/>
                  </p:oleObj>
                </mc:Choice>
                <mc:Fallback>
                  <p:oleObj name="Equation" r:id="rId7" imgW="228501" imgH="165028" progId="Equation.3">
                    <p:embed/>
                    <p:pic>
                      <p:nvPicPr>
                        <p:cNvPr id="19483" name="Object 8">
                          <a:extLst>
                            <a:ext uri="{FF2B5EF4-FFF2-40B4-BE49-F238E27FC236}">
                              <a16:creationId xmlns:a16="http://schemas.microsoft.com/office/drawing/2014/main" id="{26AA6D54-AB2B-FAAC-8DD8-22AE825A46D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lum bright="10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76" y="3312"/>
                          <a:ext cx="291" cy="21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accent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484" name="Object 9">
              <a:extLst>
                <a:ext uri="{FF2B5EF4-FFF2-40B4-BE49-F238E27FC236}">
                  <a16:creationId xmlns:a16="http://schemas.microsoft.com/office/drawing/2014/main" id="{2E50EA9C-6DEE-CF34-B311-05C46BF44CA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880" y="3312"/>
            <a:ext cx="146" cy="2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114102" imgH="177492" progId="Equation.3">
                    <p:embed/>
                  </p:oleObj>
                </mc:Choice>
                <mc:Fallback>
                  <p:oleObj name="Equation" r:id="rId7" imgW="114102" imgH="177492" progId="Equation.3">
                    <p:embed/>
                    <p:pic>
                      <p:nvPicPr>
                        <p:cNvPr id="19484" name="Object 9">
                          <a:extLst>
                            <a:ext uri="{FF2B5EF4-FFF2-40B4-BE49-F238E27FC236}">
                              <a16:creationId xmlns:a16="http://schemas.microsoft.com/office/drawing/2014/main" id="{2E50EA9C-6DEE-CF34-B311-05C46BF44CA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lum bright="10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80" y="3312"/>
                          <a:ext cx="146" cy="22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accent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485" name="Object 10">
              <a:extLst>
                <a:ext uri="{FF2B5EF4-FFF2-40B4-BE49-F238E27FC236}">
                  <a16:creationId xmlns:a16="http://schemas.microsoft.com/office/drawing/2014/main" id="{CE57CE13-A114-C443-1C5B-5243F4F538D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416" y="2936"/>
            <a:ext cx="114" cy="2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88707" imgH="164742" progId="Equation.3">
                    <p:embed/>
                  </p:oleObj>
                </mc:Choice>
                <mc:Fallback>
                  <p:oleObj name="Equation" r:id="rId7" imgW="88707" imgH="164742" progId="Equation.3">
                    <p:embed/>
                    <p:pic>
                      <p:nvPicPr>
                        <p:cNvPr id="19485" name="Object 10">
                          <a:extLst>
                            <a:ext uri="{FF2B5EF4-FFF2-40B4-BE49-F238E27FC236}">
                              <a16:creationId xmlns:a16="http://schemas.microsoft.com/office/drawing/2014/main" id="{CE57CE13-A114-C443-1C5B-5243F4F538D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lum bright="10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16" y="2936"/>
                          <a:ext cx="114" cy="2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accent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486" name="Object 11">
              <a:extLst>
                <a:ext uri="{FF2B5EF4-FFF2-40B4-BE49-F238E27FC236}">
                  <a16:creationId xmlns:a16="http://schemas.microsoft.com/office/drawing/2014/main" id="{E1694430-F5DE-3B4D-F9FC-50F2C71583B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968" y="2536"/>
            <a:ext cx="407" cy="22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317087" imgH="177569" progId="Equation.3">
                    <p:embed/>
                  </p:oleObj>
                </mc:Choice>
                <mc:Fallback>
                  <p:oleObj name="Equation" r:id="rId7" imgW="317087" imgH="177569" progId="Equation.3">
                    <p:embed/>
                    <p:pic>
                      <p:nvPicPr>
                        <p:cNvPr id="19486" name="Object 11">
                          <a:extLst>
                            <a:ext uri="{FF2B5EF4-FFF2-40B4-BE49-F238E27FC236}">
                              <a16:creationId xmlns:a16="http://schemas.microsoft.com/office/drawing/2014/main" id="{E1694430-F5DE-3B4D-F9FC-50F2C71583B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lum bright="10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68" y="2536"/>
                          <a:ext cx="407" cy="22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accent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487" name="Object 12">
              <a:extLst>
                <a:ext uri="{FF2B5EF4-FFF2-40B4-BE49-F238E27FC236}">
                  <a16:creationId xmlns:a16="http://schemas.microsoft.com/office/drawing/2014/main" id="{7D7BECC9-43BF-0766-281C-63CFE69CDD4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688" y="2064"/>
            <a:ext cx="830" cy="3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533169" imgH="228501" progId="Equation.3">
                    <p:embed/>
                  </p:oleObj>
                </mc:Choice>
                <mc:Fallback>
                  <p:oleObj name="Equation" r:id="rId7" imgW="533169" imgH="228501" progId="Equation.3">
                    <p:embed/>
                    <p:pic>
                      <p:nvPicPr>
                        <p:cNvPr id="19487" name="Object 12">
                          <a:extLst>
                            <a:ext uri="{FF2B5EF4-FFF2-40B4-BE49-F238E27FC236}">
                              <a16:creationId xmlns:a16="http://schemas.microsoft.com/office/drawing/2014/main" id="{7D7BECC9-43BF-0766-281C-63CFE69CDD4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lum bright="10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88" y="2064"/>
                          <a:ext cx="830" cy="35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accent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488" name="Object 13">
              <a:extLst>
                <a:ext uri="{FF2B5EF4-FFF2-40B4-BE49-F238E27FC236}">
                  <a16:creationId xmlns:a16="http://schemas.microsoft.com/office/drawing/2014/main" id="{A577435D-C352-D2A5-5D85-A664C4DFD0F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72" y="2784"/>
            <a:ext cx="1067" cy="3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685800" imgH="203200" progId="Equation.3">
                    <p:embed/>
                  </p:oleObj>
                </mc:Choice>
                <mc:Fallback>
                  <p:oleObj name="Equation" r:id="rId7" imgW="685800" imgH="203200" progId="Equation.3">
                    <p:embed/>
                    <p:pic>
                      <p:nvPicPr>
                        <p:cNvPr id="19488" name="Object 13">
                          <a:extLst>
                            <a:ext uri="{FF2B5EF4-FFF2-40B4-BE49-F238E27FC236}">
                              <a16:creationId xmlns:a16="http://schemas.microsoft.com/office/drawing/2014/main" id="{A577435D-C352-D2A5-5D85-A664C4DFD0F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lum bright="10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72" y="2784"/>
                          <a:ext cx="1067" cy="31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accent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0178" name="Object 2">
            <a:extLst>
              <a:ext uri="{FF2B5EF4-FFF2-40B4-BE49-F238E27FC236}">
                <a16:creationId xmlns:a16="http://schemas.microsoft.com/office/drawing/2014/main" id="{CAA2D3B6-6591-23ED-2419-C46CA2EF937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87538" y="149225"/>
          <a:ext cx="6875462" cy="2060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628900" imgH="787400" progId="Equation.3">
                  <p:embed/>
                </p:oleObj>
              </mc:Choice>
              <mc:Fallback>
                <p:oleObj name="Equation" r:id="rId2" imgW="2628900" imgH="787400" progId="Equation.3">
                  <p:embed/>
                  <p:pic>
                    <p:nvPicPr>
                      <p:cNvPr id="50178" name="Object 2">
                        <a:extLst>
                          <a:ext uri="{FF2B5EF4-FFF2-40B4-BE49-F238E27FC236}">
                            <a16:creationId xmlns:a16="http://schemas.microsoft.com/office/drawing/2014/main" id="{CAA2D3B6-6591-23ED-2419-C46CA2EF937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lum bright="10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87538" y="149225"/>
                        <a:ext cx="6875462" cy="2060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179" name="Object 3">
            <a:extLst>
              <a:ext uri="{FF2B5EF4-FFF2-40B4-BE49-F238E27FC236}">
                <a16:creationId xmlns:a16="http://schemas.microsoft.com/office/drawing/2014/main" id="{3FE2A3FF-8F12-93A0-BB7D-59C323D3405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11338" y="2300288"/>
          <a:ext cx="6951662" cy="2014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628900" imgH="762000" progId="Equation.3">
                  <p:embed/>
                </p:oleObj>
              </mc:Choice>
              <mc:Fallback>
                <p:oleObj name="Equation" r:id="rId2" imgW="2628900" imgH="762000" progId="Equation.3">
                  <p:embed/>
                  <p:pic>
                    <p:nvPicPr>
                      <p:cNvPr id="50179" name="Object 3">
                        <a:extLst>
                          <a:ext uri="{FF2B5EF4-FFF2-40B4-BE49-F238E27FC236}">
                            <a16:creationId xmlns:a16="http://schemas.microsoft.com/office/drawing/2014/main" id="{3FE2A3FF-8F12-93A0-BB7D-59C323D3405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lum bright="10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11338" y="2300288"/>
                        <a:ext cx="6951662" cy="2014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199" name="Text Box 23">
            <a:extLst>
              <a:ext uri="{FF2B5EF4-FFF2-40B4-BE49-F238E27FC236}">
                <a16:creationId xmlns:a16="http://schemas.microsoft.com/office/drawing/2014/main" id="{EDDC1C90-398E-C60F-A3BE-706F820D9B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8800" y="4572000"/>
            <a:ext cx="3200400" cy="476250"/>
          </a:xfrm>
          <a:prstGeom prst="rect">
            <a:avLst/>
          </a:prstGeom>
          <a:noFill/>
          <a:ln w="9525">
            <a:solidFill>
              <a:srgbClr val="99FF6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None/>
            </a:pPr>
            <a:r>
              <a:rPr lang="zh-CN" altLang="en-US">
                <a:solidFill>
                  <a:srgbClr val="FFFF66"/>
                </a:solidFill>
                <a:ea typeface="宋体" panose="02010600030101010101" pitchFamily="2" charset="-122"/>
              </a:rPr>
              <a:t>做功与路径有关</a:t>
            </a:r>
          </a:p>
        </p:txBody>
      </p:sp>
      <p:sp>
        <p:nvSpPr>
          <p:cNvPr id="20485" name="Text Box 24">
            <a:extLst>
              <a:ext uri="{FF2B5EF4-FFF2-40B4-BE49-F238E27FC236}">
                <a16:creationId xmlns:a16="http://schemas.microsoft.com/office/drawing/2014/main" id="{599A986C-74C0-5990-C2AE-D8E3F0D630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242888"/>
            <a:ext cx="19050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just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None/>
            </a:pPr>
            <a:r>
              <a:rPr lang="zh-CN" altLang="en-US">
                <a:solidFill>
                  <a:schemeClr val="accent1"/>
                </a:solidFill>
                <a:ea typeface="宋体" panose="02010600030101010101" pitchFamily="2" charset="-122"/>
              </a:rPr>
              <a:t>沿抛物线</a:t>
            </a:r>
          </a:p>
        </p:txBody>
      </p:sp>
      <p:sp>
        <p:nvSpPr>
          <p:cNvPr id="50201" name="Text Box 25">
            <a:extLst>
              <a:ext uri="{FF2B5EF4-FFF2-40B4-BE49-F238E27FC236}">
                <a16:creationId xmlns:a16="http://schemas.microsoft.com/office/drawing/2014/main" id="{329B2812-98DE-FD04-7B51-A9A8B768ED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2376488"/>
            <a:ext cx="16002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just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None/>
            </a:pPr>
            <a:r>
              <a:rPr lang="zh-CN" altLang="en-US">
                <a:solidFill>
                  <a:schemeClr val="accent1"/>
                </a:solidFill>
                <a:ea typeface="宋体" panose="02010600030101010101" pitchFamily="2" charset="-122"/>
              </a:rPr>
              <a:t>沿直线</a:t>
            </a:r>
          </a:p>
        </p:txBody>
      </p:sp>
      <p:sp>
        <p:nvSpPr>
          <p:cNvPr id="50205" name="Rectangle 29">
            <a:extLst>
              <a:ext uri="{FF2B5EF4-FFF2-40B4-BE49-F238E27FC236}">
                <a16:creationId xmlns:a16="http://schemas.microsoft.com/office/drawing/2014/main" id="{E015775B-E8BF-73A3-E2B6-CAFE351C1C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7400" y="1371600"/>
            <a:ext cx="1295400" cy="609600"/>
          </a:xfrm>
          <a:prstGeom prst="rect">
            <a:avLst/>
          </a:prstGeom>
          <a:noFill/>
          <a:ln w="9525">
            <a:solidFill>
              <a:srgbClr val="FF66CC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</a:pPr>
            <a:endParaRPr lang="zh-CN" altLang="en-US"/>
          </a:p>
        </p:txBody>
      </p:sp>
      <p:sp>
        <p:nvSpPr>
          <p:cNvPr id="50206" name="Rectangle 30">
            <a:extLst>
              <a:ext uri="{FF2B5EF4-FFF2-40B4-BE49-F238E27FC236}">
                <a16:creationId xmlns:a16="http://schemas.microsoft.com/office/drawing/2014/main" id="{370E8239-D326-7A84-A7E5-C6DD0B1AA4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05600" y="3429000"/>
            <a:ext cx="1295400" cy="609600"/>
          </a:xfrm>
          <a:prstGeom prst="rect">
            <a:avLst/>
          </a:prstGeom>
          <a:noFill/>
          <a:ln w="9525">
            <a:solidFill>
              <a:srgbClr val="FF66CC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</a:pPr>
            <a:endParaRPr lang="zh-CN" altLang="en-US"/>
          </a:p>
        </p:txBody>
      </p:sp>
      <p:grpSp>
        <p:nvGrpSpPr>
          <p:cNvPr id="20489" name="Group 31">
            <a:extLst>
              <a:ext uri="{FF2B5EF4-FFF2-40B4-BE49-F238E27FC236}">
                <a16:creationId xmlns:a16="http://schemas.microsoft.com/office/drawing/2014/main" id="{BD10B2BE-FA5B-3043-39DC-805C21418320}"/>
              </a:ext>
            </a:extLst>
          </p:cNvPr>
          <p:cNvGrpSpPr>
            <a:grpSpLocks/>
          </p:cNvGrpSpPr>
          <p:nvPr/>
        </p:nvGrpSpPr>
        <p:grpSpPr bwMode="auto">
          <a:xfrm>
            <a:off x="685800" y="4286250"/>
            <a:ext cx="4518025" cy="2343150"/>
            <a:chOff x="672" y="2064"/>
            <a:chExt cx="2846" cy="1476"/>
          </a:xfrm>
        </p:grpSpPr>
        <p:graphicFrame>
          <p:nvGraphicFramePr>
            <p:cNvPr id="20490" name="Object 4">
              <a:extLst>
                <a:ext uri="{FF2B5EF4-FFF2-40B4-BE49-F238E27FC236}">
                  <a16:creationId xmlns:a16="http://schemas.microsoft.com/office/drawing/2014/main" id="{1BCE36D5-3072-FA65-0753-8397CA7ABF6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614" y="2290"/>
            <a:ext cx="72" cy="1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114151" imgH="215619" progId="Equation.3">
                    <p:embed/>
                  </p:oleObj>
                </mc:Choice>
                <mc:Fallback>
                  <p:oleObj name="Equation" r:id="rId2" imgW="114151" imgH="215619" progId="Equation.3">
                    <p:embed/>
                    <p:pic>
                      <p:nvPicPr>
                        <p:cNvPr id="20490" name="Object 4">
                          <a:extLst>
                            <a:ext uri="{FF2B5EF4-FFF2-40B4-BE49-F238E27FC236}">
                              <a16:creationId xmlns:a16="http://schemas.microsoft.com/office/drawing/2014/main" id="{1BCE36D5-3072-FA65-0753-8397CA7ABF6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14" y="2290"/>
                          <a:ext cx="72" cy="1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491" name="Arc 33">
              <a:extLst>
                <a:ext uri="{FF2B5EF4-FFF2-40B4-BE49-F238E27FC236}">
                  <a16:creationId xmlns:a16="http://schemas.microsoft.com/office/drawing/2014/main" id="{8CC77920-7256-8366-64A8-B29BE56D4B0B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2088" y="2376"/>
              <a:ext cx="1120" cy="687"/>
            </a:xfrm>
            <a:custGeom>
              <a:avLst/>
              <a:gdLst>
                <a:gd name="T0" fmla="*/ 0 w 21600"/>
                <a:gd name="T1" fmla="*/ 0 h 20838"/>
                <a:gd name="T2" fmla="*/ 0 w 21600"/>
                <a:gd name="T3" fmla="*/ 0 h 20838"/>
                <a:gd name="T4" fmla="*/ 0 w 21600"/>
                <a:gd name="T5" fmla="*/ 0 h 20838"/>
                <a:gd name="T6" fmla="*/ 0 60000 65536"/>
                <a:gd name="T7" fmla="*/ 0 60000 65536"/>
                <a:gd name="T8" fmla="*/ 0 60000 65536"/>
                <a:gd name="T9" fmla="*/ 0 w 21600"/>
                <a:gd name="T10" fmla="*/ 0 h 20838"/>
                <a:gd name="T11" fmla="*/ 21600 w 21600"/>
                <a:gd name="T12" fmla="*/ 20838 h 2083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0838" fill="none" extrusionOk="0">
                  <a:moveTo>
                    <a:pt x="5685" y="-1"/>
                  </a:moveTo>
                  <a:cubicBezTo>
                    <a:pt x="15081" y="2563"/>
                    <a:pt x="21600" y="11098"/>
                    <a:pt x="21600" y="20838"/>
                  </a:cubicBezTo>
                </a:path>
                <a:path w="21600" h="20838" stroke="0" extrusionOk="0">
                  <a:moveTo>
                    <a:pt x="5685" y="-1"/>
                  </a:moveTo>
                  <a:cubicBezTo>
                    <a:pt x="15081" y="2563"/>
                    <a:pt x="21600" y="11098"/>
                    <a:pt x="21600" y="20838"/>
                  </a:cubicBezTo>
                  <a:lnTo>
                    <a:pt x="0" y="20838"/>
                  </a:lnTo>
                  <a:lnTo>
                    <a:pt x="5685" y="-1"/>
                  </a:lnTo>
                  <a:close/>
                </a:path>
              </a:pathLst>
            </a:custGeom>
            <a:noFill/>
            <a:ln w="127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492" name="Arc 34">
              <a:extLst>
                <a:ext uri="{FF2B5EF4-FFF2-40B4-BE49-F238E27FC236}">
                  <a16:creationId xmlns:a16="http://schemas.microsoft.com/office/drawing/2014/main" id="{1CB629FF-DB6C-D523-4385-C449C5FBC199}"/>
                </a:ext>
              </a:extLst>
            </p:cNvPr>
            <p:cNvSpPr>
              <a:spLocks/>
            </p:cNvSpPr>
            <p:nvPr/>
          </p:nvSpPr>
          <p:spPr bwMode="auto">
            <a:xfrm rot="16200000" flipH="1">
              <a:off x="1459" y="2381"/>
              <a:ext cx="1120" cy="678"/>
            </a:xfrm>
            <a:custGeom>
              <a:avLst/>
              <a:gdLst>
                <a:gd name="T0" fmla="*/ 0 w 21600"/>
                <a:gd name="T1" fmla="*/ 0 h 20566"/>
                <a:gd name="T2" fmla="*/ 0 w 21600"/>
                <a:gd name="T3" fmla="*/ 0 h 20566"/>
                <a:gd name="T4" fmla="*/ 0 w 21600"/>
                <a:gd name="T5" fmla="*/ 0 h 20566"/>
                <a:gd name="T6" fmla="*/ 0 60000 65536"/>
                <a:gd name="T7" fmla="*/ 0 60000 65536"/>
                <a:gd name="T8" fmla="*/ 0 60000 65536"/>
                <a:gd name="T9" fmla="*/ 0 w 21600"/>
                <a:gd name="T10" fmla="*/ 0 h 20566"/>
                <a:gd name="T11" fmla="*/ 21600 w 21600"/>
                <a:gd name="T12" fmla="*/ 20566 h 2056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0566" fill="none" extrusionOk="0">
                  <a:moveTo>
                    <a:pt x="6602" y="-1"/>
                  </a:moveTo>
                  <a:cubicBezTo>
                    <a:pt x="15538" y="2868"/>
                    <a:pt x="21600" y="11180"/>
                    <a:pt x="21600" y="20566"/>
                  </a:cubicBezTo>
                </a:path>
                <a:path w="21600" h="20566" stroke="0" extrusionOk="0">
                  <a:moveTo>
                    <a:pt x="6602" y="-1"/>
                  </a:moveTo>
                  <a:cubicBezTo>
                    <a:pt x="15538" y="2868"/>
                    <a:pt x="21600" y="11180"/>
                    <a:pt x="21600" y="20566"/>
                  </a:cubicBezTo>
                  <a:lnTo>
                    <a:pt x="0" y="20566"/>
                  </a:lnTo>
                  <a:lnTo>
                    <a:pt x="6602" y="-1"/>
                  </a:lnTo>
                  <a:close/>
                </a:path>
              </a:pathLst>
            </a:custGeom>
            <a:noFill/>
            <a:ln w="127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493" name="Line 35">
              <a:extLst>
                <a:ext uri="{FF2B5EF4-FFF2-40B4-BE49-F238E27FC236}">
                  <a16:creationId xmlns:a16="http://schemas.microsoft.com/office/drawing/2014/main" id="{F1C8F50C-E486-F8C6-A0E1-1DC8F0E9196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584" y="3312"/>
              <a:ext cx="1632" cy="0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494" name="Line 36">
              <a:extLst>
                <a:ext uri="{FF2B5EF4-FFF2-40B4-BE49-F238E27FC236}">
                  <a16:creationId xmlns:a16="http://schemas.microsoft.com/office/drawing/2014/main" id="{EBD1DC29-F98A-5603-0ABF-6E5A9321513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352" y="2112"/>
              <a:ext cx="0" cy="1352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495" name="Text Box 37">
              <a:extLst>
                <a:ext uri="{FF2B5EF4-FFF2-40B4-BE49-F238E27FC236}">
                  <a16:creationId xmlns:a16="http://schemas.microsoft.com/office/drawing/2014/main" id="{E3CE8CD0-2B74-2093-4598-71AB5B0EF1F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68" y="3312"/>
              <a:ext cx="259" cy="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9pPr>
            </a:lstStyle>
            <a:p>
              <a:pPr algn="just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None/>
              </a:pPr>
              <a:r>
                <a:rPr lang="en-US" altLang="zh-CN" b="0" i="1">
                  <a:ea typeface="宋体" panose="02010600030101010101" pitchFamily="2" charset="-122"/>
                </a:rPr>
                <a:t>X</a:t>
              </a:r>
            </a:p>
          </p:txBody>
        </p:sp>
        <p:sp>
          <p:nvSpPr>
            <p:cNvPr id="20496" name="Text Box 38">
              <a:extLst>
                <a:ext uri="{FF2B5EF4-FFF2-40B4-BE49-F238E27FC236}">
                  <a16:creationId xmlns:a16="http://schemas.microsoft.com/office/drawing/2014/main" id="{B0721E19-B875-7053-950D-771D252C361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48" y="2064"/>
              <a:ext cx="48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9pPr>
            </a:lstStyle>
            <a:p>
              <a:pPr algn="just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None/>
              </a:pPr>
              <a:r>
                <a:rPr lang="en-US" altLang="zh-CN" b="0" i="1">
                  <a:ea typeface="宋体" panose="02010600030101010101" pitchFamily="2" charset="-122"/>
                </a:rPr>
                <a:t>Y</a:t>
              </a:r>
            </a:p>
          </p:txBody>
        </p:sp>
        <p:sp>
          <p:nvSpPr>
            <p:cNvPr id="20497" name="Text Box 39">
              <a:extLst>
                <a:ext uri="{FF2B5EF4-FFF2-40B4-BE49-F238E27FC236}">
                  <a16:creationId xmlns:a16="http://schemas.microsoft.com/office/drawing/2014/main" id="{21712B53-99F4-2F50-F31A-497C01C563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82" y="3326"/>
              <a:ext cx="259" cy="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9pPr>
            </a:lstStyle>
            <a:p>
              <a:pPr algn="just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None/>
              </a:pPr>
              <a:r>
                <a:rPr lang="en-US" altLang="zh-CN" b="0" i="1">
                  <a:ea typeface="宋体" panose="02010600030101010101" pitchFamily="2" charset="-122"/>
                </a:rPr>
                <a:t>O</a:t>
              </a:r>
            </a:p>
          </p:txBody>
        </p:sp>
        <p:sp>
          <p:nvSpPr>
            <p:cNvPr id="20498" name="Line 40">
              <a:extLst>
                <a:ext uri="{FF2B5EF4-FFF2-40B4-BE49-F238E27FC236}">
                  <a16:creationId xmlns:a16="http://schemas.microsoft.com/office/drawing/2014/main" id="{BB5F1873-5F23-D8C7-6B2E-075B8DC8BED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680" y="2640"/>
              <a:ext cx="1536" cy="432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  <p:sp>
          <p:nvSpPr>
            <p:cNvPr id="20499" name="Line 41">
              <a:extLst>
                <a:ext uri="{FF2B5EF4-FFF2-40B4-BE49-F238E27FC236}">
                  <a16:creationId xmlns:a16="http://schemas.microsoft.com/office/drawing/2014/main" id="{68BD4A2C-6BE6-E733-20B2-B59B2C98171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0" y="3024"/>
              <a:ext cx="0" cy="24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  <p:sp>
          <p:nvSpPr>
            <p:cNvPr id="20500" name="Line 42">
              <a:extLst>
                <a:ext uri="{FF2B5EF4-FFF2-40B4-BE49-F238E27FC236}">
                  <a16:creationId xmlns:a16="http://schemas.microsoft.com/office/drawing/2014/main" id="{00B206A0-1387-5DE8-3602-501840D0661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28" y="2736"/>
              <a:ext cx="0" cy="528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  <p:sp>
          <p:nvSpPr>
            <p:cNvPr id="20501" name="Line 43">
              <a:extLst>
                <a:ext uri="{FF2B5EF4-FFF2-40B4-BE49-F238E27FC236}">
                  <a16:creationId xmlns:a16="http://schemas.microsoft.com/office/drawing/2014/main" id="{C69B48DC-A722-A646-1280-85851AF2557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0" y="3024"/>
              <a:ext cx="432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  <p:sp>
          <p:nvSpPr>
            <p:cNvPr id="20502" name="Line 44">
              <a:extLst>
                <a:ext uri="{FF2B5EF4-FFF2-40B4-BE49-F238E27FC236}">
                  <a16:creationId xmlns:a16="http://schemas.microsoft.com/office/drawing/2014/main" id="{52E56F42-6338-821A-96FC-F3803ADBF7C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352" y="2736"/>
              <a:ext cx="576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  <p:graphicFrame>
          <p:nvGraphicFramePr>
            <p:cNvPr id="20503" name="Object 5">
              <a:extLst>
                <a:ext uri="{FF2B5EF4-FFF2-40B4-BE49-F238E27FC236}">
                  <a16:creationId xmlns:a16="http://schemas.microsoft.com/office/drawing/2014/main" id="{7AEB6264-BD01-093E-25B3-BFB7DFE97A4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776" y="3312"/>
            <a:ext cx="291" cy="2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228501" imgH="165028" progId="Equation.3">
                    <p:embed/>
                  </p:oleObj>
                </mc:Choice>
                <mc:Fallback>
                  <p:oleObj name="Equation" r:id="rId2" imgW="228501" imgH="165028" progId="Equation.3">
                    <p:embed/>
                    <p:pic>
                      <p:nvPicPr>
                        <p:cNvPr id="20503" name="Object 5">
                          <a:extLst>
                            <a:ext uri="{FF2B5EF4-FFF2-40B4-BE49-F238E27FC236}">
                              <a16:creationId xmlns:a16="http://schemas.microsoft.com/office/drawing/2014/main" id="{7AEB6264-BD01-093E-25B3-BFB7DFE97A4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lum bright="10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76" y="3312"/>
                          <a:ext cx="291" cy="21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accent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504" name="Object 6">
              <a:extLst>
                <a:ext uri="{FF2B5EF4-FFF2-40B4-BE49-F238E27FC236}">
                  <a16:creationId xmlns:a16="http://schemas.microsoft.com/office/drawing/2014/main" id="{216D2170-4980-A366-BB3A-C22047B255E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880" y="3312"/>
            <a:ext cx="146" cy="2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114102" imgH="177492" progId="Equation.3">
                    <p:embed/>
                  </p:oleObj>
                </mc:Choice>
                <mc:Fallback>
                  <p:oleObj name="Equation" r:id="rId2" imgW="114102" imgH="177492" progId="Equation.3">
                    <p:embed/>
                    <p:pic>
                      <p:nvPicPr>
                        <p:cNvPr id="20504" name="Object 6">
                          <a:extLst>
                            <a:ext uri="{FF2B5EF4-FFF2-40B4-BE49-F238E27FC236}">
                              <a16:creationId xmlns:a16="http://schemas.microsoft.com/office/drawing/2014/main" id="{216D2170-4980-A366-BB3A-C22047B255E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lum bright="10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80" y="3312"/>
                          <a:ext cx="146" cy="22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accent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505" name="Object 7">
              <a:extLst>
                <a:ext uri="{FF2B5EF4-FFF2-40B4-BE49-F238E27FC236}">
                  <a16:creationId xmlns:a16="http://schemas.microsoft.com/office/drawing/2014/main" id="{5168CADE-CFB2-01FF-F363-86F36065152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416" y="2936"/>
            <a:ext cx="114" cy="2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88707" imgH="164742" progId="Equation.3">
                    <p:embed/>
                  </p:oleObj>
                </mc:Choice>
                <mc:Fallback>
                  <p:oleObj name="Equation" r:id="rId2" imgW="88707" imgH="164742" progId="Equation.3">
                    <p:embed/>
                    <p:pic>
                      <p:nvPicPr>
                        <p:cNvPr id="20505" name="Object 7">
                          <a:extLst>
                            <a:ext uri="{FF2B5EF4-FFF2-40B4-BE49-F238E27FC236}">
                              <a16:creationId xmlns:a16="http://schemas.microsoft.com/office/drawing/2014/main" id="{5168CADE-CFB2-01FF-F363-86F36065152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lum bright="10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16" y="2936"/>
                          <a:ext cx="114" cy="2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accent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506" name="Object 8">
              <a:extLst>
                <a:ext uri="{FF2B5EF4-FFF2-40B4-BE49-F238E27FC236}">
                  <a16:creationId xmlns:a16="http://schemas.microsoft.com/office/drawing/2014/main" id="{0E411EA0-35D3-4961-2C63-5CE7BE03A35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968" y="2536"/>
            <a:ext cx="407" cy="22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317087" imgH="177569" progId="Equation.3">
                    <p:embed/>
                  </p:oleObj>
                </mc:Choice>
                <mc:Fallback>
                  <p:oleObj name="Equation" r:id="rId2" imgW="317087" imgH="177569" progId="Equation.3">
                    <p:embed/>
                    <p:pic>
                      <p:nvPicPr>
                        <p:cNvPr id="20506" name="Object 8">
                          <a:extLst>
                            <a:ext uri="{FF2B5EF4-FFF2-40B4-BE49-F238E27FC236}">
                              <a16:creationId xmlns:a16="http://schemas.microsoft.com/office/drawing/2014/main" id="{0E411EA0-35D3-4961-2C63-5CE7BE03A35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lum bright="10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68" y="2536"/>
                          <a:ext cx="407" cy="22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accent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507" name="Object 9">
              <a:extLst>
                <a:ext uri="{FF2B5EF4-FFF2-40B4-BE49-F238E27FC236}">
                  <a16:creationId xmlns:a16="http://schemas.microsoft.com/office/drawing/2014/main" id="{EB8C364E-A577-EE62-3391-C6FDDE954CF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688" y="2064"/>
            <a:ext cx="830" cy="3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533169" imgH="228501" progId="Equation.3">
                    <p:embed/>
                  </p:oleObj>
                </mc:Choice>
                <mc:Fallback>
                  <p:oleObj name="Equation" r:id="rId2" imgW="533169" imgH="228501" progId="Equation.3">
                    <p:embed/>
                    <p:pic>
                      <p:nvPicPr>
                        <p:cNvPr id="20507" name="Object 9">
                          <a:extLst>
                            <a:ext uri="{FF2B5EF4-FFF2-40B4-BE49-F238E27FC236}">
                              <a16:creationId xmlns:a16="http://schemas.microsoft.com/office/drawing/2014/main" id="{EB8C364E-A577-EE62-3391-C6FDDE954CF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lum bright="10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88" y="2064"/>
                          <a:ext cx="830" cy="35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accent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508" name="Object 10">
              <a:extLst>
                <a:ext uri="{FF2B5EF4-FFF2-40B4-BE49-F238E27FC236}">
                  <a16:creationId xmlns:a16="http://schemas.microsoft.com/office/drawing/2014/main" id="{4C40DDE8-B0CC-762D-56A3-954034A874B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72" y="2784"/>
            <a:ext cx="1067" cy="3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685800" imgH="203200" progId="Equation.3">
                    <p:embed/>
                  </p:oleObj>
                </mc:Choice>
                <mc:Fallback>
                  <p:oleObj name="Equation" r:id="rId2" imgW="685800" imgH="203200" progId="Equation.3">
                    <p:embed/>
                    <p:pic>
                      <p:nvPicPr>
                        <p:cNvPr id="20508" name="Object 10">
                          <a:extLst>
                            <a:ext uri="{FF2B5EF4-FFF2-40B4-BE49-F238E27FC236}">
                              <a16:creationId xmlns:a16="http://schemas.microsoft.com/office/drawing/2014/main" id="{4C40DDE8-B0CC-762D-56A3-954034A874B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lum bright="10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72" y="2784"/>
                          <a:ext cx="1067" cy="31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accent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0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0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0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02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02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02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02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50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199" grpId="0" animBg="1" autoUpdateAnimBg="0"/>
      <p:bldP spid="50201" grpId="0" autoUpdateAnimBg="0"/>
      <p:bldP spid="50205" grpId="0" animBg="1"/>
      <p:bldP spid="5020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0674" name="Picture 2" descr="j0293240">
            <a:extLst>
              <a:ext uri="{FF2B5EF4-FFF2-40B4-BE49-F238E27FC236}">
                <a16:creationId xmlns:a16="http://schemas.microsoft.com/office/drawing/2014/main" id="{B7095C33-B681-386A-95E0-C143420CE3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2813" y="6699250"/>
            <a:ext cx="611187" cy="452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40675" name="Text Box 3">
            <a:extLst>
              <a:ext uri="{FF2B5EF4-FFF2-40B4-BE49-F238E27FC236}">
                <a16:creationId xmlns:a16="http://schemas.microsoft.com/office/drawing/2014/main" id="{574F359A-E5C4-E52B-195B-F5A24C2FBC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188913"/>
            <a:ext cx="27844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/>
            <a:r>
              <a:rPr kumimoji="1" lang="zh-CN" altLang="en-US" sz="2800">
                <a:solidFill>
                  <a:srgbClr val="FFFF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三</a:t>
            </a:r>
            <a:r>
              <a:rPr kumimoji="1" lang="en-US" altLang="zh-CN" sz="2800">
                <a:solidFill>
                  <a:srgbClr val="FFFF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. </a:t>
            </a:r>
            <a:r>
              <a:rPr kumimoji="1" lang="zh-CN" altLang="en-US" sz="2800">
                <a:solidFill>
                  <a:srgbClr val="FFFF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功率</a:t>
            </a:r>
          </a:p>
        </p:txBody>
      </p:sp>
      <p:sp>
        <p:nvSpPr>
          <p:cNvPr id="540676" name="Text Box 4">
            <a:extLst>
              <a:ext uri="{FF2B5EF4-FFF2-40B4-BE49-F238E27FC236}">
                <a16:creationId xmlns:a16="http://schemas.microsoft.com/office/drawing/2014/main" id="{63C022CC-2EED-B95B-9205-DFB7137847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8688" y="655638"/>
            <a:ext cx="67214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/>
            <a:r>
              <a:rPr kumimoji="1" lang="zh-CN" altLang="en-US">
                <a:solidFill>
                  <a:srgbClr val="66FF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力在单位时间内所作的功，称为功率。</a:t>
            </a:r>
          </a:p>
        </p:txBody>
      </p:sp>
      <p:sp>
        <p:nvSpPr>
          <p:cNvPr id="540677" name="Text Box 5">
            <a:extLst>
              <a:ext uri="{FF2B5EF4-FFF2-40B4-BE49-F238E27FC236}">
                <a16:creationId xmlns:a16="http://schemas.microsoft.com/office/drawing/2014/main" id="{895FC310-3F12-B0D3-85D2-26A78C3C84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8688" y="1431925"/>
            <a:ext cx="17176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/>
            <a:r>
              <a:rPr kumimoji="1"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平均功率 </a:t>
            </a:r>
            <a:r>
              <a:rPr kumimoji="1" lang="en-US" altLang="zh-CN">
                <a:latin typeface="宋体" panose="02010600030101010101" pitchFamily="2" charset="-122"/>
                <a:ea typeface="宋体" panose="02010600030101010101" pitchFamily="2" charset="-122"/>
              </a:rPr>
              <a:t>:</a:t>
            </a:r>
          </a:p>
        </p:txBody>
      </p:sp>
      <p:graphicFrame>
        <p:nvGraphicFramePr>
          <p:cNvPr id="540678" name="Object 2">
            <a:extLst>
              <a:ext uri="{FF2B5EF4-FFF2-40B4-BE49-F238E27FC236}">
                <a16:creationId xmlns:a16="http://schemas.microsoft.com/office/drawing/2014/main" id="{D8E7382D-1DBE-5385-8E43-FD913B21EAD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05163" y="1189038"/>
          <a:ext cx="1171575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158489" imgH="815479" progId="Equation.3">
                  <p:embed/>
                </p:oleObj>
              </mc:Choice>
              <mc:Fallback>
                <p:oleObj name="Equation" r:id="rId3" imgW="1158489" imgH="815479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5163" y="1189038"/>
                        <a:ext cx="1171575" cy="825500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rgbClr val="66FFFF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0679" name="Text Box 7">
            <a:extLst>
              <a:ext uri="{FF2B5EF4-FFF2-40B4-BE49-F238E27FC236}">
                <a16:creationId xmlns:a16="http://schemas.microsoft.com/office/drawing/2014/main" id="{8160E919-9AAB-E8BD-17B5-F36A111896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2438" y="3565525"/>
            <a:ext cx="69627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/>
            <a:r>
              <a:rPr kumimoji="1"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已知</a:t>
            </a:r>
            <a:r>
              <a:rPr kumimoji="1" lang="zh-CN" altLang="en-US">
                <a:latin typeface="Times New Roman" panose="02020603050405020304" pitchFamily="18" charset="0"/>
              </a:rPr>
              <a:t> </a:t>
            </a:r>
            <a:r>
              <a:rPr kumimoji="1" lang="en-US" altLang="zh-CN" i="1">
                <a:solidFill>
                  <a:srgbClr val="66FFFF"/>
                </a:solidFill>
                <a:latin typeface="Times New Roman" panose="02020603050405020304" pitchFamily="18" charset="0"/>
              </a:rPr>
              <a:t>m </a:t>
            </a:r>
            <a:r>
              <a:rPr kumimoji="1" lang="en-US" altLang="zh-CN">
                <a:solidFill>
                  <a:srgbClr val="66FFFF"/>
                </a:solidFill>
                <a:latin typeface="Times New Roman" panose="02020603050405020304" pitchFamily="18" charset="0"/>
              </a:rPr>
              <a:t>= 2kg </a:t>
            </a:r>
            <a:r>
              <a:rPr kumimoji="1" lang="en-US" altLang="zh-CN">
                <a:latin typeface="Times New Roman" panose="02020603050405020304" pitchFamily="18" charset="0"/>
              </a:rPr>
              <a:t>,</a:t>
            </a:r>
            <a:r>
              <a:rPr kumimoji="1" lang="en-US" altLang="zh-CN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kumimoji="1"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在</a:t>
            </a:r>
            <a:r>
              <a:rPr kumimoji="1" lang="zh-CN" altLang="en-US">
                <a:latin typeface="Times New Roman" panose="02020603050405020304" pitchFamily="18" charset="0"/>
              </a:rPr>
              <a:t> </a:t>
            </a:r>
            <a:r>
              <a:rPr kumimoji="1" lang="en-US" altLang="zh-CN" i="1">
                <a:solidFill>
                  <a:srgbClr val="66FFFF"/>
                </a:solidFill>
                <a:latin typeface="Times New Roman" panose="02020603050405020304" pitchFamily="18" charset="0"/>
              </a:rPr>
              <a:t>F</a:t>
            </a:r>
            <a:r>
              <a:rPr kumimoji="1" lang="en-US" altLang="zh-CN">
                <a:solidFill>
                  <a:srgbClr val="66FFFF"/>
                </a:solidFill>
                <a:latin typeface="Times New Roman" panose="02020603050405020304" pitchFamily="18" charset="0"/>
              </a:rPr>
              <a:t> = 12</a:t>
            </a:r>
            <a:r>
              <a:rPr kumimoji="1" lang="en-US" altLang="zh-CN" i="1">
                <a:solidFill>
                  <a:srgbClr val="66FFFF"/>
                </a:solidFill>
                <a:latin typeface="Times New Roman" panose="02020603050405020304" pitchFamily="18" charset="0"/>
              </a:rPr>
              <a:t>t</a:t>
            </a:r>
            <a:r>
              <a:rPr kumimoji="1" lang="en-US" altLang="zh-CN" i="1">
                <a:latin typeface="Times New Roman" panose="02020603050405020304" pitchFamily="18" charset="0"/>
              </a:rPr>
              <a:t> </a:t>
            </a:r>
            <a:r>
              <a:rPr kumimoji="1"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作用下由静止做直线运动</a:t>
            </a:r>
          </a:p>
        </p:txBody>
      </p:sp>
      <p:sp>
        <p:nvSpPr>
          <p:cNvPr id="540680" name="Text Box 8">
            <a:extLst>
              <a:ext uri="{FF2B5EF4-FFF2-40B4-BE49-F238E27FC236}">
                <a16:creationId xmlns:a16="http://schemas.microsoft.com/office/drawing/2014/main" id="{8D530347-CBE2-684C-BE37-27245A8AC9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8588" y="4706938"/>
            <a:ext cx="492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/>
            <a:r>
              <a:rPr kumimoji="1" lang="zh-CN" altLang="en-US">
                <a:solidFill>
                  <a:srgbClr val="FFFF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解</a:t>
            </a:r>
          </a:p>
        </p:txBody>
      </p:sp>
      <p:graphicFrame>
        <p:nvGraphicFramePr>
          <p:cNvPr id="540681" name="Object 3">
            <a:extLst>
              <a:ext uri="{FF2B5EF4-FFF2-40B4-BE49-F238E27FC236}">
                <a16:creationId xmlns:a16="http://schemas.microsoft.com/office/drawing/2014/main" id="{DA42C03F-822E-FD30-0670-D4CB5ECEF85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55650" y="4508500"/>
          <a:ext cx="1863725" cy="831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844227" imgH="815479" progId="Equation.3">
                  <p:embed/>
                </p:oleObj>
              </mc:Choice>
              <mc:Fallback>
                <p:oleObj name="Equation" r:id="rId5" imgW="1844227" imgH="815479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650" y="4508500"/>
                        <a:ext cx="1863725" cy="831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0682" name="Object 4">
            <a:extLst>
              <a:ext uri="{FF2B5EF4-FFF2-40B4-BE49-F238E27FC236}">
                <a16:creationId xmlns:a16="http://schemas.microsoft.com/office/drawing/2014/main" id="{5B90E337-9049-88AD-A060-E2A1542BBA4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27450" y="4524375"/>
          <a:ext cx="1833563" cy="822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836264" imgH="815479" progId="Equation.3">
                  <p:embed/>
                </p:oleObj>
              </mc:Choice>
              <mc:Fallback>
                <p:oleObj name="Equation" r:id="rId7" imgW="1836264" imgH="815479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27450" y="4524375"/>
                        <a:ext cx="1833563" cy="822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0683" name="Object 5">
            <a:extLst>
              <a:ext uri="{FF2B5EF4-FFF2-40B4-BE49-F238E27FC236}">
                <a16:creationId xmlns:a16="http://schemas.microsoft.com/office/drawing/2014/main" id="{47AD4051-6ECF-49FF-23C2-5F0FDFFCB57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407150" y="4737100"/>
          <a:ext cx="1624013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607851" imgH="388537" progId="Equation.3">
                  <p:embed/>
                </p:oleObj>
              </mc:Choice>
              <mc:Fallback>
                <p:oleObj name="Equation" r:id="rId9" imgW="1607851" imgH="388537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7150" y="4737100"/>
                        <a:ext cx="1624013" cy="396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0684" name="Object 6">
            <a:extLst>
              <a:ext uri="{FF2B5EF4-FFF2-40B4-BE49-F238E27FC236}">
                <a16:creationId xmlns:a16="http://schemas.microsoft.com/office/drawing/2014/main" id="{F1EA5BF8-36BE-B7A3-3727-51BAB64C4C6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337050" y="5300663"/>
          <a:ext cx="2913063" cy="682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2682240" imgH="678319" progId="Equation.3">
                  <p:embed/>
                </p:oleObj>
              </mc:Choice>
              <mc:Fallback>
                <p:oleObj name="Equation" r:id="rId11" imgW="2682240" imgH="678319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37050" y="5300663"/>
                        <a:ext cx="2913063" cy="682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0685" name="Object 7">
            <a:extLst>
              <a:ext uri="{FF2B5EF4-FFF2-40B4-BE49-F238E27FC236}">
                <a16:creationId xmlns:a16="http://schemas.microsoft.com/office/drawing/2014/main" id="{23072B29-D042-97EC-086C-73692687B8E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14563" y="6032500"/>
          <a:ext cx="2628900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2636458" imgH="388537" progId="Equation.3">
                  <p:embed/>
                </p:oleObj>
              </mc:Choice>
              <mc:Fallback>
                <p:oleObj name="Equation" r:id="rId13" imgW="2636458" imgH="388537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14563" y="6032500"/>
                        <a:ext cx="2628900" cy="390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0686" name="Object 8">
            <a:extLst>
              <a:ext uri="{FF2B5EF4-FFF2-40B4-BE49-F238E27FC236}">
                <a16:creationId xmlns:a16="http://schemas.microsoft.com/office/drawing/2014/main" id="{A410B5EE-0013-04BE-DCA5-03685E3819A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57538" y="2936875"/>
          <a:ext cx="2551112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2522002" imgH="350631" progId="Equation.3">
                  <p:embed/>
                </p:oleObj>
              </mc:Choice>
              <mc:Fallback>
                <p:oleObj name="Equation" r:id="rId15" imgW="2522002" imgH="350631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57538" y="2936875"/>
                        <a:ext cx="2551112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accent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0687" name="Object 9">
            <a:extLst>
              <a:ext uri="{FF2B5EF4-FFF2-40B4-BE49-F238E27FC236}">
                <a16:creationId xmlns:a16="http://schemas.microsoft.com/office/drawing/2014/main" id="{DC610517-D320-EAC8-25C1-424F44FE2F5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63688" y="2708275"/>
          <a:ext cx="14859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1478467" imgH="830441" progId="Equation.3">
                  <p:embed/>
                </p:oleObj>
              </mc:Choice>
              <mc:Fallback>
                <p:oleObj name="Equation" r:id="rId17" imgW="1478467" imgH="830441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63688" y="2708275"/>
                        <a:ext cx="14859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0688" name="Rectangle 16">
            <a:extLst>
              <a:ext uri="{FF2B5EF4-FFF2-40B4-BE49-F238E27FC236}">
                <a16:creationId xmlns:a16="http://schemas.microsoft.com/office/drawing/2014/main" id="{B053F182-7C9F-50E6-4672-1AEAE4E253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39863" y="2690813"/>
            <a:ext cx="4419600" cy="914400"/>
          </a:xfrm>
          <a:prstGeom prst="rect">
            <a:avLst/>
          </a:prstGeom>
          <a:noFill/>
          <a:ln w="19050">
            <a:solidFill>
              <a:srgbClr val="66FFFF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40689" name="AutoShape 17">
            <a:extLst>
              <a:ext uri="{FF2B5EF4-FFF2-40B4-BE49-F238E27FC236}">
                <a16:creationId xmlns:a16="http://schemas.microsoft.com/office/drawing/2014/main" id="{5AF77392-47E0-4262-897C-DD0D57D787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84488" y="4854575"/>
            <a:ext cx="457200" cy="228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CCFF"/>
          </a:solidFill>
          <a:ln w="9525">
            <a:solidFill>
              <a:srgbClr val="FFCCFF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540690" name="Object 10">
            <a:extLst>
              <a:ext uri="{FF2B5EF4-FFF2-40B4-BE49-F238E27FC236}">
                <a16:creationId xmlns:a16="http://schemas.microsoft.com/office/drawing/2014/main" id="{1BA1BE42-37A3-14FD-67A4-9C6A24F3A7F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55650" y="5300663"/>
          <a:ext cx="1679575" cy="688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1668562" imgH="678319" progId="Equation.3">
                  <p:embed/>
                </p:oleObj>
              </mc:Choice>
              <mc:Fallback>
                <p:oleObj name="Equation" r:id="rId19" imgW="1668562" imgH="678319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650" y="5300663"/>
                        <a:ext cx="1679575" cy="688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0691" name="Object 11">
            <a:extLst>
              <a:ext uri="{FF2B5EF4-FFF2-40B4-BE49-F238E27FC236}">
                <a16:creationId xmlns:a16="http://schemas.microsoft.com/office/drawing/2014/main" id="{3524E5DC-1435-682B-C09A-7BBA14C4120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32050" y="5300663"/>
          <a:ext cx="1833563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1821336" imgH="678319" progId="Equation.3">
                  <p:embed/>
                </p:oleObj>
              </mc:Choice>
              <mc:Fallback>
                <p:oleObj name="Equation" r:id="rId21" imgW="1821336" imgH="678319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2050" y="5300663"/>
                        <a:ext cx="1833563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0692" name="Object 12">
            <a:extLst>
              <a:ext uri="{FF2B5EF4-FFF2-40B4-BE49-F238E27FC236}">
                <a16:creationId xmlns:a16="http://schemas.microsoft.com/office/drawing/2014/main" id="{79671D32-15A0-9BA8-15C8-3DE07F0BCDB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01688" y="6042025"/>
          <a:ext cx="1292225" cy="358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1272447" imgH="350631" progId="Equation.3">
                  <p:embed/>
                </p:oleObj>
              </mc:Choice>
              <mc:Fallback>
                <p:oleObj name="Equation" r:id="rId23" imgW="1272447" imgH="350631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1688" y="6042025"/>
                        <a:ext cx="1292225" cy="358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0693" name="Rectangle 21">
            <a:extLst>
              <a:ext uri="{FF2B5EF4-FFF2-40B4-BE49-F238E27FC236}">
                <a16:creationId xmlns:a16="http://schemas.microsoft.com/office/drawing/2014/main" id="{70F7AE88-7F60-5BEA-BBA9-FBBC96B5F2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2060575"/>
            <a:ext cx="40227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/>
            <a:r>
              <a:rPr kumimoji="1"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当</a:t>
            </a:r>
            <a:r>
              <a:rPr kumimoji="1" lang="zh-CN" altLang="en-US">
                <a:solidFill>
                  <a:srgbClr val="66FF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</a:t>
            </a:r>
            <a:r>
              <a:rPr kumimoji="1" lang="en-US" altLang="zh-CN" i="1">
                <a:solidFill>
                  <a:srgbClr val="66FF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t</a:t>
            </a:r>
            <a:r>
              <a:rPr kumimoji="1" lang="en-US" altLang="zh-CN" i="1">
                <a:solidFill>
                  <a:srgbClr val="66FF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kumimoji="1" lang="en-US" altLang="zh-CN">
                <a:solidFill>
                  <a:srgbClr val="66FF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 0</a:t>
            </a:r>
            <a:r>
              <a:rPr kumimoji="1"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时的瞬时功率</a:t>
            </a:r>
            <a:r>
              <a:rPr kumimoji="1" lang="en-US" altLang="zh-CN">
                <a:latin typeface="宋体" panose="02010600030101010101" pitchFamily="2" charset="-122"/>
                <a:ea typeface="宋体" panose="02010600030101010101" pitchFamily="2" charset="-122"/>
              </a:rPr>
              <a:t>:</a:t>
            </a:r>
            <a:r>
              <a:rPr kumimoji="1" lang="en-US" altLang="zh-CN" b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</a:p>
        </p:txBody>
      </p:sp>
      <p:graphicFrame>
        <p:nvGraphicFramePr>
          <p:cNvPr id="540694" name="Object 13">
            <a:extLst>
              <a:ext uri="{FF2B5EF4-FFF2-40B4-BE49-F238E27FC236}">
                <a16:creationId xmlns:a16="http://schemas.microsoft.com/office/drawing/2014/main" id="{9E334B05-1E45-E201-815F-46145C58D80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16363" y="1908175"/>
          <a:ext cx="258445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2560320" imgH="815479" progId="Equation.3">
                  <p:embed/>
                </p:oleObj>
              </mc:Choice>
              <mc:Fallback>
                <p:oleObj name="Equation" r:id="rId25" imgW="2560320" imgH="815479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16363" y="1908175"/>
                        <a:ext cx="2584450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FFCC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0695" name="Rectangle 23">
            <a:extLst>
              <a:ext uri="{FF2B5EF4-FFF2-40B4-BE49-F238E27FC236}">
                <a16:creationId xmlns:a16="http://schemas.microsoft.com/office/drawing/2014/main" id="{40172F37-54FD-377A-6292-A6995DA259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88" y="3544888"/>
            <a:ext cx="492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/>
            <a:r>
              <a:rPr kumimoji="1" lang="zh-CN" altLang="en-US">
                <a:solidFill>
                  <a:srgbClr val="FFFF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例</a:t>
            </a:r>
          </a:p>
        </p:txBody>
      </p:sp>
      <p:sp>
        <p:nvSpPr>
          <p:cNvPr id="540696" name="Rectangle 24">
            <a:extLst>
              <a:ext uri="{FF2B5EF4-FFF2-40B4-BE49-F238E27FC236}">
                <a16:creationId xmlns:a16="http://schemas.microsoft.com/office/drawing/2014/main" id="{53EDB192-15CE-F02A-DF30-F4E5A9251B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111625"/>
            <a:ext cx="492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/>
            <a:r>
              <a:rPr kumimoji="1" lang="zh-CN" altLang="en-US">
                <a:solidFill>
                  <a:srgbClr val="FFFF6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求</a:t>
            </a:r>
          </a:p>
        </p:txBody>
      </p:sp>
      <p:sp>
        <p:nvSpPr>
          <p:cNvPr id="540697" name="Rectangle 25">
            <a:extLst>
              <a:ext uri="{FF2B5EF4-FFF2-40B4-BE49-F238E27FC236}">
                <a16:creationId xmlns:a16="http://schemas.microsoft.com/office/drawing/2014/main" id="{74D2A57F-5801-8465-3F4E-65053635B0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8950" y="4078288"/>
            <a:ext cx="58832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/>
            <a:r>
              <a:rPr kumimoji="1" lang="en-US" altLang="zh-CN" i="1">
                <a:solidFill>
                  <a:srgbClr val="66FF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</a:t>
            </a:r>
            <a:r>
              <a:rPr kumimoji="1" lang="en-US" altLang="zh-CN">
                <a:solidFill>
                  <a:srgbClr val="66FF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= 0</a:t>
            </a:r>
            <a:r>
              <a:rPr kumimoji="1" lang="en-US" altLang="zh-CN">
                <a:solidFill>
                  <a:srgbClr val="66FF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kumimoji="1" lang="en-US" altLang="zh-CN">
                <a:solidFill>
                  <a:srgbClr val="66FF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kumimoji="1" lang="en-US" altLang="zh-CN" i="1">
                <a:solidFill>
                  <a:srgbClr val="66FF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</a:t>
            </a:r>
            <a:r>
              <a:rPr kumimoji="1" lang="en-US" altLang="zh-CN" i="1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kumimoji="1"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内</a:t>
            </a:r>
            <a:r>
              <a:rPr kumimoji="1" lang="en-US" altLang="zh-CN" i="1">
                <a:solidFill>
                  <a:srgbClr val="66FF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</a:t>
            </a:r>
            <a:r>
              <a:rPr kumimoji="1" lang="en-US" altLang="zh-CN" i="1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kumimoji="1"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作 的功及</a:t>
            </a:r>
            <a:r>
              <a:rPr kumimoji="1" lang="en-US" altLang="zh-CN" i="1">
                <a:solidFill>
                  <a:srgbClr val="66FF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</a:t>
            </a:r>
            <a:r>
              <a:rPr kumimoji="1" lang="en-US" altLang="zh-CN">
                <a:solidFill>
                  <a:srgbClr val="66FF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= 2</a:t>
            </a:r>
            <a:r>
              <a:rPr kumimoji="1" lang="en-US" altLang="zh-CN" i="1">
                <a:solidFill>
                  <a:srgbClr val="66FF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</a:t>
            </a:r>
            <a:r>
              <a:rPr kumimoji="1" lang="en-US" altLang="zh-CN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kumimoji="1"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时的功率。</a:t>
            </a:r>
          </a:p>
        </p:txBody>
      </p:sp>
      <p:sp>
        <p:nvSpPr>
          <p:cNvPr id="540698" name="AutoShape 26">
            <a:extLst>
              <a:ext uri="{FF2B5EF4-FFF2-40B4-BE49-F238E27FC236}">
                <a16:creationId xmlns:a16="http://schemas.microsoft.com/office/drawing/2014/main" id="{06B1FD88-76F4-7BF7-CFCC-1B619112CE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7550" y="4889500"/>
            <a:ext cx="457200" cy="228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CCFF"/>
          </a:solidFill>
          <a:ln w="9525">
            <a:solidFill>
              <a:srgbClr val="FFCCFF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406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406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5406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540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540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5406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5406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5406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5406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5406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5406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5406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5406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5406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5406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5406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5406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5406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540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540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5406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 nodeType="clickPar">
                      <p:stCondLst>
                        <p:cond delay="indefinite"/>
                      </p:stCondLst>
                      <p:childTnLst>
                        <p:par>
                          <p:cTn id="1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5406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 nodeType="clickPar">
                      <p:stCondLst>
                        <p:cond delay="indefinite"/>
                      </p:stCondLst>
                      <p:childTnLst>
                        <p:par>
                          <p:cTn id="1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5406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 nodeType="clickPar">
                      <p:stCondLst>
                        <p:cond delay="indefinite"/>
                      </p:stCondLst>
                      <p:childTnLst>
                        <p:par>
                          <p:cTn id="1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540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 nodeType="clickPar">
                      <p:stCondLst>
                        <p:cond delay="indefinite"/>
                      </p:stCondLst>
                      <p:childTnLst>
                        <p:par>
                          <p:cTn id="1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5406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 nodeType="clickPar">
                      <p:stCondLst>
                        <p:cond delay="indefinite"/>
                      </p:stCondLst>
                      <p:childTnLst>
                        <p:par>
                          <p:cTn id="1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8" dur="500"/>
                                        <p:tgtEl>
                                          <p:spTgt spid="540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0675" grpId="0" autoUpdateAnimBg="0"/>
      <p:bldP spid="540676" grpId="0" autoUpdateAnimBg="0"/>
      <p:bldP spid="540677" grpId="0" autoUpdateAnimBg="0"/>
      <p:bldP spid="540679" grpId="0" autoUpdateAnimBg="0"/>
      <p:bldP spid="540680" grpId="0" autoUpdateAnimBg="0"/>
      <p:bldP spid="540688" grpId="0" animBg="1"/>
      <p:bldP spid="540689" grpId="0" animBg="1"/>
      <p:bldP spid="540693" grpId="0" autoUpdateAnimBg="0"/>
      <p:bldP spid="540695" grpId="0" autoUpdateAnimBg="0"/>
      <p:bldP spid="540696" grpId="0" autoUpdateAnimBg="0"/>
      <p:bldP spid="540697" grpId="0" autoUpdateAnimBg="0"/>
      <p:bldP spid="54069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298" name="Text Box 2">
            <a:extLst>
              <a:ext uri="{FF2B5EF4-FFF2-40B4-BE49-F238E27FC236}">
                <a16:creationId xmlns:a16="http://schemas.microsoft.com/office/drawing/2014/main" id="{537FE8D4-6ECA-D47C-D398-7431AF32E8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30500" y="311150"/>
            <a:ext cx="3943350" cy="10668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en-US" altLang="en-US" sz="3200">
                <a:solidFill>
                  <a:srgbClr val="66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</a:rPr>
              <a:t>§3.</a:t>
            </a:r>
            <a:r>
              <a:rPr lang="en-US" altLang="zh-CN" sz="3200">
                <a:solidFill>
                  <a:srgbClr val="66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</a:rPr>
              <a:t>2</a:t>
            </a:r>
            <a:r>
              <a:rPr lang="en-US" altLang="en-US" sz="3200">
                <a:solidFill>
                  <a:srgbClr val="66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</a:rPr>
              <a:t>  动能定理</a:t>
            </a:r>
          </a:p>
          <a:p>
            <a:pPr>
              <a:defRPr/>
            </a:pPr>
            <a:endParaRPr lang="en-US" altLang="zh-CN" sz="3200">
              <a:solidFill>
                <a:srgbClr val="66FF33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567299" name="Text Box 3">
            <a:extLst>
              <a:ext uri="{FF2B5EF4-FFF2-40B4-BE49-F238E27FC236}">
                <a16:creationId xmlns:a16="http://schemas.microsoft.com/office/drawing/2014/main" id="{E5753446-6E59-F673-99DC-A2E77A5684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48075" y="3349625"/>
            <a:ext cx="3370263" cy="3968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2000">
                <a:solidFill>
                  <a:srgbClr val="FF99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</a:rPr>
              <a:t>（动能定理的微分形式）</a:t>
            </a:r>
          </a:p>
        </p:txBody>
      </p:sp>
      <p:graphicFrame>
        <p:nvGraphicFramePr>
          <p:cNvPr id="567300" name="Object 2">
            <a:extLst>
              <a:ext uri="{FF2B5EF4-FFF2-40B4-BE49-F238E27FC236}">
                <a16:creationId xmlns:a16="http://schemas.microsoft.com/office/drawing/2014/main" id="{3A201613-6317-23D7-74AB-FD5EA9A2E4C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19225" y="3144838"/>
          <a:ext cx="18796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867118" imgH="769592" progId="Equation.3">
                  <p:embed/>
                </p:oleObj>
              </mc:Choice>
              <mc:Fallback>
                <p:oleObj name="公式" r:id="rId2" imgW="1867118" imgH="769592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19225" y="3144838"/>
                        <a:ext cx="1879600" cy="787400"/>
                      </a:xfrm>
                      <a:prstGeom prst="rect">
                        <a:avLst/>
                      </a:prstGeom>
                      <a:solidFill>
                        <a:srgbClr val="00CCFF">
                          <a:alpha val="25098"/>
                        </a:srgbClr>
                      </a:solidFill>
                      <a:ln w="9525">
                        <a:solidFill>
                          <a:srgbClr val="FFFFFF">
                            <a:alpha val="27058"/>
                          </a:srgbClr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7301" name="Rectangle 5">
            <a:extLst>
              <a:ext uri="{FF2B5EF4-FFF2-40B4-BE49-F238E27FC236}">
                <a16:creationId xmlns:a16="http://schemas.microsoft.com/office/drawing/2014/main" id="{354308E1-5E46-9033-4D1A-430EE65A87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6625" y="1277938"/>
            <a:ext cx="4964113" cy="733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marL="2857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just" eaLnBrk="1" hangingPunct="1">
              <a:lnSpc>
                <a:spcPct val="125000"/>
              </a:lnSpc>
              <a:buClr>
                <a:srgbClr val="FF9900"/>
              </a:buClr>
              <a:buSzPct val="80000"/>
              <a:buFont typeface="Monotype Sorts" pitchFamily="2" charset="2"/>
              <a:buNone/>
            </a:pPr>
            <a:r>
              <a:rPr lang="zh-CN" altLang="en-US" sz="2800"/>
              <a:t>力  在元位移  上所作的元功</a:t>
            </a:r>
          </a:p>
        </p:txBody>
      </p:sp>
      <p:graphicFrame>
        <p:nvGraphicFramePr>
          <p:cNvPr id="567302" name="Object 3">
            <a:extLst>
              <a:ext uri="{FF2B5EF4-FFF2-40B4-BE49-F238E27FC236}">
                <a16:creationId xmlns:a16="http://schemas.microsoft.com/office/drawing/2014/main" id="{57AD3C0C-6A07-031C-116A-31DDC021F04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74168940"/>
              </p:ext>
            </p:extLst>
          </p:nvPr>
        </p:nvGraphicFramePr>
        <p:xfrm>
          <a:off x="1308100" y="1423988"/>
          <a:ext cx="2667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251304" imgH="289782" progId="Equation.3">
                  <p:embed/>
                </p:oleObj>
              </mc:Choice>
              <mc:Fallback>
                <p:oleObj name="公式" r:id="rId4" imgW="251304" imgH="289782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08100" y="1423988"/>
                        <a:ext cx="2667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7303" name="Object 4">
            <a:extLst>
              <a:ext uri="{FF2B5EF4-FFF2-40B4-BE49-F238E27FC236}">
                <a16:creationId xmlns:a16="http://schemas.microsoft.com/office/drawing/2014/main" id="{39C23875-5876-39A4-E307-D996835C69E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08829316"/>
              </p:ext>
            </p:extLst>
          </p:nvPr>
        </p:nvGraphicFramePr>
        <p:xfrm>
          <a:off x="2976870" y="1444165"/>
          <a:ext cx="3429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327442" imgH="266839" progId="Equation.3">
                  <p:embed/>
                </p:oleObj>
              </mc:Choice>
              <mc:Fallback>
                <p:oleObj name="公式" r:id="rId6" imgW="327442" imgH="266839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6870" y="1444165"/>
                        <a:ext cx="342900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7304" name="Object 5">
            <a:extLst>
              <a:ext uri="{FF2B5EF4-FFF2-40B4-BE49-F238E27FC236}">
                <a16:creationId xmlns:a16="http://schemas.microsoft.com/office/drawing/2014/main" id="{0D6172AE-3A62-3069-6E30-C2345B62BCC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08100" y="4216400"/>
          <a:ext cx="2233613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2217451" imgH="769592" progId="Equation.3">
                  <p:embed/>
                </p:oleObj>
              </mc:Choice>
              <mc:Fallback>
                <p:oleObj name="公式" r:id="rId8" imgW="2217451" imgH="769592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08100" y="4216400"/>
                        <a:ext cx="2233613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CCFF">
                                <a:alpha val="25098"/>
                              </a:srgbClr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bg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7305" name="Object 6">
            <a:extLst>
              <a:ext uri="{FF2B5EF4-FFF2-40B4-BE49-F238E27FC236}">
                <a16:creationId xmlns:a16="http://schemas.microsoft.com/office/drawing/2014/main" id="{62A8CE24-648C-26C4-0418-2267F49F8D3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94225" y="4238625"/>
          <a:ext cx="25146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2499609" imgH="708743" progId="Equation.3">
                  <p:embed/>
                </p:oleObj>
              </mc:Choice>
              <mc:Fallback>
                <p:oleObj name="公式" r:id="rId10" imgW="2499609" imgH="708743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94225" y="4238625"/>
                        <a:ext cx="2514600" cy="723900"/>
                      </a:xfrm>
                      <a:prstGeom prst="rect">
                        <a:avLst/>
                      </a:prstGeom>
                      <a:solidFill>
                        <a:srgbClr val="00CCFF">
                          <a:alpha val="25098"/>
                        </a:srgbClr>
                      </a:solidFill>
                      <a:ln w="9525">
                        <a:solidFill>
                          <a:srgbClr val="FFFFFF">
                            <a:alpha val="25882"/>
                          </a:srgbClr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7306" name="AutoShape 10">
            <a:extLst>
              <a:ext uri="{FF2B5EF4-FFF2-40B4-BE49-F238E27FC236}">
                <a16:creationId xmlns:a16="http://schemas.microsoft.com/office/drawing/2014/main" id="{19D1274F-9B9C-CB94-5CB9-51D46AC109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30638" y="4486275"/>
            <a:ext cx="609600" cy="279400"/>
          </a:xfrm>
          <a:prstGeom prst="rightArrow">
            <a:avLst>
              <a:gd name="adj1" fmla="val 50000"/>
              <a:gd name="adj2" fmla="val 54545"/>
            </a:avLst>
          </a:prstGeom>
          <a:solidFill>
            <a:srgbClr val="00FFCC">
              <a:alpha val="39999"/>
            </a:srgbClr>
          </a:solidFill>
          <a:ln w="25400" algn="ctr">
            <a:solidFill>
              <a:srgbClr val="B2B2B2">
                <a:alpha val="50000"/>
              </a:srgbClr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67307" name="Text Box 11">
            <a:extLst>
              <a:ext uri="{FF2B5EF4-FFF2-40B4-BE49-F238E27FC236}">
                <a16:creationId xmlns:a16="http://schemas.microsoft.com/office/drawing/2014/main" id="{AFCB5BE9-7795-86EB-C506-FD1A7E85BF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2463" y="844550"/>
            <a:ext cx="3943350" cy="5191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2800"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</a:rPr>
              <a:t>一、 质点的动能定理</a:t>
            </a:r>
          </a:p>
        </p:txBody>
      </p:sp>
      <p:sp>
        <p:nvSpPr>
          <p:cNvPr id="567308" name="Text Box 12">
            <a:extLst>
              <a:ext uri="{FF2B5EF4-FFF2-40B4-BE49-F238E27FC236}">
                <a16:creationId xmlns:a16="http://schemas.microsoft.com/office/drawing/2014/main" id="{8E406744-1EE1-65E3-2452-EA215F47A9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5338" y="4406900"/>
            <a:ext cx="1998662" cy="3968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2000">
                <a:solidFill>
                  <a:srgbClr val="FF99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</a:rPr>
              <a:t>（动能定理）</a:t>
            </a:r>
          </a:p>
        </p:txBody>
      </p:sp>
      <p:graphicFrame>
        <p:nvGraphicFramePr>
          <p:cNvPr id="567309" name="Object 7">
            <a:extLst>
              <a:ext uri="{FF2B5EF4-FFF2-40B4-BE49-F238E27FC236}">
                <a16:creationId xmlns:a16="http://schemas.microsoft.com/office/drawing/2014/main" id="{82C9B29D-CD33-1D89-94A6-1A3AEFF69FD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09688" y="2379663"/>
          <a:ext cx="1711325" cy="352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714344" imgH="343149" progId="Equation.3">
                  <p:embed/>
                </p:oleObj>
              </mc:Choice>
              <mc:Fallback>
                <p:oleObj name="Equation" r:id="rId12" imgW="1714344" imgH="343149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09688" y="2379663"/>
                        <a:ext cx="1711325" cy="352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7310" name="Object 8">
            <a:extLst>
              <a:ext uri="{FF2B5EF4-FFF2-40B4-BE49-F238E27FC236}">
                <a16:creationId xmlns:a16="http://schemas.microsoft.com/office/drawing/2014/main" id="{1EC0209B-34AD-0FDF-4834-321A4B30FCB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92463" y="2070100"/>
          <a:ext cx="1724025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714344" imgH="807498" progId="Equation.3">
                  <p:embed/>
                </p:oleObj>
              </mc:Choice>
              <mc:Fallback>
                <p:oleObj name="Equation" r:id="rId14" imgW="1714344" imgH="807498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92463" y="2070100"/>
                        <a:ext cx="1724025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7311" name="Object 9">
            <a:extLst>
              <a:ext uri="{FF2B5EF4-FFF2-40B4-BE49-F238E27FC236}">
                <a16:creationId xmlns:a16="http://schemas.microsoft.com/office/drawing/2014/main" id="{31165C38-E228-E8B8-A0F3-B4139766739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18088" y="2335213"/>
          <a:ext cx="1439862" cy="327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432684" imgH="312226" progId="Equation.3">
                  <p:embed/>
                </p:oleObj>
              </mc:Choice>
              <mc:Fallback>
                <p:oleObj name="Equation" r:id="rId16" imgW="1432684" imgH="312226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18088" y="2335213"/>
                        <a:ext cx="1439862" cy="327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7312" name="Object 10">
            <a:extLst>
              <a:ext uri="{FF2B5EF4-FFF2-40B4-BE49-F238E27FC236}">
                <a16:creationId xmlns:a16="http://schemas.microsoft.com/office/drawing/2014/main" id="{FA1AEA64-7078-1EC7-E8C8-C484080B553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42100" y="2355850"/>
          <a:ext cx="12446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226664" imgH="312226" progId="Equation.3">
                  <p:embed/>
                </p:oleObj>
              </mc:Choice>
              <mc:Fallback>
                <p:oleObj name="Equation" r:id="rId18" imgW="1226664" imgH="312226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42100" y="2355850"/>
                        <a:ext cx="1244600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7313" name="Text Box 17">
            <a:extLst>
              <a:ext uri="{FF2B5EF4-FFF2-40B4-BE49-F238E27FC236}">
                <a16:creationId xmlns:a16="http://schemas.microsoft.com/office/drawing/2014/main" id="{28666D69-60B1-92F2-BB79-6A84AC28E9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2625" y="5130800"/>
            <a:ext cx="7908925" cy="1435100"/>
          </a:xfrm>
          <a:prstGeom prst="rect">
            <a:avLst/>
          </a:prstGeom>
          <a:solidFill>
            <a:srgbClr val="00FFFF">
              <a:alpha val="25000"/>
            </a:srgbClr>
          </a:solidFill>
          <a:ln w="9525">
            <a:solidFill>
              <a:srgbClr val="FFFFFF">
                <a:alpha val="23000"/>
              </a:srgbClr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None/>
              <a:defRPr/>
            </a:pPr>
            <a:r>
              <a:rPr kumimoji="1" lang="zh-CN" altLang="en-US"/>
              <a:t>作用于质点的合力在某一路程中对质点所作的功，</a:t>
            </a:r>
          </a:p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None/>
              <a:defRPr/>
            </a:pPr>
            <a:r>
              <a:rPr kumimoji="1" lang="zh-CN" altLang="en-US"/>
              <a:t>等于质点在同一路程的始、末两个状态动能的增量。</a:t>
            </a:r>
            <a:r>
              <a:rPr kumimoji="1" lang="zh-CN" altLang="en-US" b="0">
                <a:solidFill>
                  <a:schemeClr val="tx1"/>
                </a:solidFill>
              </a:rPr>
              <a:t> </a:t>
            </a:r>
          </a:p>
          <a:p>
            <a:pPr eaLnBrk="1" hangingPunct="1">
              <a:lnSpc>
                <a:spcPct val="125000"/>
              </a:lnSpc>
              <a:defRPr/>
            </a:pPr>
            <a:endParaRPr lang="en-US" altLang="zh-CN">
              <a:effectLst>
                <a:outerShdw blurRad="38100" dist="38100" dir="2700000" algn="tl">
                  <a:srgbClr val="000000"/>
                </a:outerShdw>
              </a:effectLst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67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67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67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67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567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567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567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567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567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567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567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567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567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567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567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567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7298" grpId="0"/>
      <p:bldP spid="567299" grpId="0"/>
      <p:bldP spid="567301" grpId="0"/>
      <p:bldP spid="567306" grpId="0" animBg="1"/>
      <p:bldP spid="567307" grpId="0"/>
      <p:bldP spid="567308" grpId="0"/>
      <p:bldP spid="56731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68322" name="Object 2">
            <a:extLst>
              <a:ext uri="{FF2B5EF4-FFF2-40B4-BE49-F238E27FC236}">
                <a16:creationId xmlns:a16="http://schemas.microsoft.com/office/drawing/2014/main" id="{FEF28791-F3D5-CB7B-84D2-BB6AC8AA7A3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16200" y="479425"/>
          <a:ext cx="25146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499609" imgH="708743" progId="Equation.3">
                  <p:embed/>
                </p:oleObj>
              </mc:Choice>
              <mc:Fallback>
                <p:oleObj name="公式" r:id="rId2" imgW="2499609" imgH="708743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16200" y="479425"/>
                        <a:ext cx="2514600" cy="723900"/>
                      </a:xfrm>
                      <a:prstGeom prst="rect">
                        <a:avLst/>
                      </a:prstGeom>
                      <a:solidFill>
                        <a:srgbClr val="00CCFF">
                          <a:alpha val="25098"/>
                        </a:srgbClr>
                      </a:solidFill>
                      <a:ln w="9525">
                        <a:solidFill>
                          <a:srgbClr val="FFFFFF">
                            <a:alpha val="23921"/>
                          </a:srgbClr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8323" name="Text Box 3">
            <a:extLst>
              <a:ext uri="{FF2B5EF4-FFF2-40B4-BE49-F238E27FC236}">
                <a16:creationId xmlns:a16="http://schemas.microsoft.com/office/drawing/2014/main" id="{8E87898B-A1AE-0E1F-82F0-7DD930D1AE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4150" y="1511300"/>
            <a:ext cx="21351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342900" indent="-342900" eaLnBrk="1" hangingPunct="1">
              <a:spcBef>
                <a:spcPct val="50000"/>
              </a:spcBef>
              <a:buClr>
                <a:srgbClr val="FFFF00"/>
              </a:buClr>
              <a:buFont typeface="Wingdings" pitchFamily="2" charset="2"/>
              <a:buChar char="Ø"/>
              <a:defRPr/>
            </a:pPr>
            <a:r>
              <a:rPr kumimoji="1" lang="en-US" altLang="zh-CN">
                <a:solidFill>
                  <a:srgbClr val="00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</a:rPr>
              <a:t> </a:t>
            </a:r>
            <a:r>
              <a:rPr kumimoji="1" lang="zh-CN" altLang="en-US">
                <a:solidFill>
                  <a:srgbClr val="00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</a:rPr>
              <a:t>讨论</a:t>
            </a:r>
          </a:p>
        </p:txBody>
      </p:sp>
      <p:sp>
        <p:nvSpPr>
          <p:cNvPr id="568324" name="Text Box 4">
            <a:extLst>
              <a:ext uri="{FF2B5EF4-FFF2-40B4-BE49-F238E27FC236}">
                <a16:creationId xmlns:a16="http://schemas.microsoft.com/office/drawing/2014/main" id="{2A4D8D81-D0AC-2657-0174-25ABA2E4A4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4650" y="4754563"/>
            <a:ext cx="7027863" cy="639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lnSpc>
                <a:spcPct val="150000"/>
              </a:lnSpc>
              <a:spcBef>
                <a:spcPct val="50000"/>
              </a:spcBef>
              <a:buClr>
                <a:srgbClr val="FFCC00"/>
              </a:buClr>
              <a:buSzPct val="80000"/>
              <a:buFont typeface="Wingdings" pitchFamily="2" charset="2"/>
              <a:buChar char="l"/>
              <a:defRPr/>
            </a:pPr>
            <a:r>
              <a:rPr kumimoji="1" lang="en-US" altLang="zh-CN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 </a:t>
            </a:r>
            <a:r>
              <a:rPr kumimoji="1" lang="zh-CN" altLang="en-US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外力的</a:t>
            </a:r>
            <a:r>
              <a:rPr kumimoji="1" lang="zh-CN" altLang="en-US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功</a:t>
            </a:r>
            <a:r>
              <a:rPr kumimoji="1" lang="zh-CN" altLang="en-US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是物体动能变化的</a:t>
            </a:r>
            <a:r>
              <a:rPr kumimoji="1" lang="zh-CN" altLang="en-US"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量度</a:t>
            </a:r>
            <a:r>
              <a:rPr kumimoji="1" lang="zh-CN" altLang="en-US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；</a:t>
            </a:r>
          </a:p>
        </p:txBody>
      </p:sp>
      <p:sp>
        <p:nvSpPr>
          <p:cNvPr id="568325" name="Text Box 5">
            <a:extLst>
              <a:ext uri="{FF2B5EF4-FFF2-40B4-BE49-F238E27FC236}">
                <a16:creationId xmlns:a16="http://schemas.microsoft.com/office/drawing/2014/main" id="{F0DD03D5-1B3E-B701-5255-F7D175FCD3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8463" y="3841750"/>
            <a:ext cx="6965950" cy="639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177800" indent="-177800" eaLnBrk="1" hangingPunct="1">
              <a:lnSpc>
                <a:spcPct val="150000"/>
              </a:lnSpc>
              <a:spcBef>
                <a:spcPct val="50000"/>
              </a:spcBef>
              <a:buClr>
                <a:srgbClr val="FFCC00"/>
              </a:buClr>
              <a:buSzPct val="80000"/>
              <a:buFont typeface="Wingdings" pitchFamily="2" charset="2"/>
              <a:buChar char="l"/>
              <a:defRPr/>
            </a:pPr>
            <a:r>
              <a:rPr kumimoji="1" lang="en-US" altLang="zh-CN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 </a:t>
            </a:r>
            <a:r>
              <a:rPr kumimoji="1" lang="zh-CN" altLang="en-US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外力可以通过作功</a:t>
            </a:r>
            <a:r>
              <a:rPr kumimoji="1" lang="zh-CN" altLang="en-US"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改变</a:t>
            </a:r>
            <a:r>
              <a:rPr kumimoji="1" lang="zh-CN" altLang="en-US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其物体的</a:t>
            </a:r>
            <a:r>
              <a:rPr kumimoji="1" lang="zh-CN" altLang="en-US"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动能</a:t>
            </a:r>
            <a:r>
              <a:rPr kumimoji="1" lang="zh-CN" altLang="en-US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；</a:t>
            </a:r>
          </a:p>
        </p:txBody>
      </p:sp>
      <p:sp>
        <p:nvSpPr>
          <p:cNvPr id="568326" name="Text Box 6">
            <a:extLst>
              <a:ext uri="{FF2B5EF4-FFF2-40B4-BE49-F238E27FC236}">
                <a16:creationId xmlns:a16="http://schemas.microsoft.com/office/drawing/2014/main" id="{E788C234-56CA-630A-03A4-49BB470E24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2913" y="1981200"/>
            <a:ext cx="8537575" cy="639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177800" indent="-177800" eaLnBrk="1" hangingPunct="1">
              <a:lnSpc>
                <a:spcPct val="150000"/>
              </a:lnSpc>
              <a:spcBef>
                <a:spcPct val="50000"/>
              </a:spcBef>
              <a:buClr>
                <a:srgbClr val="FFCC00"/>
              </a:buClr>
              <a:buSzPct val="80000"/>
              <a:buFont typeface="Wingdings" pitchFamily="2" charset="2"/>
              <a:buChar char="l"/>
              <a:defRPr/>
            </a:pPr>
            <a:r>
              <a:rPr kumimoji="1" lang="en-US" altLang="zh-CN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 </a:t>
            </a:r>
            <a:r>
              <a:rPr kumimoji="1" lang="zh-CN" altLang="en-US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动能                    是一个由物体的运动状态所决定的</a:t>
            </a:r>
            <a:r>
              <a:rPr kumimoji="1" lang="zh-CN" altLang="en-US"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状态量</a:t>
            </a:r>
            <a:r>
              <a:rPr kumimoji="1" lang="zh-CN" altLang="en-US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；</a:t>
            </a:r>
          </a:p>
        </p:txBody>
      </p:sp>
      <p:graphicFrame>
        <p:nvGraphicFramePr>
          <p:cNvPr id="568327" name="Object 3">
            <a:extLst>
              <a:ext uri="{FF2B5EF4-FFF2-40B4-BE49-F238E27FC236}">
                <a16:creationId xmlns:a16="http://schemas.microsoft.com/office/drawing/2014/main" id="{C5BC2B71-4739-76AB-45D4-CE703DCB4E6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95438" y="2055813"/>
          <a:ext cx="1166812" cy="600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394367" imgH="708743" progId="Equation.3">
                  <p:embed/>
                </p:oleObj>
              </mc:Choice>
              <mc:Fallback>
                <p:oleObj name="公式" r:id="rId4" imgW="1394367" imgH="708743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95438" y="2055813"/>
                        <a:ext cx="1166812" cy="600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>
                                <a:alpha val="25098"/>
                              </a:schemeClr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bg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8328" name="Text Box 8">
            <a:extLst>
              <a:ext uri="{FF2B5EF4-FFF2-40B4-BE49-F238E27FC236}">
                <a16:creationId xmlns:a16="http://schemas.microsoft.com/office/drawing/2014/main" id="{40D651AE-AFD1-9855-58CE-3913180F74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4650" y="5472113"/>
            <a:ext cx="8320088" cy="639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lnSpc>
                <a:spcPct val="150000"/>
              </a:lnSpc>
              <a:spcBef>
                <a:spcPct val="50000"/>
              </a:spcBef>
              <a:buClr>
                <a:srgbClr val="FFCC00"/>
              </a:buClr>
              <a:buSzPct val="80000"/>
              <a:buFont typeface="Wingdings" pitchFamily="2" charset="2"/>
              <a:buChar char="l"/>
              <a:defRPr/>
            </a:pPr>
            <a:r>
              <a:rPr kumimoji="1" lang="en-US" altLang="zh-CN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 </a:t>
            </a:r>
            <a:r>
              <a:rPr kumimoji="1" lang="zh-CN" altLang="en-US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动能定理只适用于</a:t>
            </a:r>
            <a:r>
              <a:rPr kumimoji="1" lang="zh-CN" altLang="en-US"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惯性系</a:t>
            </a:r>
            <a:r>
              <a:rPr kumimoji="1" lang="zh-CN" altLang="en-US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，具有惯性系中的</a:t>
            </a:r>
            <a:r>
              <a:rPr kumimoji="1" lang="zh-CN" altLang="en-US"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形式不变性</a:t>
            </a:r>
            <a:r>
              <a:rPr kumimoji="1" lang="zh-CN" altLang="en-US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。</a:t>
            </a:r>
          </a:p>
        </p:txBody>
      </p:sp>
      <p:sp>
        <p:nvSpPr>
          <p:cNvPr id="568329" name="Text Box 9">
            <a:extLst>
              <a:ext uri="{FF2B5EF4-FFF2-40B4-BE49-F238E27FC236}">
                <a16:creationId xmlns:a16="http://schemas.microsoft.com/office/drawing/2014/main" id="{A4C38A5A-6C28-8B1E-E546-377E6EF7E9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19738" y="650875"/>
            <a:ext cx="1998662" cy="3968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2000">
                <a:solidFill>
                  <a:srgbClr val="FF99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</a:rPr>
              <a:t>（动能定理）</a:t>
            </a:r>
          </a:p>
        </p:txBody>
      </p:sp>
      <p:sp>
        <p:nvSpPr>
          <p:cNvPr id="568330" name="Text Box 10">
            <a:extLst>
              <a:ext uri="{FF2B5EF4-FFF2-40B4-BE49-F238E27FC236}">
                <a16:creationId xmlns:a16="http://schemas.microsoft.com/office/drawing/2014/main" id="{92FC8262-4811-A16F-B22E-D5D058453E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450" y="2874963"/>
            <a:ext cx="8537575" cy="639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177800" indent="-177800" eaLnBrk="1" hangingPunct="1">
              <a:lnSpc>
                <a:spcPct val="150000"/>
              </a:lnSpc>
              <a:spcBef>
                <a:spcPct val="50000"/>
              </a:spcBef>
              <a:buClr>
                <a:srgbClr val="FFCC00"/>
              </a:buClr>
              <a:buSzPct val="80000"/>
              <a:buFont typeface="Wingdings" pitchFamily="2" charset="2"/>
              <a:buChar char="l"/>
              <a:defRPr/>
            </a:pPr>
            <a:r>
              <a:rPr kumimoji="1" lang="en-US" altLang="zh-CN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 </a:t>
            </a:r>
            <a:r>
              <a:rPr kumimoji="1" lang="zh-CN" altLang="en-US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功  </a:t>
            </a:r>
            <a:r>
              <a:rPr kumimoji="1" lang="en-US" altLang="zh-CN" i="1"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A</a:t>
            </a:r>
            <a:r>
              <a:rPr kumimoji="1" lang="en-US" altLang="zh-CN" i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  </a:t>
            </a:r>
            <a:r>
              <a:rPr kumimoji="1" lang="zh-CN" altLang="en-US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是物体在力作用下的过程</a:t>
            </a:r>
            <a:r>
              <a:rPr kumimoji="1" lang="zh-CN" altLang="en-US"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量</a:t>
            </a:r>
            <a:r>
              <a:rPr kumimoji="1" lang="zh-CN" altLang="en-US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；</a:t>
            </a:r>
          </a:p>
        </p:txBody>
      </p:sp>
      <p:graphicFrame>
        <p:nvGraphicFramePr>
          <p:cNvPr id="7179" name="Object 4">
            <a:extLst>
              <a:ext uri="{FF2B5EF4-FFF2-40B4-BE49-F238E27FC236}">
                <a16:creationId xmlns:a16="http://schemas.microsoft.com/office/drawing/2014/main" id="{C4826289-B642-F030-9EE4-CD56966DD9D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51350" y="3314700"/>
          <a:ext cx="2413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241300" imgH="228600" progId="Equation.3">
                  <p:embed/>
                </p:oleObj>
              </mc:Choice>
              <mc:Fallback>
                <p:oleObj name="公式" r:id="rId6" imgW="241300" imgH="2286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51350" y="3314700"/>
                        <a:ext cx="241300" cy="228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68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68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68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68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568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568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568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568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568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8323" grpId="0" autoUpdateAnimBg="0"/>
      <p:bldP spid="568324" grpId="0" autoUpdateAnimBg="0"/>
      <p:bldP spid="568325" grpId="0" autoUpdateAnimBg="0"/>
      <p:bldP spid="568326" grpId="0"/>
      <p:bldP spid="568328" grpId="0" autoUpdateAnimBg="0"/>
      <p:bldP spid="568329" grpId="0"/>
      <p:bldP spid="56833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346" name="Text Box 2">
            <a:extLst>
              <a:ext uri="{FF2B5EF4-FFF2-40B4-BE49-F238E27FC236}">
                <a16:creationId xmlns:a16="http://schemas.microsoft.com/office/drawing/2014/main" id="{B0764DC6-F750-A480-1489-E0BA9DFB3F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6925" y="311150"/>
            <a:ext cx="8010525" cy="1354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>
              <a:lnSpc>
                <a:spcPct val="115000"/>
              </a:lnSpc>
            </a:pPr>
            <a:r>
              <a:rPr lang="zh-CN" altLang="en-US"/>
              <a:t>质量为</a:t>
            </a:r>
            <a:r>
              <a:rPr lang="en-US" altLang="zh-CN" i="1">
                <a:solidFill>
                  <a:srgbClr val="FFCC00"/>
                </a:solidFill>
                <a:latin typeface="Times New Roman" panose="02020603050405020304" pitchFamily="18" charset="0"/>
              </a:rPr>
              <a:t>m</a:t>
            </a:r>
            <a:r>
              <a:rPr lang="zh-CN" altLang="en-US"/>
              <a:t>的小球，系在长为</a:t>
            </a:r>
            <a:r>
              <a:rPr lang="en-US" altLang="zh-CN" i="1">
                <a:solidFill>
                  <a:srgbClr val="FFCC00"/>
                </a:solidFill>
                <a:latin typeface="Times New Roman" panose="02020603050405020304" pitchFamily="18" charset="0"/>
              </a:rPr>
              <a:t>l</a:t>
            </a:r>
            <a:r>
              <a:rPr lang="zh-CN" altLang="en-US"/>
              <a:t>的细绳下端，绳的上端固定在天花板上，构成一单摆，如图。开始时，把绳子拉到与铅垂线成</a:t>
            </a:r>
            <a:r>
              <a:rPr lang="en-US" altLang="zh-CN" i="1">
                <a:solidFill>
                  <a:srgbClr val="FFCC00"/>
                </a:solidFill>
                <a:latin typeface="Symbol" panose="05050102010706020507" pitchFamily="18" charset="2"/>
              </a:rPr>
              <a:t>q</a:t>
            </a:r>
            <a:r>
              <a:rPr lang="en-US" altLang="zh-CN" baseline="-25000">
                <a:solidFill>
                  <a:srgbClr val="FFCC00"/>
                </a:solidFill>
                <a:latin typeface="Times New Roman" panose="02020603050405020304" pitchFamily="18" charset="0"/>
              </a:rPr>
              <a:t>0</a:t>
            </a:r>
            <a:r>
              <a:rPr lang="zh-CN" altLang="en-US"/>
              <a:t>角处，然后放手使小球沿圆弧下落。</a:t>
            </a:r>
          </a:p>
        </p:txBody>
      </p:sp>
      <p:sp>
        <p:nvSpPr>
          <p:cNvPr id="569347" name="Text Box 3">
            <a:extLst>
              <a:ext uri="{FF2B5EF4-FFF2-40B4-BE49-F238E27FC236}">
                <a16:creationId xmlns:a16="http://schemas.microsoft.com/office/drawing/2014/main" id="{AD88DC91-BC45-BC9A-055B-D193AE2027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6763" y="2149475"/>
            <a:ext cx="3822700" cy="512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>
              <a:lnSpc>
                <a:spcPct val="115000"/>
              </a:lnSpc>
            </a:pPr>
            <a:r>
              <a:rPr lang="zh-CN" altLang="en-US"/>
              <a:t>受力如图，</a:t>
            </a:r>
          </a:p>
        </p:txBody>
      </p:sp>
      <p:graphicFrame>
        <p:nvGraphicFramePr>
          <p:cNvPr id="569348" name="Object 2">
            <a:extLst>
              <a:ext uri="{FF2B5EF4-FFF2-40B4-BE49-F238E27FC236}">
                <a16:creationId xmlns:a16="http://schemas.microsoft.com/office/drawing/2014/main" id="{9FFAC4A4-C74A-9DEB-F7FF-11CD9430928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76325" y="3319463"/>
          <a:ext cx="14986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485931" imgH="579065" progId="Equation.3">
                  <p:embed/>
                </p:oleObj>
              </mc:Choice>
              <mc:Fallback>
                <p:oleObj name="公式" r:id="rId2" imgW="1485931" imgH="579065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6325" y="3319463"/>
                        <a:ext cx="1498600" cy="596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9349" name="Rectangle 5">
            <a:extLst>
              <a:ext uri="{FF2B5EF4-FFF2-40B4-BE49-F238E27FC236}">
                <a16:creationId xmlns:a16="http://schemas.microsoft.com/office/drawing/2014/main" id="{66B47449-A86C-1857-07D0-797AF96C02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2575" y="307975"/>
            <a:ext cx="6477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FF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例</a:t>
            </a:r>
          </a:p>
        </p:txBody>
      </p:sp>
      <p:sp>
        <p:nvSpPr>
          <p:cNvPr id="569350" name="Rectangle 6">
            <a:extLst>
              <a:ext uri="{FF2B5EF4-FFF2-40B4-BE49-F238E27FC236}">
                <a16:creationId xmlns:a16="http://schemas.microsoft.com/office/drawing/2014/main" id="{7E200758-74F4-F1C0-719D-45CBE17646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7975" y="2173288"/>
            <a:ext cx="6477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FF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解</a:t>
            </a:r>
          </a:p>
        </p:txBody>
      </p:sp>
      <p:sp>
        <p:nvSpPr>
          <p:cNvPr id="569351" name="Rectangle 7">
            <a:extLst>
              <a:ext uri="{FF2B5EF4-FFF2-40B4-BE49-F238E27FC236}">
                <a16:creationId xmlns:a16="http://schemas.microsoft.com/office/drawing/2014/main" id="{80669C4C-F86D-06CD-7AF1-DDF80E6A29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7975" y="1690688"/>
            <a:ext cx="6477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FF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求</a:t>
            </a:r>
          </a:p>
        </p:txBody>
      </p:sp>
      <p:sp>
        <p:nvSpPr>
          <p:cNvPr id="569352" name="Text Box 8">
            <a:extLst>
              <a:ext uri="{FF2B5EF4-FFF2-40B4-BE49-F238E27FC236}">
                <a16:creationId xmlns:a16="http://schemas.microsoft.com/office/drawing/2014/main" id="{31DC1253-6CA3-D55E-B0BE-4496096133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4225" y="1657350"/>
            <a:ext cx="8086725" cy="512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>
              <a:lnSpc>
                <a:spcPct val="115000"/>
              </a:lnSpc>
            </a:pPr>
            <a:r>
              <a:rPr lang="zh-CN" altLang="en-US"/>
              <a:t>绳与铅垂线成</a:t>
            </a:r>
            <a:r>
              <a:rPr lang="el-GR" altLang="zh-CN" i="1">
                <a:solidFill>
                  <a:srgbClr val="FFCC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θ</a:t>
            </a:r>
            <a:r>
              <a:rPr lang="zh-CN" altLang="en-US"/>
              <a:t>角时小球的速率。</a:t>
            </a:r>
          </a:p>
        </p:txBody>
      </p:sp>
      <p:graphicFrame>
        <p:nvGraphicFramePr>
          <p:cNvPr id="569353" name="Object 3">
            <a:extLst>
              <a:ext uri="{FF2B5EF4-FFF2-40B4-BE49-F238E27FC236}">
                <a16:creationId xmlns:a16="http://schemas.microsoft.com/office/drawing/2014/main" id="{DB38E988-6E8F-73FE-F965-DFA7B174A1E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19513" y="2336800"/>
          <a:ext cx="3429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327442" imgH="266839" progId="Equation.3">
                  <p:embed/>
                </p:oleObj>
              </mc:Choice>
              <mc:Fallback>
                <p:oleObj name="公式" r:id="rId4" imgW="327442" imgH="266839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19513" y="2336800"/>
                        <a:ext cx="342900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9354" name="Text Box 10">
            <a:extLst>
              <a:ext uri="{FF2B5EF4-FFF2-40B4-BE49-F238E27FC236}">
                <a16:creationId xmlns:a16="http://schemas.microsoft.com/office/drawing/2014/main" id="{BA1CACC7-B5EC-58E8-C0A3-6360037BAC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17750" y="2162175"/>
            <a:ext cx="1816100" cy="512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>
              <a:lnSpc>
                <a:spcPct val="115000"/>
              </a:lnSpc>
            </a:pPr>
            <a:r>
              <a:rPr lang="zh-CN" altLang="en-US"/>
              <a:t>取元位移</a:t>
            </a:r>
          </a:p>
        </p:txBody>
      </p:sp>
      <p:sp>
        <p:nvSpPr>
          <p:cNvPr id="569355" name="Text Box 11">
            <a:extLst>
              <a:ext uri="{FF2B5EF4-FFF2-40B4-BE49-F238E27FC236}">
                <a16:creationId xmlns:a16="http://schemas.microsoft.com/office/drawing/2014/main" id="{67349095-D743-954A-113F-36F12CB748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2950" y="2670175"/>
            <a:ext cx="3822700" cy="512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>
              <a:lnSpc>
                <a:spcPct val="115000"/>
              </a:lnSpc>
            </a:pPr>
            <a:r>
              <a:rPr lang="zh-CN" altLang="en-US"/>
              <a:t>由质点的动能定理得</a:t>
            </a:r>
          </a:p>
        </p:txBody>
      </p:sp>
      <p:grpSp>
        <p:nvGrpSpPr>
          <p:cNvPr id="2" name="Group 12">
            <a:extLst>
              <a:ext uri="{FF2B5EF4-FFF2-40B4-BE49-F238E27FC236}">
                <a16:creationId xmlns:a16="http://schemas.microsoft.com/office/drawing/2014/main" id="{65B48F11-82FE-E89E-5E40-BF25D476F44B}"/>
              </a:ext>
            </a:extLst>
          </p:cNvPr>
          <p:cNvGrpSpPr>
            <a:grpSpLocks/>
          </p:cNvGrpSpPr>
          <p:nvPr/>
        </p:nvGrpSpPr>
        <p:grpSpPr bwMode="auto">
          <a:xfrm>
            <a:off x="6650038" y="1590675"/>
            <a:ext cx="1760537" cy="1973263"/>
            <a:chOff x="805" y="906"/>
            <a:chExt cx="1109" cy="1243"/>
          </a:xfrm>
        </p:grpSpPr>
        <p:grpSp>
          <p:nvGrpSpPr>
            <p:cNvPr id="8267" name="Group 13">
              <a:extLst>
                <a:ext uri="{FF2B5EF4-FFF2-40B4-BE49-F238E27FC236}">
                  <a16:creationId xmlns:a16="http://schemas.microsoft.com/office/drawing/2014/main" id="{2F1DA49B-438F-B9C3-6930-6810BC3EBE8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67" y="1007"/>
              <a:ext cx="463" cy="1142"/>
              <a:chOff x="1167" y="1007"/>
              <a:chExt cx="463" cy="1142"/>
            </a:xfrm>
          </p:grpSpPr>
          <p:sp>
            <p:nvSpPr>
              <p:cNvPr id="569358" name="Line 14">
                <a:extLst>
                  <a:ext uri="{FF2B5EF4-FFF2-40B4-BE49-F238E27FC236}">
                    <a16:creationId xmlns:a16="http://schemas.microsoft.com/office/drawing/2014/main" id="{F4F93E73-68FE-D966-67D7-E2E9A1B3C1CA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1206" y="1007"/>
                <a:ext cx="380" cy="1005"/>
              </a:xfrm>
              <a:prstGeom prst="line">
                <a:avLst/>
              </a:prstGeom>
              <a:noFill/>
              <a:ln w="28575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69359" name="Oval 15">
                <a:extLst>
                  <a:ext uri="{FF2B5EF4-FFF2-40B4-BE49-F238E27FC236}">
                    <a16:creationId xmlns:a16="http://schemas.microsoft.com/office/drawing/2014/main" id="{6379C505-18DE-F57A-27F3-23371BE73F6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559" y="1996"/>
                <a:ext cx="71" cy="72"/>
              </a:xfrm>
              <a:prstGeom prst="ellipse">
                <a:avLst/>
              </a:prstGeom>
              <a:solidFill>
                <a:srgbClr val="FF0000"/>
              </a:solidFill>
              <a:ln w="38100" algn="ctr">
                <a:solidFill>
                  <a:srgbClr val="FF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69360" name="Oval 16">
                <a:extLst>
                  <a:ext uri="{FF2B5EF4-FFF2-40B4-BE49-F238E27FC236}">
                    <a16:creationId xmlns:a16="http://schemas.microsoft.com/office/drawing/2014/main" id="{A0FE5289-7498-9E1A-A1F7-CE4122D91F9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167" y="2078"/>
                <a:ext cx="72" cy="71"/>
              </a:xfrm>
              <a:prstGeom prst="ellipse">
                <a:avLst/>
              </a:prstGeom>
              <a:solidFill>
                <a:srgbClr val="FF0000"/>
              </a:solidFill>
              <a:ln w="38100" algn="ctr">
                <a:solidFill>
                  <a:srgbClr val="FF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p:grpSp>
        <p:sp>
          <p:nvSpPr>
            <p:cNvPr id="569361" name="Arc 17">
              <a:extLst>
                <a:ext uri="{FF2B5EF4-FFF2-40B4-BE49-F238E27FC236}">
                  <a16:creationId xmlns:a16="http://schemas.microsoft.com/office/drawing/2014/main" id="{D832C25F-C786-B808-2CFB-81F515262D3E}"/>
                </a:ext>
              </a:extLst>
            </p:cNvPr>
            <p:cNvSpPr>
              <a:spLocks noChangeAspect="1"/>
            </p:cNvSpPr>
            <p:nvPr/>
          </p:nvSpPr>
          <p:spPr bwMode="auto">
            <a:xfrm rot="-204530">
              <a:off x="805" y="906"/>
              <a:ext cx="1109" cy="1201"/>
            </a:xfrm>
            <a:custGeom>
              <a:avLst/>
              <a:gdLst>
                <a:gd name="G0" fmla="+- 9684 0 0"/>
                <a:gd name="G1" fmla="+- 0 0 0"/>
                <a:gd name="G2" fmla="+- 21600 0 0"/>
                <a:gd name="T0" fmla="*/ 22967 w 22967"/>
                <a:gd name="T1" fmla="*/ 17033 h 21600"/>
                <a:gd name="T2" fmla="*/ 0 w 22967"/>
                <a:gd name="T3" fmla="*/ 19308 h 21600"/>
                <a:gd name="T4" fmla="*/ 9684 w 22967"/>
                <a:gd name="T5" fmla="*/ 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2967" h="21600" fill="none" extrusionOk="0">
                  <a:moveTo>
                    <a:pt x="22966" y="17032"/>
                  </a:moveTo>
                  <a:cubicBezTo>
                    <a:pt x="19171" y="19992"/>
                    <a:pt x="14496" y="21599"/>
                    <a:pt x="9684" y="21600"/>
                  </a:cubicBezTo>
                  <a:cubicBezTo>
                    <a:pt x="6321" y="21600"/>
                    <a:pt x="3005" y="20815"/>
                    <a:pt x="0" y="19307"/>
                  </a:cubicBezTo>
                </a:path>
                <a:path w="22967" h="21600" stroke="0" extrusionOk="0">
                  <a:moveTo>
                    <a:pt x="22966" y="17032"/>
                  </a:moveTo>
                  <a:cubicBezTo>
                    <a:pt x="19171" y="19992"/>
                    <a:pt x="14496" y="21599"/>
                    <a:pt x="9684" y="21600"/>
                  </a:cubicBezTo>
                  <a:cubicBezTo>
                    <a:pt x="6321" y="21600"/>
                    <a:pt x="3005" y="20815"/>
                    <a:pt x="0" y="19307"/>
                  </a:cubicBezTo>
                  <a:lnTo>
                    <a:pt x="9684" y="0"/>
                  </a:lnTo>
                  <a:close/>
                </a:path>
              </a:pathLst>
            </a:custGeom>
            <a:noFill/>
            <a:ln w="38100" cap="rnd">
              <a:solidFill>
                <a:srgbClr val="FF0000"/>
              </a:solidFill>
              <a:prstDash val="dash"/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grpSp>
        <p:nvGrpSpPr>
          <p:cNvPr id="4" name="Group 18">
            <a:extLst>
              <a:ext uri="{FF2B5EF4-FFF2-40B4-BE49-F238E27FC236}">
                <a16:creationId xmlns:a16="http://schemas.microsoft.com/office/drawing/2014/main" id="{29A73445-3F0D-528C-8BFD-46717FB79695}"/>
              </a:ext>
            </a:extLst>
          </p:cNvPr>
          <p:cNvGrpSpPr>
            <a:grpSpLocks/>
          </p:cNvGrpSpPr>
          <p:nvPr/>
        </p:nvGrpSpPr>
        <p:grpSpPr bwMode="auto">
          <a:xfrm>
            <a:off x="7286625" y="2392363"/>
            <a:ext cx="236538" cy="315912"/>
            <a:chOff x="1206" y="1411"/>
            <a:chExt cx="149" cy="199"/>
          </a:xfrm>
        </p:grpSpPr>
        <p:sp>
          <p:nvSpPr>
            <p:cNvPr id="569363" name="Freeform 19">
              <a:extLst>
                <a:ext uri="{FF2B5EF4-FFF2-40B4-BE49-F238E27FC236}">
                  <a16:creationId xmlns:a16="http://schemas.microsoft.com/office/drawing/2014/main" id="{641163E3-4F7A-FE53-8E07-9E2F2EC8DBC2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206" y="1411"/>
              <a:ext cx="147" cy="25"/>
            </a:xfrm>
            <a:custGeom>
              <a:avLst/>
              <a:gdLst/>
              <a:ahLst/>
              <a:cxnLst>
                <a:cxn ang="0">
                  <a:pos x="12" y="0"/>
                </a:cxn>
                <a:cxn ang="0">
                  <a:pos x="4" y="2"/>
                </a:cxn>
                <a:cxn ang="0">
                  <a:pos x="0" y="2"/>
                </a:cxn>
              </a:cxnLst>
              <a:rect l="0" t="0" r="r" b="b"/>
              <a:pathLst>
                <a:path w="12" h="2">
                  <a:moveTo>
                    <a:pt x="12" y="0"/>
                  </a:moveTo>
                  <a:cubicBezTo>
                    <a:pt x="10" y="1"/>
                    <a:pt x="7" y="2"/>
                    <a:pt x="4" y="2"/>
                  </a:cubicBezTo>
                  <a:cubicBezTo>
                    <a:pt x="2" y="2"/>
                    <a:pt x="1" y="2"/>
                    <a:pt x="0" y="2"/>
                  </a:cubicBezTo>
                </a:path>
              </a:pathLst>
            </a:custGeom>
            <a:noFill/>
            <a:ln w="28575" cmpd="sng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graphicFrame>
          <p:nvGraphicFramePr>
            <p:cNvPr id="8266" name="Object 21">
              <a:extLst>
                <a:ext uri="{FF2B5EF4-FFF2-40B4-BE49-F238E27FC236}">
                  <a16:creationId xmlns:a16="http://schemas.microsoft.com/office/drawing/2014/main" id="{043471B3-055D-7F37-F1E7-D42946F42D9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259" y="1478"/>
            <a:ext cx="96" cy="1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6" imgW="228413" imgH="312226" progId="Equation.3">
                    <p:embed/>
                  </p:oleObj>
                </mc:Choice>
                <mc:Fallback>
                  <p:oleObj name="公式" r:id="rId6" imgW="228413" imgH="312226" progId="Equation.3">
                    <p:embed/>
                    <p:pic>
                      <p:nvPicPr>
                        <p:cNvPr id="0" name="Object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59" y="1478"/>
                          <a:ext cx="96" cy="1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" name="Group 21">
            <a:extLst>
              <a:ext uri="{FF2B5EF4-FFF2-40B4-BE49-F238E27FC236}">
                <a16:creationId xmlns:a16="http://schemas.microsoft.com/office/drawing/2014/main" id="{4482997D-AF7B-80A5-7643-50D9A770FD3C}"/>
              </a:ext>
            </a:extLst>
          </p:cNvPr>
          <p:cNvGrpSpPr>
            <a:grpSpLocks/>
          </p:cNvGrpSpPr>
          <p:nvPr/>
        </p:nvGrpSpPr>
        <p:grpSpPr bwMode="auto">
          <a:xfrm>
            <a:off x="7286625" y="1763713"/>
            <a:ext cx="396875" cy="1698625"/>
            <a:chOff x="1206" y="1015"/>
            <a:chExt cx="250" cy="1070"/>
          </a:xfrm>
        </p:grpSpPr>
        <p:sp>
          <p:nvSpPr>
            <p:cNvPr id="569366" name="Line 22">
              <a:extLst>
                <a:ext uri="{FF2B5EF4-FFF2-40B4-BE49-F238E27FC236}">
                  <a16:creationId xmlns:a16="http://schemas.microsoft.com/office/drawing/2014/main" id="{73B640B5-D227-F3ED-D6A4-AB36E8671ED7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1206" y="1015"/>
              <a:ext cx="2" cy="1070"/>
            </a:xfrm>
            <a:prstGeom prst="line">
              <a:avLst/>
            </a:prstGeom>
            <a:noFill/>
            <a:ln w="28575">
              <a:solidFill>
                <a:srgbClr val="00FFCC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69367" name="Freeform 23">
              <a:extLst>
                <a:ext uri="{FF2B5EF4-FFF2-40B4-BE49-F238E27FC236}">
                  <a16:creationId xmlns:a16="http://schemas.microsoft.com/office/drawing/2014/main" id="{23A71299-BF33-02B7-E5AA-C945713AC69B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206" y="1228"/>
              <a:ext cx="184" cy="73"/>
            </a:xfrm>
            <a:custGeom>
              <a:avLst/>
              <a:gdLst/>
              <a:ahLst/>
              <a:cxnLst>
                <a:cxn ang="0">
                  <a:pos x="15" y="0"/>
                </a:cxn>
                <a:cxn ang="0">
                  <a:pos x="0" y="6"/>
                </a:cxn>
              </a:cxnLst>
              <a:rect l="0" t="0" r="r" b="b"/>
              <a:pathLst>
                <a:path w="15" h="6">
                  <a:moveTo>
                    <a:pt x="15" y="0"/>
                  </a:moveTo>
                  <a:cubicBezTo>
                    <a:pt x="11" y="4"/>
                    <a:pt x="5" y="6"/>
                    <a:pt x="0" y="6"/>
                  </a:cubicBezTo>
                </a:path>
              </a:pathLst>
            </a:custGeom>
            <a:noFill/>
            <a:ln w="28575" cmpd="sng">
              <a:solidFill>
                <a:srgbClr val="00CC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graphicFrame>
          <p:nvGraphicFramePr>
            <p:cNvPr id="8264" name="Object 20">
              <a:extLst>
                <a:ext uri="{FF2B5EF4-FFF2-40B4-BE49-F238E27FC236}">
                  <a16:creationId xmlns:a16="http://schemas.microsoft.com/office/drawing/2014/main" id="{5AC21DFB-721B-7167-FD9D-19F4F0F9424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324" y="1256"/>
            <a:ext cx="132" cy="1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8" imgW="312513" imgH="441905" progId="Equation.3">
                    <p:embed/>
                  </p:oleObj>
                </mc:Choice>
                <mc:Fallback>
                  <p:oleObj name="公式" r:id="rId8" imgW="312513" imgH="441905" progId="Equation.3">
                    <p:embed/>
                    <p:pic>
                      <p:nvPicPr>
                        <p:cNvPr id="0" name="Object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24" y="1256"/>
                          <a:ext cx="132" cy="18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" name="Group 25">
            <a:extLst>
              <a:ext uri="{FF2B5EF4-FFF2-40B4-BE49-F238E27FC236}">
                <a16:creationId xmlns:a16="http://schemas.microsoft.com/office/drawing/2014/main" id="{8C31AB22-9AAA-EFE9-B56F-4003F3F459EA}"/>
              </a:ext>
            </a:extLst>
          </p:cNvPr>
          <p:cNvGrpSpPr>
            <a:grpSpLocks/>
          </p:cNvGrpSpPr>
          <p:nvPr/>
        </p:nvGrpSpPr>
        <p:grpSpPr bwMode="auto">
          <a:xfrm>
            <a:off x="7540625" y="3402013"/>
            <a:ext cx="496888" cy="339725"/>
            <a:chOff x="1366" y="2047"/>
            <a:chExt cx="313" cy="214"/>
          </a:xfrm>
        </p:grpSpPr>
        <p:grpSp>
          <p:nvGrpSpPr>
            <p:cNvPr id="8258" name="Group 26">
              <a:extLst>
                <a:ext uri="{FF2B5EF4-FFF2-40B4-BE49-F238E27FC236}">
                  <a16:creationId xmlns:a16="http://schemas.microsoft.com/office/drawing/2014/main" id="{3F26AB83-1BCB-385C-0163-27642966F84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366" y="2047"/>
              <a:ext cx="223" cy="214"/>
              <a:chOff x="1688" y="2704"/>
              <a:chExt cx="352" cy="337"/>
            </a:xfrm>
          </p:grpSpPr>
          <p:sp>
            <p:nvSpPr>
              <p:cNvPr id="569371" name="Line 27">
                <a:extLst>
                  <a:ext uri="{FF2B5EF4-FFF2-40B4-BE49-F238E27FC236}">
                    <a16:creationId xmlns:a16="http://schemas.microsoft.com/office/drawing/2014/main" id="{B4FDF8B0-540D-2369-2922-F71D3A384181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H="1">
                <a:off x="1688" y="2704"/>
                <a:ext cx="352" cy="184"/>
              </a:xfrm>
              <a:prstGeom prst="line">
                <a:avLst/>
              </a:prstGeom>
              <a:noFill/>
              <a:ln w="38100">
                <a:solidFill>
                  <a:srgbClr val="FFFF00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graphicFrame>
            <p:nvGraphicFramePr>
              <p:cNvPr id="8261" name="Object 19">
                <a:extLst>
                  <a:ext uri="{FF2B5EF4-FFF2-40B4-BE49-F238E27FC236}">
                    <a16:creationId xmlns:a16="http://schemas.microsoft.com/office/drawing/2014/main" id="{6ECBBD43-9E45-CE38-7287-59A7A6924883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802" y="2851"/>
              <a:ext cx="153" cy="19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10" imgW="228413" imgH="289782" progId="Equation.3">
                      <p:embed/>
                    </p:oleObj>
                  </mc:Choice>
                  <mc:Fallback>
                    <p:oleObj name="公式" r:id="rId10" imgW="228413" imgH="289782" progId="Equation.3">
                      <p:embed/>
                      <p:pic>
                        <p:nvPicPr>
                          <p:cNvPr id="0" name="Object 1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802" y="2851"/>
                            <a:ext cx="153" cy="19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8259" name="Object 18">
              <a:extLst>
                <a:ext uri="{FF2B5EF4-FFF2-40B4-BE49-F238E27FC236}">
                  <a16:creationId xmlns:a16="http://schemas.microsoft.com/office/drawing/2014/main" id="{916C4098-7D7B-24B6-24E7-917823184D7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588" y="2102"/>
            <a:ext cx="91" cy="1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2" imgW="213484" imgH="304745" progId="Equation.3">
                    <p:embed/>
                  </p:oleObj>
                </mc:Choice>
                <mc:Fallback>
                  <p:oleObj name="公式" r:id="rId12" imgW="213484" imgH="304745" progId="Equation.3">
                    <p:embed/>
                    <p:pic>
                      <p:nvPicPr>
                        <p:cNvPr id="0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88" y="2102"/>
                          <a:ext cx="91" cy="12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8" name="Group 30">
            <a:extLst>
              <a:ext uri="{FF2B5EF4-FFF2-40B4-BE49-F238E27FC236}">
                <a16:creationId xmlns:a16="http://schemas.microsoft.com/office/drawing/2014/main" id="{2537B82A-F092-6C0E-A9DC-85A0E904911E}"/>
              </a:ext>
            </a:extLst>
          </p:cNvPr>
          <p:cNvGrpSpPr>
            <a:grpSpLocks/>
          </p:cNvGrpSpPr>
          <p:nvPr/>
        </p:nvGrpSpPr>
        <p:grpSpPr bwMode="auto">
          <a:xfrm>
            <a:off x="6681788" y="1654175"/>
            <a:ext cx="1900237" cy="1720850"/>
            <a:chOff x="825" y="946"/>
            <a:chExt cx="1197" cy="1084"/>
          </a:xfrm>
        </p:grpSpPr>
        <p:grpSp>
          <p:nvGrpSpPr>
            <p:cNvPr id="8234" name="Group 31">
              <a:extLst>
                <a:ext uri="{FF2B5EF4-FFF2-40B4-BE49-F238E27FC236}">
                  <a16:creationId xmlns:a16="http://schemas.microsoft.com/office/drawing/2014/main" id="{730AFF69-344C-A16A-6501-D3D8B36F7F0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25" y="946"/>
              <a:ext cx="784" cy="63"/>
              <a:chOff x="825" y="946"/>
              <a:chExt cx="784" cy="63"/>
            </a:xfrm>
          </p:grpSpPr>
          <p:sp>
            <p:nvSpPr>
              <p:cNvPr id="569376" name="Line 32">
                <a:extLst>
                  <a:ext uri="{FF2B5EF4-FFF2-40B4-BE49-F238E27FC236}">
                    <a16:creationId xmlns:a16="http://schemas.microsoft.com/office/drawing/2014/main" id="{6D363359-2E7E-5845-5C18-792772BF3F16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825" y="1007"/>
                <a:ext cx="760" cy="2"/>
              </a:xfrm>
              <a:prstGeom prst="line">
                <a:avLst/>
              </a:prstGeom>
              <a:noFill/>
              <a:ln w="38100">
                <a:solidFill>
                  <a:srgbClr val="00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69377" name="Line 33">
                <a:extLst>
                  <a:ext uri="{FF2B5EF4-FFF2-40B4-BE49-F238E27FC236}">
                    <a16:creationId xmlns:a16="http://schemas.microsoft.com/office/drawing/2014/main" id="{FB6284DD-6CB8-8E91-A5A5-2A280AB98A9A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1132" y="946"/>
                <a:ext cx="49" cy="61"/>
              </a:xfrm>
              <a:prstGeom prst="line">
                <a:avLst/>
              </a:prstGeom>
              <a:noFill/>
              <a:ln w="28575">
                <a:solidFill>
                  <a:srgbClr val="00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69378" name="Line 34">
                <a:extLst>
                  <a:ext uri="{FF2B5EF4-FFF2-40B4-BE49-F238E27FC236}">
                    <a16:creationId xmlns:a16="http://schemas.microsoft.com/office/drawing/2014/main" id="{C9DEC5A8-754D-9D11-34D1-2D89EA6723BE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1181" y="946"/>
                <a:ext cx="49" cy="61"/>
              </a:xfrm>
              <a:prstGeom prst="line">
                <a:avLst/>
              </a:prstGeom>
              <a:noFill/>
              <a:ln w="28575">
                <a:solidFill>
                  <a:srgbClr val="00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69379" name="Line 35">
                <a:extLst>
                  <a:ext uri="{FF2B5EF4-FFF2-40B4-BE49-F238E27FC236}">
                    <a16:creationId xmlns:a16="http://schemas.microsoft.com/office/drawing/2014/main" id="{61EAAB3C-CDF1-663B-D5F4-AA8B892D69F5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948" y="946"/>
                <a:ext cx="49" cy="61"/>
              </a:xfrm>
              <a:prstGeom prst="line">
                <a:avLst/>
              </a:prstGeom>
              <a:noFill/>
              <a:ln w="28575">
                <a:solidFill>
                  <a:srgbClr val="00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69380" name="Line 36">
                <a:extLst>
                  <a:ext uri="{FF2B5EF4-FFF2-40B4-BE49-F238E27FC236}">
                    <a16:creationId xmlns:a16="http://schemas.microsoft.com/office/drawing/2014/main" id="{0C8B2D22-520A-C16F-A99C-E0949CDADEC1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997" y="946"/>
                <a:ext cx="49" cy="61"/>
              </a:xfrm>
              <a:prstGeom prst="line">
                <a:avLst/>
              </a:prstGeom>
              <a:noFill/>
              <a:ln w="28575">
                <a:solidFill>
                  <a:srgbClr val="00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69381" name="Line 37">
                <a:extLst>
                  <a:ext uri="{FF2B5EF4-FFF2-40B4-BE49-F238E27FC236}">
                    <a16:creationId xmlns:a16="http://schemas.microsoft.com/office/drawing/2014/main" id="{81020683-385B-05CD-C88E-36D21045B08C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1034" y="946"/>
                <a:ext cx="61" cy="61"/>
              </a:xfrm>
              <a:prstGeom prst="line">
                <a:avLst/>
              </a:prstGeom>
              <a:noFill/>
              <a:ln w="28575">
                <a:solidFill>
                  <a:srgbClr val="00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69382" name="Line 38">
                <a:extLst>
                  <a:ext uri="{FF2B5EF4-FFF2-40B4-BE49-F238E27FC236}">
                    <a16:creationId xmlns:a16="http://schemas.microsoft.com/office/drawing/2014/main" id="{C5A1DD3A-22EC-6C8B-4140-36E071EB37D9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1083" y="946"/>
                <a:ext cx="61" cy="61"/>
              </a:xfrm>
              <a:prstGeom prst="line">
                <a:avLst/>
              </a:prstGeom>
              <a:noFill/>
              <a:ln w="28575">
                <a:solidFill>
                  <a:srgbClr val="00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69383" name="Line 39">
                <a:extLst>
                  <a:ext uri="{FF2B5EF4-FFF2-40B4-BE49-F238E27FC236}">
                    <a16:creationId xmlns:a16="http://schemas.microsoft.com/office/drawing/2014/main" id="{D20F9DFE-907F-1658-4D90-F377D8A2948E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850" y="946"/>
                <a:ext cx="61" cy="61"/>
              </a:xfrm>
              <a:prstGeom prst="line">
                <a:avLst/>
              </a:prstGeom>
              <a:noFill/>
              <a:ln w="28575">
                <a:solidFill>
                  <a:srgbClr val="00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69384" name="Line 40">
                <a:extLst>
                  <a:ext uri="{FF2B5EF4-FFF2-40B4-BE49-F238E27FC236}">
                    <a16:creationId xmlns:a16="http://schemas.microsoft.com/office/drawing/2014/main" id="{0290B226-EE8A-FDD8-D569-081E4AFA66C7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899" y="946"/>
                <a:ext cx="49" cy="61"/>
              </a:xfrm>
              <a:prstGeom prst="line">
                <a:avLst/>
              </a:prstGeom>
              <a:noFill/>
              <a:ln w="28575">
                <a:solidFill>
                  <a:srgbClr val="00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69385" name="Line 41">
                <a:extLst>
                  <a:ext uri="{FF2B5EF4-FFF2-40B4-BE49-F238E27FC236}">
                    <a16:creationId xmlns:a16="http://schemas.microsoft.com/office/drawing/2014/main" id="{594E2DAC-63DF-6263-7551-998DAC0B9588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1512" y="946"/>
                <a:ext cx="48" cy="61"/>
              </a:xfrm>
              <a:prstGeom prst="line">
                <a:avLst/>
              </a:prstGeom>
              <a:noFill/>
              <a:ln w="28575">
                <a:solidFill>
                  <a:srgbClr val="00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69386" name="Line 42">
                <a:extLst>
                  <a:ext uri="{FF2B5EF4-FFF2-40B4-BE49-F238E27FC236}">
                    <a16:creationId xmlns:a16="http://schemas.microsoft.com/office/drawing/2014/main" id="{2CFCD95C-6FBA-0F83-2942-B959799DAE02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1548" y="946"/>
                <a:ext cx="61" cy="61"/>
              </a:xfrm>
              <a:prstGeom prst="line">
                <a:avLst/>
              </a:prstGeom>
              <a:noFill/>
              <a:ln w="28575">
                <a:solidFill>
                  <a:srgbClr val="00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69387" name="Line 43">
                <a:extLst>
                  <a:ext uri="{FF2B5EF4-FFF2-40B4-BE49-F238E27FC236}">
                    <a16:creationId xmlns:a16="http://schemas.microsoft.com/office/drawing/2014/main" id="{CD9B31F7-7360-DCB1-2B2C-C1E615950C82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1315" y="946"/>
                <a:ext cx="62" cy="61"/>
              </a:xfrm>
              <a:prstGeom prst="line">
                <a:avLst/>
              </a:prstGeom>
              <a:noFill/>
              <a:ln w="28575">
                <a:solidFill>
                  <a:srgbClr val="00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69388" name="Line 44">
                <a:extLst>
                  <a:ext uri="{FF2B5EF4-FFF2-40B4-BE49-F238E27FC236}">
                    <a16:creationId xmlns:a16="http://schemas.microsoft.com/office/drawing/2014/main" id="{793BADAA-3D45-3D54-485B-81A55910D733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1364" y="946"/>
                <a:ext cx="62" cy="61"/>
              </a:xfrm>
              <a:prstGeom prst="line">
                <a:avLst/>
              </a:prstGeom>
              <a:noFill/>
              <a:ln w="28575">
                <a:solidFill>
                  <a:srgbClr val="00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69389" name="Line 45">
                <a:extLst>
                  <a:ext uri="{FF2B5EF4-FFF2-40B4-BE49-F238E27FC236}">
                    <a16:creationId xmlns:a16="http://schemas.microsoft.com/office/drawing/2014/main" id="{9A2BD568-75EF-E2FA-22C1-79293EB269B8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1413" y="946"/>
                <a:ext cx="50" cy="61"/>
              </a:xfrm>
              <a:prstGeom prst="line">
                <a:avLst/>
              </a:prstGeom>
              <a:noFill/>
              <a:ln w="28575">
                <a:solidFill>
                  <a:srgbClr val="00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69390" name="Line 46">
                <a:extLst>
                  <a:ext uri="{FF2B5EF4-FFF2-40B4-BE49-F238E27FC236}">
                    <a16:creationId xmlns:a16="http://schemas.microsoft.com/office/drawing/2014/main" id="{DED45BB9-BFB7-7B22-B8E6-E6B0DA87B3B7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1463" y="946"/>
                <a:ext cx="49" cy="61"/>
              </a:xfrm>
              <a:prstGeom prst="line">
                <a:avLst/>
              </a:prstGeom>
              <a:noFill/>
              <a:ln w="28575">
                <a:solidFill>
                  <a:srgbClr val="00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69391" name="Line 47">
                <a:extLst>
                  <a:ext uri="{FF2B5EF4-FFF2-40B4-BE49-F238E27FC236}">
                    <a16:creationId xmlns:a16="http://schemas.microsoft.com/office/drawing/2014/main" id="{224CDBAE-1DF9-6F5A-5BAC-6374D34351DF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1230" y="946"/>
                <a:ext cx="49" cy="61"/>
              </a:xfrm>
              <a:prstGeom prst="line">
                <a:avLst/>
              </a:prstGeom>
              <a:noFill/>
              <a:ln w="28575">
                <a:solidFill>
                  <a:srgbClr val="00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69392" name="Line 48">
                <a:extLst>
                  <a:ext uri="{FF2B5EF4-FFF2-40B4-BE49-F238E27FC236}">
                    <a16:creationId xmlns:a16="http://schemas.microsoft.com/office/drawing/2014/main" id="{E2D74892-1571-7E70-6AA3-5BEEFE2BF539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1279" y="946"/>
                <a:ext cx="48" cy="61"/>
              </a:xfrm>
              <a:prstGeom prst="line">
                <a:avLst/>
              </a:prstGeom>
              <a:noFill/>
              <a:ln w="28575">
                <a:solidFill>
                  <a:srgbClr val="00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p:grpSp>
        <p:grpSp>
          <p:nvGrpSpPr>
            <p:cNvPr id="8235" name="Group 49">
              <a:extLst>
                <a:ext uri="{FF2B5EF4-FFF2-40B4-BE49-F238E27FC236}">
                  <a16:creationId xmlns:a16="http://schemas.microsoft.com/office/drawing/2014/main" id="{3304C498-52D8-DBEF-0BC4-F2139F0F1CB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06" y="1007"/>
              <a:ext cx="816" cy="1023"/>
              <a:chOff x="1206" y="1007"/>
              <a:chExt cx="816" cy="1023"/>
            </a:xfrm>
          </p:grpSpPr>
          <p:sp>
            <p:nvSpPr>
              <p:cNvPr id="569394" name="Line 50">
                <a:extLst>
                  <a:ext uri="{FF2B5EF4-FFF2-40B4-BE49-F238E27FC236}">
                    <a16:creationId xmlns:a16="http://schemas.microsoft.com/office/drawing/2014/main" id="{9F6BBDF9-71C5-C2B0-8885-1C093BFA804B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1206" y="1007"/>
                <a:ext cx="698" cy="820"/>
              </a:xfrm>
              <a:prstGeom prst="line">
                <a:avLst/>
              </a:prstGeom>
              <a:noFill/>
              <a:ln w="28575">
                <a:solidFill>
                  <a:srgbClr val="00CCF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graphicFrame>
            <p:nvGraphicFramePr>
              <p:cNvPr id="8237" name="Object 15">
                <a:extLst>
                  <a:ext uri="{FF2B5EF4-FFF2-40B4-BE49-F238E27FC236}">
                    <a16:creationId xmlns:a16="http://schemas.microsoft.com/office/drawing/2014/main" id="{B92AA8DB-E35B-EEBC-0B22-C559639EB19D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623" y="1335"/>
              <a:ext cx="61" cy="13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14" imgW="137347" imgH="327688" progId="Equation.3">
                      <p:embed/>
                    </p:oleObj>
                  </mc:Choice>
                  <mc:Fallback>
                    <p:oleObj name="公式" r:id="rId14" imgW="137347" imgH="327688" progId="Equation.3">
                      <p:embed/>
                      <p:pic>
                        <p:nvPicPr>
                          <p:cNvPr id="0" name="Object 1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623" y="1335"/>
                            <a:ext cx="61" cy="13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569396" name="Oval 52">
                <a:extLst>
                  <a:ext uri="{FF2B5EF4-FFF2-40B4-BE49-F238E27FC236}">
                    <a16:creationId xmlns:a16="http://schemas.microsoft.com/office/drawing/2014/main" id="{19CC4027-4A44-C609-C40C-023EE0C2210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873" y="1803"/>
                <a:ext cx="72" cy="72"/>
              </a:xfrm>
              <a:prstGeom prst="ellipse">
                <a:avLst/>
              </a:prstGeom>
              <a:solidFill>
                <a:srgbClr val="FF0000"/>
              </a:solidFill>
              <a:ln w="38100" algn="ctr">
                <a:solidFill>
                  <a:srgbClr val="FF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graphicFrame>
            <p:nvGraphicFramePr>
              <p:cNvPr id="8239" name="Object 16">
                <a:extLst>
                  <a:ext uri="{FF2B5EF4-FFF2-40B4-BE49-F238E27FC236}">
                    <a16:creationId xmlns:a16="http://schemas.microsoft.com/office/drawing/2014/main" id="{5C4862C1-F390-0514-037A-9F81E56B4B16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895" y="1680"/>
              <a:ext cx="127" cy="9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16" imgW="305049" imgH="228434" progId="Equation.3">
                      <p:embed/>
                    </p:oleObj>
                  </mc:Choice>
                  <mc:Fallback>
                    <p:oleObj name="公式" r:id="rId16" imgW="305049" imgH="228434" progId="Equation.3">
                      <p:embed/>
                      <p:pic>
                        <p:nvPicPr>
                          <p:cNvPr id="0" name="Object 1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895" y="1680"/>
                            <a:ext cx="127" cy="9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8240" name="Object 17">
                <a:extLst>
                  <a:ext uri="{FF2B5EF4-FFF2-40B4-BE49-F238E27FC236}">
                    <a16:creationId xmlns:a16="http://schemas.microsoft.com/office/drawing/2014/main" id="{F651C8BE-0D9A-8C5C-ED58-6F5EF404E859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938" y="1904"/>
              <a:ext cx="61" cy="12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18" imgW="137347" imgH="304745" progId="Equation.3">
                      <p:embed/>
                    </p:oleObj>
                  </mc:Choice>
                  <mc:Fallback>
                    <p:oleObj name="公式" r:id="rId18" imgW="137347" imgH="304745" progId="Equation.3">
                      <p:embed/>
                      <p:pic>
                        <p:nvPicPr>
                          <p:cNvPr id="0" name="Object 1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938" y="1904"/>
                            <a:ext cx="61" cy="12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11" name="Group 55">
            <a:extLst>
              <a:ext uri="{FF2B5EF4-FFF2-40B4-BE49-F238E27FC236}">
                <a16:creationId xmlns:a16="http://schemas.microsoft.com/office/drawing/2014/main" id="{57A86C03-70E0-5578-1975-5D6C52F4DB7C}"/>
              </a:ext>
            </a:extLst>
          </p:cNvPr>
          <p:cNvGrpSpPr>
            <a:grpSpLocks/>
          </p:cNvGrpSpPr>
          <p:nvPr/>
        </p:nvGrpSpPr>
        <p:grpSpPr bwMode="auto">
          <a:xfrm>
            <a:off x="5514975" y="1951038"/>
            <a:ext cx="706438" cy="1504950"/>
            <a:chOff x="2970" y="1405"/>
            <a:chExt cx="445" cy="948"/>
          </a:xfrm>
        </p:grpSpPr>
        <p:grpSp>
          <p:nvGrpSpPr>
            <p:cNvPr id="8218" name="Group 56">
              <a:extLst>
                <a:ext uri="{FF2B5EF4-FFF2-40B4-BE49-F238E27FC236}">
                  <a16:creationId xmlns:a16="http://schemas.microsoft.com/office/drawing/2014/main" id="{3F1AC841-36B6-4BA4-731A-81C1A296A4C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70" y="1806"/>
              <a:ext cx="197" cy="547"/>
              <a:chOff x="3170" y="1806"/>
              <a:chExt cx="197" cy="547"/>
            </a:xfrm>
          </p:grpSpPr>
          <p:sp>
            <p:nvSpPr>
              <p:cNvPr id="569401" name="Line 57">
                <a:extLst>
                  <a:ext uri="{FF2B5EF4-FFF2-40B4-BE49-F238E27FC236}">
                    <a16:creationId xmlns:a16="http://schemas.microsoft.com/office/drawing/2014/main" id="{75A138D8-321E-C6CE-483D-A03BE8050EEC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3269" y="1806"/>
                <a:ext cx="0" cy="389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graphicFrame>
            <p:nvGraphicFramePr>
              <p:cNvPr id="8233" name="Object 14">
                <a:extLst>
                  <a:ext uri="{FF2B5EF4-FFF2-40B4-BE49-F238E27FC236}">
                    <a16:creationId xmlns:a16="http://schemas.microsoft.com/office/drawing/2014/main" id="{F25C8B26-F07E-1713-6355-5A6F74F5FFD3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170" y="2219"/>
              <a:ext cx="197" cy="13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20" imgW="518036" imgH="350631" progId="Equation.3">
                      <p:embed/>
                    </p:oleObj>
                  </mc:Choice>
                  <mc:Fallback>
                    <p:oleObj name="公式" r:id="rId20" imgW="518036" imgH="350631" progId="Equation.3">
                      <p:embed/>
                      <p:pic>
                        <p:nvPicPr>
                          <p:cNvPr id="0" name="Object 1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170" y="2219"/>
                            <a:ext cx="197" cy="13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8219" name="Group 59">
              <a:extLst>
                <a:ext uri="{FF2B5EF4-FFF2-40B4-BE49-F238E27FC236}">
                  <a16:creationId xmlns:a16="http://schemas.microsoft.com/office/drawing/2014/main" id="{47F0D2C6-C096-E1D5-26EC-AF482C14FC1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65" y="1797"/>
              <a:ext cx="150" cy="291"/>
              <a:chOff x="3265" y="1797"/>
              <a:chExt cx="150" cy="291"/>
            </a:xfrm>
          </p:grpSpPr>
          <p:sp>
            <p:nvSpPr>
              <p:cNvPr id="569404" name="Line 60">
                <a:extLst>
                  <a:ext uri="{FF2B5EF4-FFF2-40B4-BE49-F238E27FC236}">
                    <a16:creationId xmlns:a16="http://schemas.microsoft.com/office/drawing/2014/main" id="{D985A663-14A5-83CC-4AF2-2C8BF165F7B4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3269" y="1797"/>
                <a:ext cx="146" cy="258"/>
              </a:xfrm>
              <a:prstGeom prst="line">
                <a:avLst/>
              </a:prstGeom>
              <a:noFill/>
              <a:ln w="28575">
                <a:solidFill>
                  <a:schemeClr val="bg1"/>
                </a:solidFill>
                <a:prstDash val="sysDot"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69405" name="Arc 61">
                <a:extLst>
                  <a:ext uri="{FF2B5EF4-FFF2-40B4-BE49-F238E27FC236}">
                    <a16:creationId xmlns:a16="http://schemas.microsoft.com/office/drawing/2014/main" id="{897C0188-C25E-8B44-6025-D9F84B57D96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 flipV="1">
                <a:off x="3265" y="1876"/>
                <a:ext cx="56" cy="33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38100">
                <a:solidFill>
                  <a:srgbClr val="00CCFF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graphicFrame>
            <p:nvGraphicFramePr>
              <p:cNvPr id="8231" name="Object 13">
                <a:extLst>
                  <a:ext uri="{FF2B5EF4-FFF2-40B4-BE49-F238E27FC236}">
                    <a16:creationId xmlns:a16="http://schemas.microsoft.com/office/drawing/2014/main" id="{CDBF911F-2826-CFB1-3DFD-DD079CA2D47F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289" y="1966"/>
              <a:ext cx="89" cy="12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22" imgW="228413" imgH="312226" progId="Equation.3">
                      <p:embed/>
                    </p:oleObj>
                  </mc:Choice>
                  <mc:Fallback>
                    <p:oleObj name="公式" r:id="rId22" imgW="228413" imgH="312226" progId="Equation.3">
                      <p:embed/>
                      <p:pic>
                        <p:nvPicPr>
                          <p:cNvPr id="0" name="Object 1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289" y="1966"/>
                            <a:ext cx="89" cy="12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8220" name="Group 63">
              <a:extLst>
                <a:ext uri="{FF2B5EF4-FFF2-40B4-BE49-F238E27FC236}">
                  <a16:creationId xmlns:a16="http://schemas.microsoft.com/office/drawing/2014/main" id="{7A399151-1875-1888-E5AF-956F04F82E3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82" y="1405"/>
              <a:ext cx="196" cy="389"/>
              <a:chOff x="3114" y="1469"/>
              <a:chExt cx="196" cy="389"/>
            </a:xfrm>
          </p:grpSpPr>
          <p:sp>
            <p:nvSpPr>
              <p:cNvPr id="569408" name="Line 64">
                <a:extLst>
                  <a:ext uri="{FF2B5EF4-FFF2-40B4-BE49-F238E27FC236}">
                    <a16:creationId xmlns:a16="http://schemas.microsoft.com/office/drawing/2014/main" id="{1384DA73-4A62-EF22-985C-6AF6DB32CFCA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H="1" flipV="1">
                <a:off x="3114" y="1510"/>
                <a:ext cx="184" cy="348"/>
              </a:xfrm>
              <a:prstGeom prst="line">
                <a:avLst/>
              </a:prstGeom>
              <a:noFill/>
              <a:ln w="38100">
                <a:solidFill>
                  <a:srgbClr val="00FF00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graphicFrame>
            <p:nvGraphicFramePr>
              <p:cNvPr id="8228" name="Object 12">
                <a:extLst>
                  <a:ext uri="{FF2B5EF4-FFF2-40B4-BE49-F238E27FC236}">
                    <a16:creationId xmlns:a16="http://schemas.microsoft.com/office/drawing/2014/main" id="{CADFF8AC-5FED-5738-1195-CE600AB479BC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188" y="1469"/>
              <a:ext cx="122" cy="14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24" imgW="312513" imgH="365594" progId="Equation.3">
                      <p:embed/>
                    </p:oleObj>
                  </mc:Choice>
                  <mc:Fallback>
                    <p:oleObj name="公式" r:id="rId24" imgW="312513" imgH="365594" progId="Equation.3">
                      <p:embed/>
                      <p:pic>
                        <p:nvPicPr>
                          <p:cNvPr id="0" name="Object 1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188" y="1469"/>
                            <a:ext cx="122" cy="14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8221" name="Group 66">
              <a:extLst>
                <a:ext uri="{FF2B5EF4-FFF2-40B4-BE49-F238E27FC236}">
                  <a16:creationId xmlns:a16="http://schemas.microsoft.com/office/drawing/2014/main" id="{92E7FF40-CB26-3DFB-6D8A-302F87749C8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70" y="1758"/>
              <a:ext cx="304" cy="274"/>
              <a:chOff x="2970" y="1758"/>
              <a:chExt cx="304" cy="274"/>
            </a:xfrm>
          </p:grpSpPr>
          <p:sp>
            <p:nvSpPr>
              <p:cNvPr id="569411" name="Line 67">
                <a:extLst>
                  <a:ext uri="{FF2B5EF4-FFF2-40B4-BE49-F238E27FC236}">
                    <a16:creationId xmlns:a16="http://schemas.microsoft.com/office/drawing/2014/main" id="{83D32542-2DC9-7147-8F8C-C8B991D2D925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H="1">
                <a:off x="3067" y="1806"/>
                <a:ext cx="207" cy="108"/>
              </a:xfrm>
              <a:prstGeom prst="line">
                <a:avLst/>
              </a:prstGeom>
              <a:noFill/>
              <a:ln w="38100">
                <a:solidFill>
                  <a:srgbClr val="FFFF00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graphicFrame>
            <p:nvGraphicFramePr>
              <p:cNvPr id="8224" name="Object 10">
                <a:extLst>
                  <a:ext uri="{FF2B5EF4-FFF2-40B4-BE49-F238E27FC236}">
                    <a16:creationId xmlns:a16="http://schemas.microsoft.com/office/drawing/2014/main" id="{0CBE98EC-6B4B-B58C-036D-D1BF6F138E48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970" y="1758"/>
              <a:ext cx="155" cy="12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26" imgW="404078" imgH="327688" progId="Equation.3">
                      <p:embed/>
                    </p:oleObj>
                  </mc:Choice>
                  <mc:Fallback>
                    <p:oleObj name="公式" r:id="rId26" imgW="404078" imgH="327688" progId="Equation.3">
                      <p:embed/>
                      <p:pic>
                        <p:nvPicPr>
                          <p:cNvPr id="0" name="Object 1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970" y="1758"/>
                            <a:ext cx="155" cy="12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569413" name="Arc 69">
                <a:extLst>
                  <a:ext uri="{FF2B5EF4-FFF2-40B4-BE49-F238E27FC236}">
                    <a16:creationId xmlns:a16="http://schemas.microsoft.com/office/drawing/2014/main" id="{2FA47FBE-4EAB-BD79-ACC2-B1D6AD189A6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 rot="-10800000">
                <a:off x="3204" y="1834"/>
                <a:ext cx="61" cy="38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graphicFrame>
            <p:nvGraphicFramePr>
              <p:cNvPr id="8226" name="Object 11">
                <a:extLst>
                  <a:ext uri="{FF2B5EF4-FFF2-40B4-BE49-F238E27FC236}">
                    <a16:creationId xmlns:a16="http://schemas.microsoft.com/office/drawing/2014/main" id="{93D4AC6B-7BFA-4710-CF80-C20DAEADB6BD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125" y="1910"/>
              <a:ext cx="99" cy="12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28" imgW="251304" imgH="312226" progId="Equation.3">
                      <p:embed/>
                    </p:oleObj>
                  </mc:Choice>
                  <mc:Fallback>
                    <p:oleObj name="公式" r:id="rId28" imgW="251304" imgH="312226" progId="Equation.3">
                      <p:embed/>
                      <p:pic>
                        <p:nvPicPr>
                          <p:cNvPr id="0" name="Object 1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125" y="1910"/>
                            <a:ext cx="99" cy="12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569415" name="Oval 71">
              <a:extLst>
                <a:ext uri="{FF2B5EF4-FFF2-40B4-BE49-F238E27FC236}">
                  <a16:creationId xmlns:a16="http://schemas.microsoft.com/office/drawing/2014/main" id="{1F069F40-E680-85DC-725B-41A4542DA55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237" y="1768"/>
              <a:ext cx="66" cy="67"/>
            </a:xfrm>
            <a:prstGeom prst="ellipse">
              <a:avLst/>
            </a:prstGeom>
            <a:solidFill>
              <a:srgbClr val="FF0000"/>
            </a:solidFill>
            <a:ln w="38100" algn="ctr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graphicFrame>
        <p:nvGraphicFramePr>
          <p:cNvPr id="569416" name="Object 4">
            <a:extLst>
              <a:ext uri="{FF2B5EF4-FFF2-40B4-BE49-F238E27FC236}">
                <a16:creationId xmlns:a16="http://schemas.microsoft.com/office/drawing/2014/main" id="{630A759A-FCCA-2AE4-3990-5C2D24F290A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58900" y="4119563"/>
          <a:ext cx="2703513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0" imgW="2689704" imgH="579065" progId="Equation.3">
                  <p:embed/>
                </p:oleObj>
              </mc:Choice>
              <mc:Fallback>
                <p:oleObj name="公式" r:id="rId30" imgW="2689704" imgH="579065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58900" y="4119563"/>
                        <a:ext cx="2703513" cy="596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9417" name="Object 5">
            <a:extLst>
              <a:ext uri="{FF2B5EF4-FFF2-40B4-BE49-F238E27FC236}">
                <a16:creationId xmlns:a16="http://schemas.microsoft.com/office/drawing/2014/main" id="{C973632D-C308-8A09-B530-068C431DD07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92400" y="3294063"/>
          <a:ext cx="21971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2" imgW="2179133" imgH="579065" progId="Equation.3">
                  <p:embed/>
                </p:oleObj>
              </mc:Choice>
              <mc:Fallback>
                <p:oleObj name="公式" r:id="rId32" imgW="2179133" imgH="579065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92400" y="3294063"/>
                        <a:ext cx="2197100" cy="596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9418" name="Object 6">
            <a:extLst>
              <a:ext uri="{FF2B5EF4-FFF2-40B4-BE49-F238E27FC236}">
                <a16:creationId xmlns:a16="http://schemas.microsoft.com/office/drawing/2014/main" id="{C00AEE11-8881-3433-7E00-36913E02BAA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62425" y="4037013"/>
          <a:ext cx="2044700" cy="722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4" imgW="2026858" imgH="708743" progId="Equation.3">
                  <p:embed/>
                </p:oleObj>
              </mc:Choice>
              <mc:Fallback>
                <p:oleObj name="公式" r:id="rId34" imgW="2026858" imgH="708743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62425" y="4037013"/>
                        <a:ext cx="2044700" cy="722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9419" name="Text Box 75">
            <a:extLst>
              <a:ext uri="{FF2B5EF4-FFF2-40B4-BE49-F238E27FC236}">
                <a16:creationId xmlns:a16="http://schemas.microsoft.com/office/drawing/2014/main" id="{64D41CEB-4C72-A33A-519B-083FDB2A69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5188" y="4997450"/>
            <a:ext cx="44370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>
                <a:latin typeface="Arial" panose="020B0604020202020204" pitchFamily="34" charset="0"/>
              </a:rPr>
              <a:t>其中，张力的功</a:t>
            </a:r>
          </a:p>
        </p:txBody>
      </p:sp>
      <p:graphicFrame>
        <p:nvGraphicFramePr>
          <p:cNvPr id="569420" name="Object 7">
            <a:extLst>
              <a:ext uri="{FF2B5EF4-FFF2-40B4-BE49-F238E27FC236}">
                <a16:creationId xmlns:a16="http://schemas.microsoft.com/office/drawing/2014/main" id="{2F020935-1BE8-D854-AEFF-DD04BBBFD48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27425" y="4948238"/>
          <a:ext cx="15367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6" imgW="1524249" imgH="579065" progId="Equation.3">
                  <p:embed/>
                </p:oleObj>
              </mc:Choice>
              <mc:Fallback>
                <p:oleObj name="公式" r:id="rId36" imgW="1524249" imgH="579065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27425" y="4948238"/>
                        <a:ext cx="1536700" cy="596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9421" name="Text Box 77">
            <a:extLst>
              <a:ext uri="{FF2B5EF4-FFF2-40B4-BE49-F238E27FC236}">
                <a16:creationId xmlns:a16="http://schemas.microsoft.com/office/drawing/2014/main" id="{EDC1CECF-316D-5EB9-186C-9EF1887C9C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78000" y="5778500"/>
            <a:ext cx="2663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>
                <a:latin typeface="Arial" panose="020B0604020202020204" pitchFamily="34" charset="0"/>
              </a:rPr>
              <a:t>重力的功</a:t>
            </a:r>
          </a:p>
        </p:txBody>
      </p:sp>
      <p:graphicFrame>
        <p:nvGraphicFramePr>
          <p:cNvPr id="569422" name="Object 8">
            <a:extLst>
              <a:ext uri="{FF2B5EF4-FFF2-40B4-BE49-F238E27FC236}">
                <a16:creationId xmlns:a16="http://schemas.microsoft.com/office/drawing/2014/main" id="{76AC8A4B-0FC2-9746-4634-E3DA44D2007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73450" y="5724525"/>
          <a:ext cx="2959100" cy="595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8" imgW="2941507" imgH="579065" progId="Equation.3">
                  <p:embed/>
                </p:oleObj>
              </mc:Choice>
              <mc:Fallback>
                <p:oleObj name="公式" r:id="rId38" imgW="2941507" imgH="579065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73450" y="5724525"/>
                        <a:ext cx="2959100" cy="595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9423" name="Object 9">
            <a:extLst>
              <a:ext uri="{FF2B5EF4-FFF2-40B4-BE49-F238E27FC236}">
                <a16:creationId xmlns:a16="http://schemas.microsoft.com/office/drawing/2014/main" id="{130975C8-D2C8-CCB1-2F57-91E1E8C3988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564313" y="5735638"/>
          <a:ext cx="17018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0" imgW="1683989" imgH="579065" progId="Equation.3">
                  <p:embed/>
                </p:oleObj>
              </mc:Choice>
              <mc:Fallback>
                <p:oleObj name="公式" r:id="rId40" imgW="1683989" imgH="579065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64313" y="5735638"/>
                        <a:ext cx="1701800" cy="596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69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69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69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69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569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569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569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569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569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569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569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569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569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569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 nodeType="clickPar">
                      <p:stCondLst>
                        <p:cond delay="indefinite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569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569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 nodeType="clickPar">
                      <p:stCondLst>
                        <p:cond delay="indefinite"/>
                      </p:stCondLst>
                      <p:childTnLst>
                        <p:par>
                          <p:cTn id="1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569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 nodeType="clickPar">
                      <p:stCondLst>
                        <p:cond delay="indefinite"/>
                      </p:stCondLst>
                      <p:childTnLst>
                        <p:par>
                          <p:cTn id="1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569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9346" grpId="0"/>
      <p:bldP spid="569347" grpId="0"/>
      <p:bldP spid="569349" grpId="0"/>
      <p:bldP spid="569350" grpId="0"/>
      <p:bldP spid="569351" grpId="0"/>
      <p:bldP spid="569352" grpId="0"/>
      <p:bldP spid="569354" grpId="0"/>
      <p:bldP spid="569355" grpId="0"/>
      <p:bldP spid="569419" grpId="0"/>
      <p:bldP spid="56942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70370" name="Object 2">
            <a:extLst>
              <a:ext uri="{FF2B5EF4-FFF2-40B4-BE49-F238E27FC236}">
                <a16:creationId xmlns:a16="http://schemas.microsoft.com/office/drawing/2014/main" id="{E769A6C9-8484-653A-FEA4-BC9F9C8B0A7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43363" y="1970088"/>
          <a:ext cx="749300" cy="382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731520" imgH="365594" progId="Equation.3">
                  <p:embed/>
                </p:oleObj>
              </mc:Choice>
              <mc:Fallback>
                <p:oleObj name="公式" r:id="rId2" imgW="731520" imgH="365594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43363" y="1970088"/>
                        <a:ext cx="749300" cy="382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0371" name="Text Box 3">
            <a:extLst>
              <a:ext uri="{FF2B5EF4-FFF2-40B4-BE49-F238E27FC236}">
                <a16:creationId xmlns:a16="http://schemas.microsoft.com/office/drawing/2014/main" id="{B7D0B3F5-79C8-88AD-2607-D91A697682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425" y="612775"/>
            <a:ext cx="78501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/>
              <a:t>按照运动学中对角位移正负的规定，这里</a:t>
            </a:r>
            <a:r>
              <a:rPr lang="en-US" altLang="zh-CN">
                <a:solidFill>
                  <a:srgbClr val="FFCC00"/>
                </a:solidFill>
                <a:latin typeface="Times New Roman" panose="02020603050405020304" pitchFamily="18" charset="0"/>
              </a:rPr>
              <a:t>d</a:t>
            </a:r>
            <a:r>
              <a:rPr lang="en-US" altLang="zh-CN" i="1">
                <a:solidFill>
                  <a:srgbClr val="FFCC00"/>
                </a:solidFill>
                <a:latin typeface="Symbol" panose="05050102010706020507" pitchFamily="18" charset="2"/>
              </a:rPr>
              <a:t>q</a:t>
            </a:r>
            <a:r>
              <a:rPr lang="en-US" altLang="zh-CN">
                <a:solidFill>
                  <a:srgbClr val="FFCC00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/>
              <a:t>为负，则</a:t>
            </a:r>
          </a:p>
        </p:txBody>
      </p:sp>
      <p:graphicFrame>
        <p:nvGraphicFramePr>
          <p:cNvPr id="570372" name="Object 3">
            <a:extLst>
              <a:ext uri="{FF2B5EF4-FFF2-40B4-BE49-F238E27FC236}">
                <a16:creationId xmlns:a16="http://schemas.microsoft.com/office/drawing/2014/main" id="{E847427C-F741-7ADF-C253-970148BAA32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94138" y="1317625"/>
          <a:ext cx="12192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203773" imgH="266839" progId="Equation.3">
                  <p:embed/>
                </p:oleObj>
              </mc:Choice>
              <mc:Fallback>
                <p:oleObj name="公式" r:id="rId4" imgW="1203773" imgH="266839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94138" y="1317625"/>
                        <a:ext cx="1219200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0373" name="Text Box 5">
            <a:extLst>
              <a:ext uri="{FF2B5EF4-FFF2-40B4-BE49-F238E27FC236}">
                <a16:creationId xmlns:a16="http://schemas.microsoft.com/office/drawing/2014/main" id="{6C7FCB92-5D0D-C2A3-C2E0-87CA926030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74750" y="1851025"/>
            <a:ext cx="20669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>
                <a:latin typeface="Arial" panose="020B0604020202020204" pitchFamily="34" charset="0"/>
              </a:rPr>
              <a:t>且初始条件为</a:t>
            </a:r>
          </a:p>
        </p:txBody>
      </p:sp>
      <p:graphicFrame>
        <p:nvGraphicFramePr>
          <p:cNvPr id="570374" name="Object 4">
            <a:extLst>
              <a:ext uri="{FF2B5EF4-FFF2-40B4-BE49-F238E27FC236}">
                <a16:creationId xmlns:a16="http://schemas.microsoft.com/office/drawing/2014/main" id="{1C18CDD7-AFC6-D869-29B4-386E3A48D1C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08450" y="3230563"/>
          <a:ext cx="2044700" cy="633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2026858" imgH="617469" progId="Equation.3">
                  <p:embed/>
                </p:oleObj>
              </mc:Choice>
              <mc:Fallback>
                <p:oleObj name="公式" r:id="rId6" imgW="2026858" imgH="617469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08450" y="3230563"/>
                        <a:ext cx="2044700" cy="633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0375" name="Object 5">
            <a:extLst>
              <a:ext uri="{FF2B5EF4-FFF2-40B4-BE49-F238E27FC236}">
                <a16:creationId xmlns:a16="http://schemas.microsoft.com/office/drawing/2014/main" id="{E020DFF1-8E45-91AA-DBF1-C472C89D7B6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27338" y="4284663"/>
          <a:ext cx="3325812" cy="720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3314731" imgH="708743" progId="Equation.3">
                  <p:embed/>
                </p:oleObj>
              </mc:Choice>
              <mc:Fallback>
                <p:oleObj name="公式" r:id="rId8" imgW="3314731" imgH="708743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27338" y="4284663"/>
                        <a:ext cx="3325812" cy="720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0376" name="Text Box 8">
            <a:extLst>
              <a:ext uri="{FF2B5EF4-FFF2-40B4-BE49-F238E27FC236}">
                <a16:creationId xmlns:a16="http://schemas.microsoft.com/office/drawing/2014/main" id="{C2C2B32F-EF7C-9E0F-E7FA-60E8D514F3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60475" y="5392738"/>
            <a:ext cx="23764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/>
              <a:t>故得 </a:t>
            </a:r>
          </a:p>
        </p:txBody>
      </p:sp>
      <p:graphicFrame>
        <p:nvGraphicFramePr>
          <p:cNvPr id="570377" name="Object 6">
            <a:extLst>
              <a:ext uri="{FF2B5EF4-FFF2-40B4-BE49-F238E27FC236}">
                <a16:creationId xmlns:a16="http://schemas.microsoft.com/office/drawing/2014/main" id="{377E14EA-F3B1-6C79-26D6-A653CB447CD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17813" y="5438775"/>
          <a:ext cx="29337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2918616" imgH="403999" progId="Equation.3">
                  <p:embed/>
                </p:oleObj>
              </mc:Choice>
              <mc:Fallback>
                <p:oleObj name="公式" r:id="rId10" imgW="2918616" imgH="403999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7813" y="5438775"/>
                        <a:ext cx="29337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0378" name="Object 7">
            <a:extLst>
              <a:ext uri="{FF2B5EF4-FFF2-40B4-BE49-F238E27FC236}">
                <a16:creationId xmlns:a16="http://schemas.microsoft.com/office/drawing/2014/main" id="{B55146A8-690E-2AEA-2636-060330E4AB7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33600" y="3246438"/>
          <a:ext cx="1968500" cy="595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1950720" imgH="579065" progId="Equation.3">
                  <p:embed/>
                </p:oleObj>
              </mc:Choice>
              <mc:Fallback>
                <p:oleObj name="公式" r:id="rId12" imgW="1950720" imgH="579065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3246438"/>
                        <a:ext cx="1968500" cy="595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0379" name="Text Box 11">
            <a:extLst>
              <a:ext uri="{FF2B5EF4-FFF2-40B4-BE49-F238E27FC236}">
                <a16:creationId xmlns:a16="http://schemas.microsoft.com/office/drawing/2014/main" id="{2AA449D4-4C36-934C-45D9-A1338F6C81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0950" y="3309938"/>
            <a:ext cx="23764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/>
              <a:t>有 </a:t>
            </a:r>
          </a:p>
        </p:txBody>
      </p:sp>
      <p:graphicFrame>
        <p:nvGraphicFramePr>
          <p:cNvPr id="570380" name="Object 8">
            <a:extLst>
              <a:ext uri="{FF2B5EF4-FFF2-40B4-BE49-F238E27FC236}">
                <a16:creationId xmlns:a16="http://schemas.microsoft.com/office/drawing/2014/main" id="{B50572B4-7A6D-FCDC-8D23-CE6D3BD8BCE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213475" y="3146425"/>
          <a:ext cx="1016000" cy="722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998251" imgH="708743" progId="Equation.3">
                  <p:embed/>
                </p:oleObj>
              </mc:Choice>
              <mc:Fallback>
                <p:oleObj name="公式" r:id="rId14" imgW="998251" imgH="708743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13475" y="3146425"/>
                        <a:ext cx="1016000" cy="722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0381" name="Object 9">
            <a:extLst>
              <a:ext uri="{FF2B5EF4-FFF2-40B4-BE49-F238E27FC236}">
                <a16:creationId xmlns:a16="http://schemas.microsoft.com/office/drawing/2014/main" id="{C6ACBDAE-3E5A-6846-22EA-244573D4422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16375" y="2519363"/>
          <a:ext cx="762000" cy="384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746947" imgH="365594" progId="Equation.3">
                  <p:embed/>
                </p:oleObj>
              </mc:Choice>
              <mc:Fallback>
                <p:oleObj name="公式" r:id="rId16" imgW="746947" imgH="365594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16375" y="2519363"/>
                        <a:ext cx="762000" cy="384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70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70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70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70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70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70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70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70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570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570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570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570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0371" grpId="0"/>
      <p:bldP spid="570373" grpId="0"/>
      <p:bldP spid="570376" grpId="0"/>
      <p:bldP spid="57037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394" name="Text Box 2">
            <a:extLst>
              <a:ext uri="{FF2B5EF4-FFF2-40B4-BE49-F238E27FC236}">
                <a16:creationId xmlns:a16="http://schemas.microsoft.com/office/drawing/2014/main" id="{14C55532-31A7-0FF7-F326-5E3E42B5C6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9275" y="312738"/>
            <a:ext cx="8610600" cy="933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lnSpc>
                <a:spcPct val="115000"/>
              </a:lnSpc>
              <a:defRPr/>
            </a:pPr>
            <a:r>
              <a:rPr kumimoji="1" lang="zh-CN" altLang="en-US">
                <a:effectLst>
                  <a:outerShdw blurRad="38100" dist="38100" dir="2700000" algn="tl">
                    <a:srgbClr val="000000"/>
                  </a:outerShdw>
                </a:effectLst>
              </a:rPr>
              <a:t>质量为</a:t>
            </a:r>
            <a:r>
              <a:rPr kumimoji="1" lang="en-US" altLang="zh-CN" i="1"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m</a:t>
            </a:r>
            <a:r>
              <a:rPr kumimoji="1" lang="zh-CN" altLang="en-US">
                <a:effectLst>
                  <a:outerShdw blurRad="38100" dist="38100" dir="2700000" algn="tl">
                    <a:srgbClr val="000000"/>
                  </a:outerShdw>
                </a:effectLst>
              </a:rPr>
              <a:t>的质点，系在一端固定的绳子上且在粗糙水平面上作半径为</a:t>
            </a:r>
            <a:r>
              <a:rPr kumimoji="1" lang="en-US" altLang="zh-CN" i="1"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R</a:t>
            </a:r>
            <a:r>
              <a:rPr kumimoji="1" lang="zh-CN" altLang="en-US">
                <a:effectLst>
                  <a:outerShdw blurRad="38100" dist="38100" dir="2700000" algn="tl">
                    <a:srgbClr val="000000"/>
                  </a:outerShdw>
                </a:effectLst>
              </a:rPr>
              <a:t>的圆周运动。当它运动一周后，由初速</a:t>
            </a:r>
            <a:r>
              <a:rPr kumimoji="1" lang="en-US" altLang="zh-CN" i="1"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man Old Style" pitchFamily="18" charset="0"/>
              </a:rPr>
              <a:t>v</a:t>
            </a:r>
            <a:r>
              <a:rPr kumimoji="1" lang="en-US" altLang="zh-CN" baseline="-25000"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o</a:t>
            </a:r>
            <a:r>
              <a:rPr kumimoji="1" lang="zh-CN" altLang="en-US">
                <a:effectLst>
                  <a:outerShdw blurRad="38100" dist="38100" dir="2700000" algn="tl">
                    <a:srgbClr val="000000"/>
                  </a:outerShdw>
                </a:effectLst>
              </a:rPr>
              <a:t>减小为</a:t>
            </a:r>
            <a:r>
              <a:rPr kumimoji="1" lang="en-US" altLang="zh-CN" i="1"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man Old Style" pitchFamily="18" charset="0"/>
              </a:rPr>
              <a:t>v</a:t>
            </a:r>
            <a:r>
              <a:rPr kumimoji="1" lang="en-US" altLang="zh-CN" baseline="-25000"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o</a:t>
            </a:r>
            <a:r>
              <a:rPr kumimoji="1" lang="en-US" altLang="zh-CN"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/2</a:t>
            </a:r>
            <a:r>
              <a:rPr kumimoji="1" lang="zh-CN" altLang="en-US">
                <a:effectLst>
                  <a:outerShdw blurRad="38100" dist="38100" dir="2700000" algn="tl">
                    <a:srgbClr val="000000"/>
                  </a:outerShdw>
                </a:effectLst>
              </a:rPr>
              <a:t>。</a:t>
            </a:r>
            <a:endParaRPr kumimoji="1" lang="zh-CN" altLang="en-US" u="sng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571395" name="Text Box 3">
            <a:extLst>
              <a:ext uri="{FF2B5EF4-FFF2-40B4-BE49-F238E27FC236}">
                <a16:creationId xmlns:a16="http://schemas.microsoft.com/office/drawing/2014/main" id="{8979EF5E-3223-FB78-1C6D-898E2024CF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2775" y="2225675"/>
            <a:ext cx="7948613" cy="442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lnSpc>
                <a:spcPct val="115000"/>
              </a:lnSpc>
              <a:buClr>
                <a:srgbClr val="FF9900"/>
              </a:buClr>
              <a:buSzPct val="80000"/>
              <a:buFont typeface="Monotype Sorts" pitchFamily="2" charset="2"/>
              <a:buNone/>
              <a:defRPr/>
            </a:pPr>
            <a:r>
              <a:rPr kumimoji="1" lang="zh-CN" altLang="en-US" sz="2000">
                <a:solidFill>
                  <a:srgbClr val="00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sym typeface="Monotype Sorts" pitchFamily="2" charset="2"/>
              </a:rPr>
              <a:t>质点在运动过程中，受重力、支承力和摩擦力，但只有摩擦力作功</a:t>
            </a:r>
            <a:endParaRPr kumimoji="1" lang="zh-CN" altLang="en-US" sz="2000">
              <a:solidFill>
                <a:srgbClr val="00FFFF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571396" name="Text Box 4">
            <a:extLst>
              <a:ext uri="{FF2B5EF4-FFF2-40B4-BE49-F238E27FC236}">
                <a16:creationId xmlns:a16="http://schemas.microsoft.com/office/drawing/2014/main" id="{FDA57CCB-6DD6-9469-E4D0-C77D1B5CCF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2288" y="4356100"/>
            <a:ext cx="227806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sym typeface="Monotype Sorts" pitchFamily="2" charset="2"/>
              </a:rPr>
              <a:t>(2) </a:t>
            </a:r>
            <a:r>
              <a:rPr lang="zh-CN" altLang="en-US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因摩擦力</a:t>
            </a:r>
          </a:p>
        </p:txBody>
      </p:sp>
      <p:sp>
        <p:nvSpPr>
          <p:cNvPr id="571397" name="Text Box 5">
            <a:extLst>
              <a:ext uri="{FF2B5EF4-FFF2-40B4-BE49-F238E27FC236}">
                <a16:creationId xmlns:a16="http://schemas.microsoft.com/office/drawing/2014/main" id="{3C351F6F-7697-9D7B-0B00-6A7A316EE0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2038" y="4357688"/>
            <a:ext cx="355123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>
                <a:effectLst>
                  <a:outerShdw blurRad="38100" dist="38100" dir="2700000" algn="tl">
                    <a:srgbClr val="000000"/>
                  </a:outerShdw>
                </a:effectLst>
              </a:rPr>
              <a:t>方向与运动方向相反</a:t>
            </a:r>
            <a:endParaRPr lang="zh-CN" altLang="en-US" b="0" u="sng"/>
          </a:p>
        </p:txBody>
      </p:sp>
      <p:sp>
        <p:nvSpPr>
          <p:cNvPr id="571398" name="Text Box 6">
            <a:extLst>
              <a:ext uri="{FF2B5EF4-FFF2-40B4-BE49-F238E27FC236}">
                <a16:creationId xmlns:a16="http://schemas.microsoft.com/office/drawing/2014/main" id="{E704A3F8-ED79-37F5-018D-DB56381BC4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5275" y="5829300"/>
            <a:ext cx="15732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>
                <a:effectLst>
                  <a:outerShdw blurRad="38100" dist="38100" dir="2700000" algn="tl">
                    <a:srgbClr val="000000"/>
                  </a:outerShdw>
                </a:effectLst>
              </a:rPr>
              <a:t>可得</a:t>
            </a:r>
            <a:endParaRPr lang="zh-CN" altLang="en-US" b="0" u="sng"/>
          </a:p>
        </p:txBody>
      </p:sp>
      <p:graphicFrame>
        <p:nvGraphicFramePr>
          <p:cNvPr id="571399" name="Object 2">
            <a:extLst>
              <a:ext uri="{FF2B5EF4-FFF2-40B4-BE49-F238E27FC236}">
                <a16:creationId xmlns:a16="http://schemas.microsoft.com/office/drawing/2014/main" id="{8C42C786-EB40-D5C5-0C8A-DC4B5DD18C2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65225" y="3444875"/>
          <a:ext cx="23368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819587" imgH="860866" progId="Equation.3">
                  <p:embed/>
                </p:oleObj>
              </mc:Choice>
              <mc:Fallback>
                <p:oleObj name="公式" r:id="rId2" imgW="2819587" imgH="860866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65225" y="3444875"/>
                        <a:ext cx="2336800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1400" name="Object 3">
            <a:extLst>
              <a:ext uri="{FF2B5EF4-FFF2-40B4-BE49-F238E27FC236}">
                <a16:creationId xmlns:a16="http://schemas.microsoft.com/office/drawing/2014/main" id="{5B831BA8-16F5-02D6-5489-B7069C26CAB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16325" y="3419475"/>
          <a:ext cx="2389188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2880298" imgH="860866" progId="Equation.3">
                  <p:embed/>
                </p:oleObj>
              </mc:Choice>
              <mc:Fallback>
                <p:oleObj name="公式" r:id="rId4" imgW="2880298" imgH="860866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16325" y="3419475"/>
                        <a:ext cx="2389188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1401" name="Object 4">
            <a:extLst>
              <a:ext uri="{FF2B5EF4-FFF2-40B4-BE49-F238E27FC236}">
                <a16:creationId xmlns:a16="http://schemas.microsoft.com/office/drawing/2014/main" id="{9DE2017B-AC3C-5DFE-3AA5-FBB5608C891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75363" y="3433763"/>
          <a:ext cx="1187450" cy="722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447613" imgH="876328" progId="Equation.3">
                  <p:embed/>
                </p:oleObj>
              </mc:Choice>
              <mc:Fallback>
                <p:oleObj name="公式" r:id="rId6" imgW="1447613" imgH="876328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75363" y="3433763"/>
                        <a:ext cx="1187450" cy="722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1402" name="Object 5">
            <a:extLst>
              <a:ext uri="{FF2B5EF4-FFF2-40B4-BE49-F238E27FC236}">
                <a16:creationId xmlns:a16="http://schemas.microsoft.com/office/drawing/2014/main" id="{12961860-C1BE-33CF-5084-F9DEE1C762D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11413" y="4402138"/>
          <a:ext cx="12192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203773" imgH="350631" progId="Equation.3">
                  <p:embed/>
                </p:oleObj>
              </mc:Choice>
              <mc:Fallback>
                <p:oleObj name="公式" r:id="rId8" imgW="1203773" imgH="350631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1413" y="4402138"/>
                        <a:ext cx="1219200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1403" name="Object 6">
            <a:extLst>
              <a:ext uri="{FF2B5EF4-FFF2-40B4-BE49-F238E27FC236}">
                <a16:creationId xmlns:a16="http://schemas.microsoft.com/office/drawing/2014/main" id="{D6A98126-C20B-CF9B-1F0B-BD837A8569C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28688" y="4916488"/>
          <a:ext cx="2166937" cy="598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2141313" imgH="579065" progId="Equation.3">
                  <p:embed/>
                </p:oleObj>
              </mc:Choice>
              <mc:Fallback>
                <p:oleObj name="公式" r:id="rId10" imgW="2141313" imgH="579065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8688" y="4916488"/>
                        <a:ext cx="2166937" cy="598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1404" name="Object 7">
            <a:extLst>
              <a:ext uri="{FF2B5EF4-FFF2-40B4-BE49-F238E27FC236}">
                <a16:creationId xmlns:a16="http://schemas.microsoft.com/office/drawing/2014/main" id="{C599EA12-D6EE-BD2A-1FF3-945779A5AC9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08325" y="4913313"/>
          <a:ext cx="1857375" cy="615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2171669" imgH="708743" progId="Equation.3">
                  <p:embed/>
                </p:oleObj>
              </mc:Choice>
              <mc:Fallback>
                <p:oleObj name="公式" r:id="rId12" imgW="2171669" imgH="708743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08325" y="4913313"/>
                        <a:ext cx="1857375" cy="615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1405" name="Object 8">
            <a:extLst>
              <a:ext uri="{FF2B5EF4-FFF2-40B4-BE49-F238E27FC236}">
                <a16:creationId xmlns:a16="http://schemas.microsoft.com/office/drawing/2014/main" id="{3AB918CE-05F4-57F9-78C5-B4975BDC35F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80000" y="5060950"/>
          <a:ext cx="1781175" cy="346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2080104" imgH="388537" progId="Equation.3">
                  <p:embed/>
                </p:oleObj>
              </mc:Choice>
              <mc:Fallback>
                <p:oleObj name="公式" r:id="rId14" imgW="2080104" imgH="388537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80000" y="5060950"/>
                        <a:ext cx="1781175" cy="346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1406" name="Object 9">
            <a:extLst>
              <a:ext uri="{FF2B5EF4-FFF2-40B4-BE49-F238E27FC236}">
                <a16:creationId xmlns:a16="http://schemas.microsoft.com/office/drawing/2014/main" id="{1BA025B7-D58D-8C2C-EC72-E43DF103CC9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46463" y="5707063"/>
          <a:ext cx="1155700" cy="696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1356547" imgH="807498" progId="Equation.3">
                  <p:embed/>
                </p:oleObj>
              </mc:Choice>
              <mc:Fallback>
                <p:oleObj name="公式" r:id="rId16" imgW="1356547" imgH="807498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46463" y="5707063"/>
                        <a:ext cx="1155700" cy="696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1407" name="Text Box 15">
            <a:extLst>
              <a:ext uri="{FF2B5EF4-FFF2-40B4-BE49-F238E27FC236}">
                <a16:creationId xmlns:a16="http://schemas.microsoft.com/office/drawing/2014/main" id="{64A0EB47-253A-68DC-DA7C-2819F81E34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438" y="1277938"/>
            <a:ext cx="8216900" cy="933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lnSpc>
                <a:spcPct val="115000"/>
              </a:lnSpc>
              <a:defRPr/>
            </a:pPr>
            <a:r>
              <a:rPr kumimoji="1" lang="en-US" altLang="zh-CN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(1) </a:t>
            </a:r>
            <a:r>
              <a:rPr kumimoji="1" lang="zh-CN" altLang="en-US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摩擦力所作的功；</a:t>
            </a:r>
            <a:r>
              <a:rPr kumimoji="1" lang="en-US" altLang="zh-CN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(2) </a:t>
            </a:r>
            <a:r>
              <a:rPr kumimoji="1" lang="zh-CN" altLang="en-US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滑动摩擦系数；</a:t>
            </a:r>
            <a:r>
              <a:rPr kumimoji="1" lang="en-US" altLang="zh-CN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(3) </a:t>
            </a:r>
            <a:r>
              <a:rPr kumimoji="1" lang="zh-CN" altLang="en-US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静止前质点运动了多少圈</a:t>
            </a:r>
            <a:r>
              <a:rPr kumimoji="1" lang="en-US" altLang="zh-CN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?</a:t>
            </a:r>
            <a:endParaRPr kumimoji="1" lang="en-US" altLang="zh-CN" u="sng">
              <a:effectLst>
                <a:outerShdw blurRad="38100" dist="38100" dir="2700000" algn="tl">
                  <a:srgbClr val="000000"/>
                </a:outerShdw>
              </a:effectLst>
              <a:latin typeface="Times New Roman" pitchFamily="18" charset="0"/>
            </a:endParaRPr>
          </a:p>
        </p:txBody>
      </p:sp>
      <p:sp>
        <p:nvSpPr>
          <p:cNvPr id="571408" name="Rectangle 16">
            <a:extLst>
              <a:ext uri="{FF2B5EF4-FFF2-40B4-BE49-F238E27FC236}">
                <a16:creationId xmlns:a16="http://schemas.microsoft.com/office/drawing/2014/main" id="{686C8F24-433B-B094-3AE8-4C0A42B6DD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3838" y="333375"/>
            <a:ext cx="6477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FF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例</a:t>
            </a:r>
          </a:p>
        </p:txBody>
      </p:sp>
      <p:sp>
        <p:nvSpPr>
          <p:cNvPr id="571409" name="Rectangle 17">
            <a:extLst>
              <a:ext uri="{FF2B5EF4-FFF2-40B4-BE49-F238E27FC236}">
                <a16:creationId xmlns:a16="http://schemas.microsoft.com/office/drawing/2014/main" id="{4BB58FF6-B058-0F41-A100-9DF3AE50BF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538" y="2224088"/>
            <a:ext cx="6477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FF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解</a:t>
            </a:r>
          </a:p>
        </p:txBody>
      </p:sp>
      <p:sp>
        <p:nvSpPr>
          <p:cNvPr id="571410" name="Rectangle 18">
            <a:extLst>
              <a:ext uri="{FF2B5EF4-FFF2-40B4-BE49-F238E27FC236}">
                <a16:creationId xmlns:a16="http://schemas.microsoft.com/office/drawing/2014/main" id="{DEB2E1CB-6290-5060-A46B-1881110C03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9238" y="1296988"/>
            <a:ext cx="6477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FF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求</a:t>
            </a:r>
          </a:p>
        </p:txBody>
      </p:sp>
      <p:sp>
        <p:nvSpPr>
          <p:cNvPr id="571411" name="Text Box 19">
            <a:extLst>
              <a:ext uri="{FF2B5EF4-FFF2-40B4-BE49-F238E27FC236}">
                <a16:creationId xmlns:a16="http://schemas.microsoft.com/office/drawing/2014/main" id="{4E39C1C0-D668-DDCC-49F2-E75CC23CBA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3875" y="2797175"/>
            <a:ext cx="62722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CN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sym typeface="Monotype Sorts" pitchFamily="2" charset="2"/>
              </a:rPr>
              <a:t>(1) </a:t>
            </a:r>
            <a:r>
              <a:rPr lang="zh-CN" altLang="en-US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sym typeface="Monotype Sorts" pitchFamily="2" charset="2"/>
              </a:rPr>
              <a:t>根</a:t>
            </a:r>
            <a:r>
              <a:rPr kumimoji="1" lang="zh-CN" altLang="en-US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sym typeface="Monotype Sorts" pitchFamily="2" charset="2"/>
              </a:rPr>
              <a:t>据质点的动能定理，摩擦力的功</a:t>
            </a:r>
            <a:endParaRPr kumimoji="1" lang="zh-CN" altLang="en-US">
              <a:effectLst>
                <a:outerShdw blurRad="38100" dist="38100" dir="2700000" algn="tl">
                  <a:srgbClr val="000000"/>
                </a:outerShdw>
              </a:effectLst>
              <a:latin typeface="Times New Roman" pitchFamily="18" charset="0"/>
            </a:endParaRPr>
          </a:p>
        </p:txBody>
      </p:sp>
      <p:graphicFrame>
        <p:nvGraphicFramePr>
          <p:cNvPr id="571412" name="Object 10">
            <a:extLst>
              <a:ext uri="{FF2B5EF4-FFF2-40B4-BE49-F238E27FC236}">
                <a16:creationId xmlns:a16="http://schemas.microsoft.com/office/drawing/2014/main" id="{F551A36A-0F40-C659-64B8-384D3658FC7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975475" y="4867275"/>
          <a:ext cx="1187450" cy="722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1447613" imgH="876328" progId="Equation.3">
                  <p:embed/>
                </p:oleObj>
              </mc:Choice>
              <mc:Fallback>
                <p:oleObj name="公式" r:id="rId18" imgW="1447613" imgH="876328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75475" y="4867275"/>
                        <a:ext cx="1187450" cy="722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71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71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71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71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71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71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71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71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571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571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571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571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571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571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571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571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571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571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571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1394" grpId="0" autoUpdateAnimBg="0"/>
      <p:bldP spid="571395" grpId="0" autoUpdateAnimBg="0"/>
      <p:bldP spid="571396" grpId="0" autoUpdateAnimBg="0"/>
      <p:bldP spid="571397" grpId="0" autoUpdateAnimBg="0"/>
      <p:bldP spid="571398" grpId="0" autoUpdateAnimBg="0"/>
      <p:bldP spid="571407" grpId="0" autoUpdateAnimBg="0"/>
      <p:bldP spid="571408" grpId="0"/>
      <p:bldP spid="571409" grpId="0"/>
      <p:bldP spid="571410" grpId="0"/>
      <p:bldP spid="571411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418" name="Text Box 2">
            <a:extLst>
              <a:ext uri="{FF2B5EF4-FFF2-40B4-BE49-F238E27FC236}">
                <a16:creationId xmlns:a16="http://schemas.microsoft.com/office/drawing/2014/main" id="{15762B2A-8760-1A6A-3C7B-3B8D24599A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3250" y="423863"/>
            <a:ext cx="75247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kumimoji="1" lang="en-US" altLang="zh-CN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sym typeface="Monotype Sorts" pitchFamily="2" charset="2"/>
              </a:rPr>
              <a:t>(3) </a:t>
            </a:r>
            <a:r>
              <a:rPr kumimoji="1" lang="zh-CN" altLang="en-US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sym typeface="Monotype Sorts" pitchFamily="2" charset="2"/>
              </a:rPr>
              <a:t>设静止前质点运动了</a:t>
            </a:r>
            <a:r>
              <a:rPr kumimoji="1" lang="en-US" altLang="zh-CN" i="1"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sym typeface="Monotype Sorts" pitchFamily="2" charset="2"/>
              </a:rPr>
              <a:t>n</a:t>
            </a:r>
            <a:r>
              <a:rPr kumimoji="1" lang="zh-CN" altLang="en-US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sym typeface="Monotype Sorts" pitchFamily="2" charset="2"/>
              </a:rPr>
              <a:t>圈</a:t>
            </a:r>
            <a:endParaRPr kumimoji="1" lang="zh-CN" altLang="en-US">
              <a:effectLst>
                <a:outerShdw blurRad="38100" dist="38100" dir="2700000" algn="tl">
                  <a:srgbClr val="000000"/>
                </a:outerShdw>
              </a:effectLst>
              <a:latin typeface="Times New Roman" pitchFamily="18" charset="0"/>
            </a:endParaRPr>
          </a:p>
        </p:txBody>
      </p:sp>
      <p:sp>
        <p:nvSpPr>
          <p:cNvPr id="572419" name="Text Box 3">
            <a:extLst>
              <a:ext uri="{FF2B5EF4-FFF2-40B4-BE49-F238E27FC236}">
                <a16:creationId xmlns:a16="http://schemas.microsoft.com/office/drawing/2014/main" id="{33286333-209A-D488-F3BE-51402BA910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23963" y="2665413"/>
            <a:ext cx="32893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kumimoji="1" lang="zh-CN" altLang="en-US">
                <a:effectLst>
                  <a:outerShdw blurRad="38100" dist="38100" dir="2700000" algn="tl">
                    <a:srgbClr val="000000"/>
                  </a:outerShdw>
                </a:effectLst>
              </a:rPr>
              <a:t>由质点的动能定理有</a:t>
            </a:r>
          </a:p>
        </p:txBody>
      </p:sp>
      <p:sp>
        <p:nvSpPr>
          <p:cNvPr id="572420" name="Text Box 4">
            <a:extLst>
              <a:ext uri="{FF2B5EF4-FFF2-40B4-BE49-F238E27FC236}">
                <a16:creationId xmlns:a16="http://schemas.microsoft.com/office/drawing/2014/main" id="{CB560CD1-2A25-0D2B-BD7D-A6157385D2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14450" y="4276725"/>
            <a:ext cx="127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kumimoji="1" lang="zh-CN" altLang="en-US">
                <a:effectLst>
                  <a:outerShdw blurRad="38100" dist="38100" dir="2700000" algn="tl">
                    <a:srgbClr val="000000"/>
                  </a:outerShdw>
                </a:effectLst>
              </a:rPr>
              <a:t>可得</a:t>
            </a:r>
            <a:endParaRPr kumimoji="1" lang="zh-CN" altLang="en-US" b="0" u="sng"/>
          </a:p>
        </p:txBody>
      </p:sp>
      <p:graphicFrame>
        <p:nvGraphicFramePr>
          <p:cNvPr id="572421" name="Object 2">
            <a:extLst>
              <a:ext uri="{FF2B5EF4-FFF2-40B4-BE49-F238E27FC236}">
                <a16:creationId xmlns:a16="http://schemas.microsoft.com/office/drawing/2014/main" id="{AEE934CE-5AF4-6DC0-CA7A-C51C3055031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25613" y="1219200"/>
          <a:ext cx="2435225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422973" imgH="579065" progId="Equation.3">
                  <p:embed/>
                </p:oleObj>
              </mc:Choice>
              <mc:Fallback>
                <p:oleObj name="公式" r:id="rId2" imgW="2422973" imgH="579065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25613" y="1219200"/>
                        <a:ext cx="2435225" cy="596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2422" name="Object 3">
            <a:extLst>
              <a:ext uri="{FF2B5EF4-FFF2-40B4-BE49-F238E27FC236}">
                <a16:creationId xmlns:a16="http://schemas.microsoft.com/office/drawing/2014/main" id="{188B219B-A82B-253F-E3B9-4353F533E74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08463" y="1233488"/>
          <a:ext cx="1941512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927829" imgH="579065" progId="Equation.3">
                  <p:embed/>
                </p:oleObj>
              </mc:Choice>
              <mc:Fallback>
                <p:oleObj name="公式" r:id="rId4" imgW="1927829" imgH="579065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08463" y="1233488"/>
                        <a:ext cx="1941512" cy="596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2423" name="Object 4">
            <a:extLst>
              <a:ext uri="{FF2B5EF4-FFF2-40B4-BE49-F238E27FC236}">
                <a16:creationId xmlns:a16="http://schemas.microsoft.com/office/drawing/2014/main" id="{DA54BDEE-E1CD-7AA0-C77A-48667D2F3E0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81200" y="2138363"/>
          <a:ext cx="1939925" cy="344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2270698" imgH="388537" progId="Equation.3">
                  <p:embed/>
                </p:oleObj>
              </mc:Choice>
              <mc:Fallback>
                <p:oleObj name="公式" r:id="rId6" imgW="2270698" imgH="388537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2138363"/>
                        <a:ext cx="1939925" cy="344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2424" name="Object 5">
            <a:extLst>
              <a:ext uri="{FF2B5EF4-FFF2-40B4-BE49-F238E27FC236}">
                <a16:creationId xmlns:a16="http://schemas.microsoft.com/office/drawing/2014/main" id="{6A0AF14C-2950-DCAA-5981-F1B93959EEA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25588" y="3333750"/>
          <a:ext cx="3865562" cy="744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4533931" imgH="860866" progId="Equation.3">
                  <p:embed/>
                </p:oleObj>
              </mc:Choice>
              <mc:Fallback>
                <p:oleObj name="公式" r:id="rId8" imgW="4533931" imgH="860866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5588" y="3333750"/>
                        <a:ext cx="3865562" cy="744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2425" name="Text Box 9">
            <a:extLst>
              <a:ext uri="{FF2B5EF4-FFF2-40B4-BE49-F238E27FC236}">
                <a16:creationId xmlns:a16="http://schemas.microsoft.com/office/drawing/2014/main" id="{B621A10B-A974-C541-3689-01719FC619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94038" y="4848225"/>
            <a:ext cx="126523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kumimoji="1" lang="zh-CN" altLang="en-US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（圈）</a:t>
            </a:r>
            <a:endParaRPr kumimoji="1" lang="zh-CN" altLang="en-US" b="0" u="sng">
              <a:latin typeface="Times New Roman" pitchFamily="18" charset="0"/>
            </a:endParaRPr>
          </a:p>
        </p:txBody>
      </p:sp>
      <p:graphicFrame>
        <p:nvGraphicFramePr>
          <p:cNvPr id="572426" name="Object 6">
            <a:extLst>
              <a:ext uri="{FF2B5EF4-FFF2-40B4-BE49-F238E27FC236}">
                <a16:creationId xmlns:a16="http://schemas.microsoft.com/office/drawing/2014/main" id="{45137570-E098-262B-4252-46D1C7433F4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35225" y="4705350"/>
          <a:ext cx="6731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655382" imgH="708743" progId="Equation.3">
                  <p:embed/>
                </p:oleObj>
              </mc:Choice>
              <mc:Fallback>
                <p:oleObj name="公式" r:id="rId10" imgW="655382" imgH="708743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5225" y="4705350"/>
                        <a:ext cx="673100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72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72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72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72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72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72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72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72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572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2418" grpId="0"/>
      <p:bldP spid="572419" grpId="0"/>
      <p:bldP spid="572420" grpId="0"/>
      <p:bldP spid="57242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4" name="Text Box 14">
            <a:extLst>
              <a:ext uri="{FF2B5EF4-FFF2-40B4-BE49-F238E27FC236}">
                <a16:creationId xmlns:a16="http://schemas.microsoft.com/office/drawing/2014/main" id="{B0712C11-FB50-B982-A9AA-2D605CE65C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100" y="254000"/>
            <a:ext cx="3943350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dirty="0"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</a:rPr>
              <a:t>二</a:t>
            </a:r>
            <a:r>
              <a:rPr lang="en-US" altLang="zh-CN" dirty="0"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</a:rPr>
              <a:t>. </a:t>
            </a:r>
            <a:r>
              <a:rPr lang="zh-CN" altLang="en-US" dirty="0"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</a:rPr>
              <a:t>质点系的动能定理</a:t>
            </a:r>
          </a:p>
        </p:txBody>
      </p:sp>
      <p:sp>
        <p:nvSpPr>
          <p:cNvPr id="70" name="Text Box 3">
            <a:extLst>
              <a:ext uri="{FF2B5EF4-FFF2-40B4-BE49-F238E27FC236}">
                <a16:creationId xmlns:a16="http://schemas.microsoft.com/office/drawing/2014/main" id="{BA91C64F-7036-3E75-81DD-36DDFA6927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8788" y="679450"/>
            <a:ext cx="556260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2000"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>
              <a:lnSpc>
                <a:spcPct val="125000"/>
              </a:lnSpc>
              <a:buClr>
                <a:schemeClr val="tx2"/>
              </a:buClr>
              <a:buFont typeface="Monotype Sorts" pitchFamily="2" charset="2"/>
              <a:buNone/>
            </a:pPr>
            <a:r>
              <a:rPr lang="zh-CN" altLang="en-US">
                <a:latin typeface="宋体" panose="02010600030101010101" pitchFamily="2" charset="-122"/>
              </a:rPr>
              <a:t>把质点动能定理应用于质点系内所有质点并把所得方程相加有</a:t>
            </a:r>
            <a:r>
              <a:rPr lang="en-US" altLang="zh-CN">
                <a:latin typeface="宋体" panose="02010600030101010101" pitchFamily="2" charset="-122"/>
              </a:rPr>
              <a:t>: </a:t>
            </a:r>
          </a:p>
        </p:txBody>
      </p:sp>
      <p:graphicFrame>
        <p:nvGraphicFramePr>
          <p:cNvPr id="71" name="Object 69">
            <a:extLst>
              <a:ext uri="{FF2B5EF4-FFF2-40B4-BE49-F238E27FC236}">
                <a16:creationId xmlns:a16="http://schemas.microsoft.com/office/drawing/2014/main" id="{5C05C9FC-C21F-72DD-2DDC-6A6EFEDC8CB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50875" y="1676400"/>
          <a:ext cx="4103688" cy="896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4152744" imgH="883809" progId="Equation.3">
                  <p:embed/>
                </p:oleObj>
              </mc:Choice>
              <mc:Fallback>
                <p:oleObj name="公式" r:id="rId2" imgW="4152744" imgH="883809" progId="Equation.3">
                  <p:embed/>
                  <p:pic>
                    <p:nvPicPr>
                      <p:cNvPr id="0" name="Object 6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0875" y="1676400"/>
                        <a:ext cx="4103688" cy="896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" name="Object 70">
            <a:extLst>
              <a:ext uri="{FF2B5EF4-FFF2-40B4-BE49-F238E27FC236}">
                <a16:creationId xmlns:a16="http://schemas.microsoft.com/office/drawing/2014/main" id="{E883BB9E-4F2F-E6B9-A4DE-CDEE9E0AFAE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2138" y="2744788"/>
          <a:ext cx="3316287" cy="831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3314731" imgH="708743" progId="Equation.3">
                  <p:embed/>
                </p:oleObj>
              </mc:Choice>
              <mc:Fallback>
                <p:oleObj name="公式" r:id="rId4" imgW="3314731" imgH="708743" progId="Equation.3">
                  <p:embed/>
                  <p:pic>
                    <p:nvPicPr>
                      <p:cNvPr id="0" name="Object 7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2138" y="2744788"/>
                        <a:ext cx="3316287" cy="831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" name="Freeform 6">
            <a:extLst>
              <a:ext uri="{FF2B5EF4-FFF2-40B4-BE49-F238E27FC236}">
                <a16:creationId xmlns:a16="http://schemas.microsoft.com/office/drawing/2014/main" id="{02696840-AE13-4A01-5FB0-BBD2651B4F53}"/>
              </a:ext>
            </a:extLst>
          </p:cNvPr>
          <p:cNvSpPr>
            <a:spLocks/>
          </p:cNvSpPr>
          <p:nvPr/>
        </p:nvSpPr>
        <p:spPr bwMode="auto">
          <a:xfrm>
            <a:off x="5970588" y="179388"/>
            <a:ext cx="2362200" cy="2374900"/>
          </a:xfrm>
          <a:custGeom>
            <a:avLst/>
            <a:gdLst>
              <a:gd name="T0" fmla="*/ 2147483646 w 1704"/>
              <a:gd name="T1" fmla="*/ 2147483646 h 1504"/>
              <a:gd name="T2" fmla="*/ 2147483646 w 1704"/>
              <a:gd name="T3" fmla="*/ 2147483646 h 1504"/>
              <a:gd name="T4" fmla="*/ 2147483646 w 1704"/>
              <a:gd name="T5" fmla="*/ 2147483646 h 1504"/>
              <a:gd name="T6" fmla="*/ 2147483646 w 1704"/>
              <a:gd name="T7" fmla="*/ 2147483646 h 1504"/>
              <a:gd name="T8" fmla="*/ 2147483646 w 1704"/>
              <a:gd name="T9" fmla="*/ 2147483646 h 1504"/>
              <a:gd name="T10" fmla="*/ 2147483646 w 1704"/>
              <a:gd name="T11" fmla="*/ 2147483646 h 1504"/>
              <a:gd name="T12" fmla="*/ 2147483646 w 1704"/>
              <a:gd name="T13" fmla="*/ 2147483646 h 150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704"/>
              <a:gd name="T22" fmla="*/ 0 h 1504"/>
              <a:gd name="T23" fmla="*/ 1704 w 1704"/>
              <a:gd name="T24" fmla="*/ 1504 h 150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704" h="1504">
                <a:moveTo>
                  <a:pt x="816" y="8"/>
                </a:moveTo>
                <a:cubicBezTo>
                  <a:pt x="600" y="0"/>
                  <a:pt x="352" y="56"/>
                  <a:pt x="240" y="248"/>
                </a:cubicBezTo>
                <a:cubicBezTo>
                  <a:pt x="128" y="440"/>
                  <a:pt x="0" y="960"/>
                  <a:pt x="144" y="1160"/>
                </a:cubicBezTo>
                <a:cubicBezTo>
                  <a:pt x="288" y="1360"/>
                  <a:pt x="856" y="1504"/>
                  <a:pt x="1104" y="1448"/>
                </a:cubicBezTo>
                <a:cubicBezTo>
                  <a:pt x="1352" y="1392"/>
                  <a:pt x="1560" y="1016"/>
                  <a:pt x="1632" y="824"/>
                </a:cubicBezTo>
                <a:cubicBezTo>
                  <a:pt x="1704" y="632"/>
                  <a:pt x="1672" y="432"/>
                  <a:pt x="1536" y="296"/>
                </a:cubicBezTo>
                <a:cubicBezTo>
                  <a:pt x="1400" y="160"/>
                  <a:pt x="1032" y="16"/>
                  <a:pt x="816" y="8"/>
                </a:cubicBezTo>
                <a:close/>
              </a:path>
            </a:pathLst>
          </a:custGeom>
          <a:solidFill>
            <a:srgbClr val="CCFFCC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2" name="Group 7">
            <a:extLst>
              <a:ext uri="{FF2B5EF4-FFF2-40B4-BE49-F238E27FC236}">
                <a16:creationId xmlns:a16="http://schemas.microsoft.com/office/drawing/2014/main" id="{013AFC40-B9AB-277F-17C5-3539ACE2298E}"/>
              </a:ext>
            </a:extLst>
          </p:cNvPr>
          <p:cNvGrpSpPr>
            <a:grpSpLocks/>
          </p:cNvGrpSpPr>
          <p:nvPr/>
        </p:nvGrpSpPr>
        <p:grpSpPr bwMode="auto">
          <a:xfrm>
            <a:off x="6332538" y="560388"/>
            <a:ext cx="1312862" cy="533400"/>
            <a:chOff x="4234" y="2112"/>
            <a:chExt cx="827" cy="336"/>
          </a:xfrm>
        </p:grpSpPr>
        <p:sp>
          <p:nvSpPr>
            <p:cNvPr id="12320" name="Oval 8">
              <a:extLst>
                <a:ext uri="{FF2B5EF4-FFF2-40B4-BE49-F238E27FC236}">
                  <a16:creationId xmlns:a16="http://schemas.microsoft.com/office/drawing/2014/main" id="{7F93F662-94C5-03EE-0B93-D4DC4C9EB7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2" y="2160"/>
              <a:ext cx="96" cy="96"/>
            </a:xfrm>
            <a:prstGeom prst="ellipse">
              <a:avLst/>
            </a:prstGeom>
            <a:solidFill>
              <a:srgbClr val="990033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9pPr>
            </a:lstStyle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</a:pPr>
              <a:endParaRPr lang="zh-CN" altLang="en-US"/>
            </a:p>
          </p:txBody>
        </p:sp>
        <p:sp>
          <p:nvSpPr>
            <p:cNvPr id="12321" name="Line 9">
              <a:extLst>
                <a:ext uri="{FF2B5EF4-FFF2-40B4-BE49-F238E27FC236}">
                  <a16:creationId xmlns:a16="http://schemas.microsoft.com/office/drawing/2014/main" id="{21F85318-F86D-A86A-4A89-03B58C39A06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08" y="2208"/>
              <a:ext cx="288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2322" name="Object 71">
              <a:extLst>
                <a:ext uri="{FF2B5EF4-FFF2-40B4-BE49-F238E27FC236}">
                  <a16:creationId xmlns:a16="http://schemas.microsoft.com/office/drawing/2014/main" id="{4A9DEE0F-F2C1-1222-92DF-984EE6BEACA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234" y="2112"/>
            <a:ext cx="344" cy="3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241091" imgH="215713" progId="Equation.3">
                    <p:embed/>
                  </p:oleObj>
                </mc:Choice>
                <mc:Fallback>
                  <p:oleObj name="Equation" r:id="rId6" imgW="241091" imgH="215713" progId="Equation.3">
                    <p:embed/>
                    <p:pic>
                      <p:nvPicPr>
                        <p:cNvPr id="0" name="Object 7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34" y="2112"/>
                          <a:ext cx="344" cy="3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323" name="Object 72">
              <a:extLst>
                <a:ext uri="{FF2B5EF4-FFF2-40B4-BE49-F238E27FC236}">
                  <a16:creationId xmlns:a16="http://schemas.microsoft.com/office/drawing/2014/main" id="{58869989-6B3D-4259-72FC-DB76A52CF27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823" y="2160"/>
            <a:ext cx="238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160238" imgH="198009" progId="Equation.3">
                    <p:embed/>
                  </p:oleObj>
                </mc:Choice>
                <mc:Fallback>
                  <p:oleObj name="Equation" r:id="rId8" imgW="160238" imgH="198009" progId="Equation.3">
                    <p:embed/>
                    <p:pic>
                      <p:nvPicPr>
                        <p:cNvPr id="0" name="Object 7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23" y="2160"/>
                          <a:ext cx="238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12">
            <a:extLst>
              <a:ext uri="{FF2B5EF4-FFF2-40B4-BE49-F238E27FC236}">
                <a16:creationId xmlns:a16="http://schemas.microsoft.com/office/drawing/2014/main" id="{62DA8220-9166-E2A3-633A-CA94FD11CEC6}"/>
              </a:ext>
            </a:extLst>
          </p:cNvPr>
          <p:cNvGrpSpPr>
            <a:grpSpLocks/>
          </p:cNvGrpSpPr>
          <p:nvPr/>
        </p:nvGrpSpPr>
        <p:grpSpPr bwMode="auto">
          <a:xfrm>
            <a:off x="6164263" y="982663"/>
            <a:ext cx="1131887" cy="741362"/>
            <a:chOff x="4128" y="2378"/>
            <a:chExt cx="713" cy="467"/>
          </a:xfrm>
        </p:grpSpPr>
        <p:sp>
          <p:nvSpPr>
            <p:cNvPr id="12316" name="Oval 13">
              <a:extLst>
                <a:ext uri="{FF2B5EF4-FFF2-40B4-BE49-F238E27FC236}">
                  <a16:creationId xmlns:a16="http://schemas.microsoft.com/office/drawing/2014/main" id="{45CDF888-AC47-D07A-9D87-EFCD18FDF6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68" y="2544"/>
              <a:ext cx="96" cy="96"/>
            </a:xfrm>
            <a:prstGeom prst="ellipse">
              <a:avLst/>
            </a:prstGeom>
            <a:solidFill>
              <a:srgbClr val="990033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9pPr>
            </a:lstStyle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</a:pPr>
              <a:endParaRPr lang="zh-CN" altLang="en-US"/>
            </a:p>
          </p:txBody>
        </p:sp>
        <p:graphicFrame>
          <p:nvGraphicFramePr>
            <p:cNvPr id="12317" name="Object 73">
              <a:extLst>
                <a:ext uri="{FF2B5EF4-FFF2-40B4-BE49-F238E27FC236}">
                  <a16:creationId xmlns:a16="http://schemas.microsoft.com/office/drawing/2014/main" id="{31724A7F-0CFC-A6DF-575D-66C7EC02256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128" y="2544"/>
            <a:ext cx="336" cy="30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241091" imgH="215713" progId="Equation.3">
                    <p:embed/>
                  </p:oleObj>
                </mc:Choice>
                <mc:Fallback>
                  <p:oleObj name="Equation" r:id="rId10" imgW="241091" imgH="215713" progId="Equation.3">
                    <p:embed/>
                    <p:pic>
                      <p:nvPicPr>
                        <p:cNvPr id="0" name="Object 7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28" y="2544"/>
                          <a:ext cx="336" cy="30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318" name="Line 15">
              <a:extLst>
                <a:ext uri="{FF2B5EF4-FFF2-40B4-BE49-F238E27FC236}">
                  <a16:creationId xmlns:a16="http://schemas.microsoft.com/office/drawing/2014/main" id="{D949E894-C1ED-487A-AF48-9B1D2570E4D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453" y="2378"/>
              <a:ext cx="192" cy="192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2319" name="Object 74">
              <a:extLst>
                <a:ext uri="{FF2B5EF4-FFF2-40B4-BE49-F238E27FC236}">
                  <a16:creationId xmlns:a16="http://schemas.microsoft.com/office/drawing/2014/main" id="{CC8AA99F-099E-7573-DC28-CA5C213452F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574" y="2385"/>
            <a:ext cx="267" cy="30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175167" imgH="198009" progId="Equation.3">
                    <p:embed/>
                  </p:oleObj>
                </mc:Choice>
                <mc:Fallback>
                  <p:oleObj name="Equation" r:id="rId12" imgW="175167" imgH="198009" progId="Equation.3">
                    <p:embed/>
                    <p:pic>
                      <p:nvPicPr>
                        <p:cNvPr id="0" name="Object 7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74" y="2385"/>
                          <a:ext cx="267" cy="30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Group 17">
            <a:extLst>
              <a:ext uri="{FF2B5EF4-FFF2-40B4-BE49-F238E27FC236}">
                <a16:creationId xmlns:a16="http://schemas.microsoft.com/office/drawing/2014/main" id="{44732598-6CFF-D7B6-12EB-06689F5D2D16}"/>
              </a:ext>
            </a:extLst>
          </p:cNvPr>
          <p:cNvGrpSpPr>
            <a:grpSpLocks/>
          </p:cNvGrpSpPr>
          <p:nvPr/>
        </p:nvGrpSpPr>
        <p:grpSpPr bwMode="auto">
          <a:xfrm>
            <a:off x="6316663" y="1738313"/>
            <a:ext cx="1255712" cy="803275"/>
            <a:chOff x="4224" y="2854"/>
            <a:chExt cx="791" cy="506"/>
          </a:xfrm>
        </p:grpSpPr>
        <p:sp>
          <p:nvSpPr>
            <p:cNvPr id="12312" name="Oval 18">
              <a:extLst>
                <a:ext uri="{FF2B5EF4-FFF2-40B4-BE49-F238E27FC236}">
                  <a16:creationId xmlns:a16="http://schemas.microsoft.com/office/drawing/2014/main" id="{21046E60-C755-AF5B-4EB7-937D492AA6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2" y="2928"/>
              <a:ext cx="96" cy="96"/>
            </a:xfrm>
            <a:prstGeom prst="ellipse">
              <a:avLst/>
            </a:prstGeom>
            <a:solidFill>
              <a:srgbClr val="990033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9pPr>
            </a:lstStyle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</a:pPr>
              <a:endParaRPr lang="zh-CN" altLang="en-US"/>
            </a:p>
          </p:txBody>
        </p:sp>
        <p:sp>
          <p:nvSpPr>
            <p:cNvPr id="12313" name="Line 19">
              <a:extLst>
                <a:ext uri="{FF2B5EF4-FFF2-40B4-BE49-F238E27FC236}">
                  <a16:creationId xmlns:a16="http://schemas.microsoft.com/office/drawing/2014/main" id="{B97671F2-4CA2-F844-A066-2CF4970D720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08" y="2976"/>
              <a:ext cx="288" cy="96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2314" name="Object 75">
              <a:extLst>
                <a:ext uri="{FF2B5EF4-FFF2-40B4-BE49-F238E27FC236}">
                  <a16:creationId xmlns:a16="http://schemas.microsoft.com/office/drawing/2014/main" id="{6030DF10-BBBB-848F-16F2-212EE4D10B5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224" y="2854"/>
            <a:ext cx="336" cy="3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241300" imgH="228600" progId="Equation.3">
                    <p:embed/>
                  </p:oleObj>
                </mc:Choice>
                <mc:Fallback>
                  <p:oleObj name="Equation" r:id="rId14" imgW="241300" imgH="228600" progId="Equation.3">
                    <p:embed/>
                    <p:pic>
                      <p:nvPicPr>
                        <p:cNvPr id="0" name="Object 7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24" y="2854"/>
                          <a:ext cx="336" cy="31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315" name="Object 76">
              <a:extLst>
                <a:ext uri="{FF2B5EF4-FFF2-40B4-BE49-F238E27FC236}">
                  <a16:creationId xmlns:a16="http://schemas.microsoft.com/office/drawing/2014/main" id="{E8F01C77-A49E-1A9A-1D56-86705A4DF5B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715" y="3000"/>
            <a:ext cx="300" cy="3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175167" imgH="213471" progId="Equation.3">
                    <p:embed/>
                  </p:oleObj>
                </mc:Choice>
                <mc:Fallback>
                  <p:oleObj name="Equation" r:id="rId16" imgW="175167" imgH="213471" progId="Equation.3">
                    <p:embed/>
                    <p:pic>
                      <p:nvPicPr>
                        <p:cNvPr id="0" name="Object 7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15" y="3000"/>
                          <a:ext cx="300" cy="3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" name="Group 22">
            <a:extLst>
              <a:ext uri="{FF2B5EF4-FFF2-40B4-BE49-F238E27FC236}">
                <a16:creationId xmlns:a16="http://schemas.microsoft.com/office/drawing/2014/main" id="{2F132A08-4335-0473-8FFC-FD7B70279F97}"/>
              </a:ext>
            </a:extLst>
          </p:cNvPr>
          <p:cNvGrpSpPr>
            <a:grpSpLocks/>
          </p:cNvGrpSpPr>
          <p:nvPr/>
        </p:nvGrpSpPr>
        <p:grpSpPr bwMode="auto">
          <a:xfrm>
            <a:off x="6856413" y="901700"/>
            <a:ext cx="1119187" cy="1060450"/>
            <a:chOff x="4564" y="2327"/>
            <a:chExt cx="705" cy="668"/>
          </a:xfrm>
        </p:grpSpPr>
        <p:sp>
          <p:nvSpPr>
            <p:cNvPr id="12308" name="Oval 23">
              <a:extLst>
                <a:ext uri="{FF2B5EF4-FFF2-40B4-BE49-F238E27FC236}">
                  <a16:creationId xmlns:a16="http://schemas.microsoft.com/office/drawing/2014/main" id="{20DEE380-612C-2BC6-33E0-BB2E51BCB5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96" y="2544"/>
              <a:ext cx="96" cy="96"/>
            </a:xfrm>
            <a:prstGeom prst="ellipse">
              <a:avLst/>
            </a:prstGeom>
            <a:solidFill>
              <a:srgbClr val="990033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9pPr>
            </a:lstStyle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</a:pPr>
              <a:endParaRPr lang="zh-CN" altLang="en-US"/>
            </a:p>
          </p:txBody>
        </p:sp>
        <p:sp>
          <p:nvSpPr>
            <p:cNvPr id="12309" name="Line 24">
              <a:extLst>
                <a:ext uri="{FF2B5EF4-FFF2-40B4-BE49-F238E27FC236}">
                  <a16:creationId xmlns:a16="http://schemas.microsoft.com/office/drawing/2014/main" id="{64A8562C-EC84-E200-9268-232F8FA7AB6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774" y="2629"/>
              <a:ext cx="144" cy="192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2310" name="Object 77">
              <a:extLst>
                <a:ext uri="{FF2B5EF4-FFF2-40B4-BE49-F238E27FC236}">
                  <a16:creationId xmlns:a16="http://schemas.microsoft.com/office/drawing/2014/main" id="{D5CED2C0-58CC-6427-76D0-0777281971E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933" y="2327"/>
            <a:ext cx="336" cy="30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8" imgW="241091" imgH="215713" progId="Equation.3">
                    <p:embed/>
                  </p:oleObj>
                </mc:Choice>
                <mc:Fallback>
                  <p:oleObj name="Equation" r:id="rId18" imgW="241091" imgH="215713" progId="Equation.3">
                    <p:embed/>
                    <p:pic>
                      <p:nvPicPr>
                        <p:cNvPr id="0" name="Object 7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33" y="2327"/>
                          <a:ext cx="336" cy="30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311" name="Object 78">
              <a:extLst>
                <a:ext uri="{FF2B5EF4-FFF2-40B4-BE49-F238E27FC236}">
                  <a16:creationId xmlns:a16="http://schemas.microsoft.com/office/drawing/2014/main" id="{5BAFFA15-9432-9516-DFB2-B81303BDF65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564" y="2644"/>
            <a:ext cx="310" cy="3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0" imgW="175167" imgH="198009" progId="Equation.3">
                    <p:embed/>
                  </p:oleObj>
                </mc:Choice>
                <mc:Fallback>
                  <p:oleObj name="Equation" r:id="rId20" imgW="175167" imgH="198009" progId="Equation.3">
                    <p:embed/>
                    <p:pic>
                      <p:nvPicPr>
                        <p:cNvPr id="0" name="Object 7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64" y="2644"/>
                          <a:ext cx="310" cy="35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" name="Group 27">
            <a:extLst>
              <a:ext uri="{FF2B5EF4-FFF2-40B4-BE49-F238E27FC236}">
                <a16:creationId xmlns:a16="http://schemas.microsoft.com/office/drawing/2014/main" id="{8A0EB9D9-3EA6-8607-C7FE-699E93B4A604}"/>
              </a:ext>
            </a:extLst>
          </p:cNvPr>
          <p:cNvGrpSpPr>
            <a:grpSpLocks/>
          </p:cNvGrpSpPr>
          <p:nvPr/>
        </p:nvGrpSpPr>
        <p:grpSpPr bwMode="auto">
          <a:xfrm>
            <a:off x="7612063" y="1322388"/>
            <a:ext cx="152400" cy="609600"/>
            <a:chOff x="5040" y="2592"/>
            <a:chExt cx="96" cy="384"/>
          </a:xfrm>
        </p:grpSpPr>
        <p:sp>
          <p:nvSpPr>
            <p:cNvPr id="12306" name="Oval 28">
              <a:extLst>
                <a:ext uri="{FF2B5EF4-FFF2-40B4-BE49-F238E27FC236}">
                  <a16:creationId xmlns:a16="http://schemas.microsoft.com/office/drawing/2014/main" id="{69096BE1-6131-DBBA-5511-AEED51FA18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40" y="2880"/>
              <a:ext cx="96" cy="96"/>
            </a:xfrm>
            <a:prstGeom prst="ellipse">
              <a:avLst/>
            </a:prstGeom>
            <a:solidFill>
              <a:srgbClr val="990033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9pPr>
            </a:lstStyle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</a:pPr>
              <a:endParaRPr lang="zh-CN" altLang="en-US"/>
            </a:p>
          </p:txBody>
        </p:sp>
        <p:sp>
          <p:nvSpPr>
            <p:cNvPr id="12307" name="Line 29">
              <a:extLst>
                <a:ext uri="{FF2B5EF4-FFF2-40B4-BE49-F238E27FC236}">
                  <a16:creationId xmlns:a16="http://schemas.microsoft.com/office/drawing/2014/main" id="{5D8A7CCE-B3A6-67C6-962C-AC51F9FE883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088" y="2592"/>
              <a:ext cx="0" cy="288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97" name="Text Box 10">
            <a:extLst>
              <a:ext uri="{FF2B5EF4-FFF2-40B4-BE49-F238E27FC236}">
                <a16:creationId xmlns:a16="http://schemas.microsoft.com/office/drawing/2014/main" id="{CE6B4864-92DA-1417-5641-5B91B7432B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31975" y="4732338"/>
            <a:ext cx="6965950" cy="639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lnSpc>
                <a:spcPct val="150000"/>
              </a:lnSpc>
              <a:spcBef>
                <a:spcPct val="50000"/>
              </a:spcBef>
              <a:buClr>
                <a:srgbClr val="FFCC00"/>
              </a:buClr>
              <a:buSzPct val="80000"/>
              <a:buFont typeface="Wingdings" pitchFamily="2" charset="2"/>
              <a:buChar char="l"/>
              <a:defRPr/>
            </a:pPr>
            <a:r>
              <a:rPr kumimoji="1"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 </a:t>
            </a:r>
            <a:r>
              <a:rPr kumimoji="1" lang="zh-CN" altLang="en-US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系统</a:t>
            </a:r>
            <a:r>
              <a:rPr kumimoji="1" lang="zh-CN" altLang="en-US" dirty="0"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内力的功</a:t>
            </a:r>
            <a:r>
              <a:rPr kumimoji="1" lang="zh-CN" altLang="en-US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也可以改变</a:t>
            </a:r>
            <a:r>
              <a:rPr kumimoji="1" lang="zh-CN" altLang="en-US" dirty="0"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系统的动能。</a:t>
            </a:r>
          </a:p>
        </p:txBody>
      </p:sp>
      <p:sp>
        <p:nvSpPr>
          <p:cNvPr id="98" name="Text Box 7">
            <a:extLst>
              <a:ext uri="{FF2B5EF4-FFF2-40B4-BE49-F238E27FC236}">
                <a16:creationId xmlns:a16="http://schemas.microsoft.com/office/drawing/2014/main" id="{C29BE357-0B30-CE56-E0C1-3558E356A2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46538" y="2711450"/>
            <a:ext cx="3017837" cy="457200"/>
          </a:xfrm>
          <a:prstGeom prst="rect">
            <a:avLst/>
          </a:prstGeom>
          <a:noFill/>
          <a:ln w="76200" cmpd="tri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marL="342900" indent="-342900">
              <a:lnSpc>
                <a:spcPct val="120000"/>
              </a:lnSpc>
              <a:buClr>
                <a:schemeClr val="hlink"/>
              </a:buClr>
              <a:buFont typeface="Monotype Sorts" pitchFamily="2" charset="2"/>
              <a:buNone/>
              <a:defRPr/>
            </a:pPr>
            <a:r>
              <a:rPr lang="zh-CN" altLang="en-US" sz="2000" dirty="0">
                <a:solidFill>
                  <a:srgbClr val="FF99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楷体_GB2312" pitchFamily="49" charset="-122"/>
              </a:rPr>
              <a:t>（质点系的动能定理）</a:t>
            </a:r>
          </a:p>
        </p:txBody>
      </p:sp>
      <p:sp>
        <p:nvSpPr>
          <p:cNvPr id="99" name="Text Box 8">
            <a:extLst>
              <a:ext uri="{FF2B5EF4-FFF2-40B4-BE49-F238E27FC236}">
                <a16:creationId xmlns:a16="http://schemas.microsoft.com/office/drawing/2014/main" id="{AC933ED0-538D-D679-C857-23CC6E2C2C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8913" y="4200525"/>
            <a:ext cx="213518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179388" indent="-179388" eaLnBrk="1" hangingPunct="1">
              <a:spcBef>
                <a:spcPct val="50000"/>
              </a:spcBef>
              <a:buClr>
                <a:srgbClr val="FFFF00"/>
              </a:buClr>
              <a:buFont typeface="Wingdings" pitchFamily="2" charset="2"/>
              <a:buChar char="Ø"/>
              <a:defRPr/>
            </a:pPr>
            <a:r>
              <a:rPr kumimoji="1"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 </a:t>
            </a:r>
            <a:r>
              <a:rPr kumimoji="1" lang="zh-CN" altLang="en-US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注意</a:t>
            </a:r>
          </a:p>
        </p:txBody>
      </p:sp>
      <p:sp>
        <p:nvSpPr>
          <p:cNvPr id="100" name="Text Box 9">
            <a:extLst>
              <a:ext uri="{FF2B5EF4-FFF2-40B4-BE49-F238E27FC236}">
                <a16:creationId xmlns:a16="http://schemas.microsoft.com/office/drawing/2014/main" id="{F81014BD-95CE-5339-801E-874F0D6A78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81175" y="4159250"/>
            <a:ext cx="6965950" cy="639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lnSpc>
                <a:spcPct val="150000"/>
              </a:lnSpc>
              <a:spcBef>
                <a:spcPct val="50000"/>
              </a:spcBef>
              <a:buClr>
                <a:srgbClr val="FFCC00"/>
              </a:buClr>
              <a:buSzPct val="80000"/>
              <a:buFont typeface="Wingdings" pitchFamily="2" charset="2"/>
              <a:buChar char="l"/>
              <a:defRPr/>
            </a:pPr>
            <a:r>
              <a:rPr kumimoji="1" lang="en-US" altLang="zh-CN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 </a:t>
            </a:r>
            <a:r>
              <a:rPr kumimoji="1" lang="zh-CN" altLang="en-US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质点系的</a:t>
            </a:r>
            <a:r>
              <a:rPr kumimoji="1" lang="zh-CN" altLang="en-US"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内力和外力的区分。</a:t>
            </a:r>
          </a:p>
        </p:txBody>
      </p:sp>
      <p:sp>
        <p:nvSpPr>
          <p:cNvPr id="101" name="Text Box 12">
            <a:extLst>
              <a:ext uri="{FF2B5EF4-FFF2-40B4-BE49-F238E27FC236}">
                <a16:creationId xmlns:a16="http://schemas.microsoft.com/office/drawing/2014/main" id="{3C8F87AC-800A-DF6C-26D2-EAD3DA3C84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5600" y="3567113"/>
            <a:ext cx="8185150" cy="466725"/>
          </a:xfrm>
          <a:prstGeom prst="rect">
            <a:avLst/>
          </a:prstGeom>
          <a:solidFill>
            <a:srgbClr val="006699">
              <a:alpha val="20000"/>
            </a:srgbClr>
          </a:solidFill>
          <a:ln w="9525">
            <a:solidFill>
              <a:srgbClr val="808080">
                <a:alpha val="50000"/>
              </a:srgbClr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buClr>
                <a:schemeClr val="hlink"/>
              </a:buClr>
              <a:buFont typeface="Monotype Sorts" pitchFamily="2" charset="2"/>
              <a:buNone/>
              <a:defRPr/>
            </a:pPr>
            <a:r>
              <a:rPr lang="zh-CN" altLang="en-US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所有外力和内力对质点系作功的总和等于质点系动能的增量</a:t>
            </a:r>
          </a:p>
        </p:txBody>
      </p:sp>
      <p:sp>
        <p:nvSpPr>
          <p:cNvPr id="548901" name="Text Box 37">
            <a:extLst>
              <a:ext uri="{FF2B5EF4-FFF2-40B4-BE49-F238E27FC236}">
                <a16:creationId xmlns:a16="http://schemas.microsoft.com/office/drawing/2014/main" id="{96AA3D2F-862A-0AD8-88AD-90F9DBFCB5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8338" y="5449888"/>
            <a:ext cx="780732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lnSpc>
                <a:spcPct val="125000"/>
              </a:lnSpc>
              <a:defRPr/>
            </a:pPr>
            <a:r>
              <a:rPr kumimoji="1"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_GB2312" pitchFamily="49" charset="-122"/>
                <a:ea typeface="楷体_GB2312" pitchFamily="49" charset="-122"/>
              </a:rPr>
              <a:t>例</a:t>
            </a:r>
            <a:r>
              <a:rPr kumimoji="1" lang="en-US" altLang="zh-CN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_GB2312" pitchFamily="49" charset="-122"/>
                <a:ea typeface="楷体_GB2312" pitchFamily="49" charset="-122"/>
              </a:rPr>
              <a:t>:</a:t>
            </a:r>
            <a:r>
              <a:rPr kumimoji="1"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_GB2312" pitchFamily="49" charset="-122"/>
                <a:ea typeface="楷体_GB2312" pitchFamily="49" charset="-122"/>
              </a:rPr>
              <a:t>炸弹爆炸，过程内力和为零，但内力所做的功转</a:t>
            </a:r>
          </a:p>
          <a:p>
            <a:pPr eaLnBrk="1" hangingPunct="1">
              <a:lnSpc>
                <a:spcPct val="125000"/>
              </a:lnSpc>
              <a:defRPr/>
            </a:pPr>
            <a:r>
              <a:rPr kumimoji="1"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_GB2312" pitchFamily="49" charset="-122"/>
                <a:ea typeface="楷体_GB2312" pitchFamily="49" charset="-122"/>
              </a:rPr>
              <a:t>   化为弹片的动能。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734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5489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3454" grpId="0"/>
      <p:bldP spid="70" grpId="0" autoUpdateAnimBg="0"/>
      <p:bldP spid="97" grpId="0" autoUpdateAnimBg="0"/>
      <p:bldP spid="98" grpId="0"/>
      <p:bldP spid="99" grpId="0" autoUpdateAnimBg="0"/>
      <p:bldP spid="100" grpId="0" autoUpdateAnimBg="0"/>
      <p:bldP spid="101" grpId="0" animBg="1"/>
      <p:bldP spid="548901" grpId="0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ext Box 2">
            <a:extLst>
              <a:ext uri="{FF2B5EF4-FFF2-40B4-BE49-F238E27FC236}">
                <a16:creationId xmlns:a16="http://schemas.microsoft.com/office/drawing/2014/main" id="{3E23B0B4-013A-604C-045B-FF396F573D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088" y="1054100"/>
            <a:ext cx="6340475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kumimoji="1" lang="zh-CN" altLang="en-US">
                <a:latin typeface="楷体_GB2312" pitchFamily="49" charset="-122"/>
                <a:ea typeface="楷体_GB2312" pitchFamily="49" charset="-122"/>
              </a:rPr>
              <a:t>（</a:t>
            </a:r>
            <a:r>
              <a:rPr kumimoji="1" lang="en-US" altLang="zh-CN">
                <a:latin typeface="楷体_GB2312" pitchFamily="49" charset="-122"/>
                <a:ea typeface="楷体_GB2312" pitchFamily="49" charset="-122"/>
              </a:rPr>
              <a:t>1</a:t>
            </a:r>
            <a:r>
              <a:rPr kumimoji="1" lang="zh-CN" altLang="en-US">
                <a:latin typeface="楷体_GB2312" pitchFamily="49" charset="-122"/>
                <a:ea typeface="楷体_GB2312" pitchFamily="49" charset="-122"/>
              </a:rPr>
              <a:t>）内力和为零</a:t>
            </a:r>
            <a:r>
              <a:rPr kumimoji="1" lang="en-US" altLang="zh-CN">
                <a:latin typeface="楷体_GB2312" pitchFamily="49" charset="-122"/>
                <a:ea typeface="楷体_GB2312" pitchFamily="49" charset="-122"/>
              </a:rPr>
              <a:t>,</a:t>
            </a:r>
            <a:r>
              <a:rPr kumimoji="1" lang="zh-CN" altLang="en-US">
                <a:latin typeface="楷体_GB2312" pitchFamily="49" charset="-122"/>
                <a:ea typeface="楷体_GB2312" pitchFamily="49" charset="-122"/>
              </a:rPr>
              <a:t>内力功的和</a:t>
            </a:r>
          </a:p>
          <a:p>
            <a:pPr eaLnBrk="1" hangingPunct="1">
              <a:lnSpc>
                <a:spcPct val="125000"/>
              </a:lnSpc>
            </a:pPr>
            <a:r>
              <a:rPr kumimoji="1" lang="zh-CN" altLang="en-US">
                <a:latin typeface="楷体_GB2312" pitchFamily="49" charset="-122"/>
                <a:ea typeface="楷体_GB2312" pitchFamily="49" charset="-122"/>
              </a:rPr>
              <a:t>     是否为零？</a:t>
            </a:r>
          </a:p>
        </p:txBody>
      </p:sp>
      <p:sp>
        <p:nvSpPr>
          <p:cNvPr id="53251" name="Text Box 3">
            <a:extLst>
              <a:ext uri="{FF2B5EF4-FFF2-40B4-BE49-F238E27FC236}">
                <a16:creationId xmlns:a16="http://schemas.microsoft.com/office/drawing/2014/main" id="{974DC109-97D1-278B-A30F-CE6B4F624D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6388" y="1603375"/>
            <a:ext cx="2835275" cy="457200"/>
          </a:xfrm>
          <a:prstGeom prst="rect">
            <a:avLst/>
          </a:prstGeom>
          <a:solidFill>
            <a:srgbClr val="0066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/>
            <a:r>
              <a:rPr kumimoji="1" lang="zh-CN" altLang="en-US">
                <a:solidFill>
                  <a:srgbClr val="66FFFF"/>
                </a:solidFill>
                <a:latin typeface="Times New Roman" panose="02020603050405020304" pitchFamily="18" charset="0"/>
                <a:ea typeface="楷体_GB2312" pitchFamily="49" charset="-122"/>
              </a:rPr>
              <a:t>不一定为零</a:t>
            </a:r>
            <a:endParaRPr kumimoji="1" lang="zh-CN" altLang="en-US" b="0">
              <a:solidFill>
                <a:srgbClr val="66FF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53252" name="Object 2">
            <a:extLst>
              <a:ext uri="{FF2B5EF4-FFF2-40B4-BE49-F238E27FC236}">
                <a16:creationId xmlns:a16="http://schemas.microsoft.com/office/drawing/2014/main" id="{B12B7D3F-FE03-0B85-3C38-2AD55121E83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74750" y="2192338"/>
          <a:ext cx="13208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02802" imgH="426942" progId="Equation.3">
                  <p:embed/>
                </p:oleObj>
              </mc:Choice>
              <mc:Fallback>
                <p:oleObj name="Equation" r:id="rId2" imgW="1302802" imgH="426942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74750" y="2192338"/>
                        <a:ext cx="13208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253" name="Object 3">
            <a:extLst>
              <a:ext uri="{FF2B5EF4-FFF2-40B4-BE49-F238E27FC236}">
                <a16:creationId xmlns:a16="http://schemas.microsoft.com/office/drawing/2014/main" id="{ADC2C528-E3C8-5A21-A0CD-008909329D9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27438" y="2203450"/>
          <a:ext cx="1241425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226664" imgH="495272" progId="Equation.3">
                  <p:embed/>
                </p:oleObj>
              </mc:Choice>
              <mc:Fallback>
                <p:oleObj name="Equation" r:id="rId4" imgW="1226664" imgH="495272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27438" y="2203450"/>
                        <a:ext cx="1241425" cy="504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254" name="Object 4">
            <a:extLst>
              <a:ext uri="{FF2B5EF4-FFF2-40B4-BE49-F238E27FC236}">
                <a16:creationId xmlns:a16="http://schemas.microsoft.com/office/drawing/2014/main" id="{982CDC2B-F2E9-4A28-5FEC-BAD3C260D14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38250" y="2838450"/>
          <a:ext cx="1544638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524249" imgH="388537" progId="Equation.3">
                  <p:embed/>
                </p:oleObj>
              </mc:Choice>
              <mc:Fallback>
                <p:oleObj name="Equation" r:id="rId6" imgW="1524249" imgH="388537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38250" y="2838450"/>
                        <a:ext cx="1544638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255" name="Object 5">
            <a:extLst>
              <a:ext uri="{FF2B5EF4-FFF2-40B4-BE49-F238E27FC236}">
                <a16:creationId xmlns:a16="http://schemas.microsoft.com/office/drawing/2014/main" id="{D04F4788-CD6D-77D7-68F1-1A1809D72D7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81375" y="2867025"/>
          <a:ext cx="1398588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394367" imgH="388537" progId="Equation.3">
                  <p:embed/>
                </p:oleObj>
              </mc:Choice>
              <mc:Fallback>
                <p:oleObj name="Equation" r:id="rId8" imgW="1394367" imgH="388537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81375" y="2867025"/>
                        <a:ext cx="1398588" cy="403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256" name="Object 6">
            <a:extLst>
              <a:ext uri="{FF2B5EF4-FFF2-40B4-BE49-F238E27FC236}">
                <a16:creationId xmlns:a16="http://schemas.microsoft.com/office/drawing/2014/main" id="{B0C94B93-F64E-C863-2CE6-6230CA790FC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20788" y="3513138"/>
          <a:ext cx="2674937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651884" imgH="495272" progId="Equation.3">
                  <p:embed/>
                </p:oleObj>
              </mc:Choice>
              <mc:Fallback>
                <p:oleObj name="Equation" r:id="rId10" imgW="2651884" imgH="495272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20788" y="3513138"/>
                        <a:ext cx="2674937" cy="511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9">
            <a:extLst>
              <a:ext uri="{FF2B5EF4-FFF2-40B4-BE49-F238E27FC236}">
                <a16:creationId xmlns:a16="http://schemas.microsoft.com/office/drawing/2014/main" id="{782E0EEC-874B-80F1-B1CB-630E74AB6F14}"/>
              </a:ext>
            </a:extLst>
          </p:cNvPr>
          <p:cNvGrpSpPr>
            <a:grpSpLocks/>
          </p:cNvGrpSpPr>
          <p:nvPr/>
        </p:nvGrpSpPr>
        <p:grpSpPr bwMode="auto">
          <a:xfrm>
            <a:off x="5684838" y="1160463"/>
            <a:ext cx="3276600" cy="1008062"/>
            <a:chOff x="3522" y="1968"/>
            <a:chExt cx="2064" cy="635"/>
          </a:xfrm>
        </p:grpSpPr>
        <p:sp>
          <p:nvSpPr>
            <p:cNvPr id="13345" name="Line 10">
              <a:extLst>
                <a:ext uri="{FF2B5EF4-FFF2-40B4-BE49-F238E27FC236}">
                  <a16:creationId xmlns:a16="http://schemas.microsoft.com/office/drawing/2014/main" id="{3ADBDEBE-3428-D8F8-BCDA-20EB48D14B7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22" y="2603"/>
              <a:ext cx="2064" cy="0"/>
            </a:xfrm>
            <a:prstGeom prst="line">
              <a:avLst/>
            </a:prstGeom>
            <a:noFill/>
            <a:ln w="28575">
              <a:solidFill>
                <a:srgbClr val="CC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3346" name="Group 11">
              <a:extLst>
                <a:ext uri="{FF2B5EF4-FFF2-40B4-BE49-F238E27FC236}">
                  <a16:creationId xmlns:a16="http://schemas.microsoft.com/office/drawing/2014/main" id="{965D7A40-F87F-9EDC-C488-9D8C3E0A223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48" y="2245"/>
              <a:ext cx="480" cy="336"/>
              <a:chOff x="3648" y="2245"/>
              <a:chExt cx="480" cy="336"/>
            </a:xfrm>
          </p:grpSpPr>
          <p:sp>
            <p:nvSpPr>
              <p:cNvPr id="13350" name="Rectangle 12">
                <a:extLst>
                  <a:ext uri="{FF2B5EF4-FFF2-40B4-BE49-F238E27FC236}">
                    <a16:creationId xmlns:a16="http://schemas.microsoft.com/office/drawing/2014/main" id="{CCCFAA58-FD42-F132-A9BA-54E3063EB4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48" y="2245"/>
                <a:ext cx="480" cy="336"/>
              </a:xfrm>
              <a:prstGeom prst="rect">
                <a:avLst/>
              </a:prstGeom>
              <a:solidFill>
                <a:srgbClr val="FF99CC"/>
              </a:solidFill>
              <a:ln w="9525">
                <a:solidFill>
                  <a:srgbClr val="FF99CC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9pPr>
              </a:lstStyle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</a:pPr>
                <a:endParaRPr lang="zh-CN" altLang="en-US"/>
              </a:p>
            </p:txBody>
          </p:sp>
          <p:sp>
            <p:nvSpPr>
              <p:cNvPr id="13351" name="Text Box 13">
                <a:extLst>
                  <a:ext uri="{FF2B5EF4-FFF2-40B4-BE49-F238E27FC236}">
                    <a16:creationId xmlns:a16="http://schemas.microsoft.com/office/drawing/2014/main" id="{66212230-B84B-31E7-6977-8EC83349E86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70" y="2267"/>
                <a:ext cx="255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9pPr>
              </a:lstStyle>
              <a:p>
                <a:pPr eaLnBrk="1" hangingPunct="1"/>
                <a:r>
                  <a:rPr kumimoji="1" lang="en-US" altLang="zh-CN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A</a:t>
                </a:r>
              </a:p>
            </p:txBody>
          </p:sp>
        </p:grpSp>
        <p:grpSp>
          <p:nvGrpSpPr>
            <p:cNvPr id="13347" name="Group 14">
              <a:extLst>
                <a:ext uri="{FF2B5EF4-FFF2-40B4-BE49-F238E27FC236}">
                  <a16:creationId xmlns:a16="http://schemas.microsoft.com/office/drawing/2014/main" id="{A406C2EE-1199-3A9A-9D64-2CCB8C84AB4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40" y="1968"/>
              <a:ext cx="288" cy="288"/>
              <a:chOff x="3840" y="1968"/>
              <a:chExt cx="288" cy="288"/>
            </a:xfrm>
          </p:grpSpPr>
          <p:sp>
            <p:nvSpPr>
              <p:cNvPr id="13348" name="Rectangle 15">
                <a:extLst>
                  <a:ext uri="{FF2B5EF4-FFF2-40B4-BE49-F238E27FC236}">
                    <a16:creationId xmlns:a16="http://schemas.microsoft.com/office/drawing/2014/main" id="{67EB69F7-6D92-6480-67EA-DF57630124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40" y="1994"/>
                <a:ext cx="288" cy="240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rgbClr val="FFFF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9pPr>
              </a:lstStyle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</a:pPr>
                <a:endParaRPr lang="zh-CN" altLang="en-US"/>
              </a:p>
            </p:txBody>
          </p:sp>
          <p:sp>
            <p:nvSpPr>
              <p:cNvPr id="13349" name="Text Box 16">
                <a:extLst>
                  <a:ext uri="{FF2B5EF4-FFF2-40B4-BE49-F238E27FC236}">
                    <a16:creationId xmlns:a16="http://schemas.microsoft.com/office/drawing/2014/main" id="{2A76EF3C-57BC-5FDC-3520-7611B923400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62" y="1968"/>
                <a:ext cx="24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9pPr>
              </a:lstStyle>
              <a:p>
                <a:pPr eaLnBrk="1" hangingPunct="1"/>
                <a:r>
                  <a:rPr kumimoji="1" lang="en-US" altLang="zh-CN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B</a:t>
                </a:r>
              </a:p>
            </p:txBody>
          </p:sp>
        </p:grpSp>
      </p:grpSp>
      <p:sp>
        <p:nvSpPr>
          <p:cNvPr id="53265" name="Line 17">
            <a:extLst>
              <a:ext uri="{FF2B5EF4-FFF2-40B4-BE49-F238E27FC236}">
                <a16:creationId xmlns:a16="http://schemas.microsoft.com/office/drawing/2014/main" id="{03DABBA9-EBBE-FAE9-A408-6F7262E2CDB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427663" y="1600200"/>
            <a:ext cx="914400" cy="0"/>
          </a:xfrm>
          <a:prstGeom prst="line">
            <a:avLst/>
          </a:prstGeom>
          <a:noFill/>
          <a:ln w="28575">
            <a:solidFill>
              <a:srgbClr val="00FF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3266" name="Line 18">
            <a:extLst>
              <a:ext uri="{FF2B5EF4-FFF2-40B4-BE49-F238E27FC236}">
                <a16:creationId xmlns:a16="http://schemas.microsoft.com/office/drawing/2014/main" id="{E52F8FED-C3EC-2F1D-6A0E-EEDB891EB0AF}"/>
              </a:ext>
            </a:extLst>
          </p:cNvPr>
          <p:cNvSpPr>
            <a:spLocks noChangeShapeType="1"/>
          </p:cNvSpPr>
          <p:nvPr/>
        </p:nvSpPr>
        <p:spPr bwMode="auto">
          <a:xfrm>
            <a:off x="6342063" y="1600200"/>
            <a:ext cx="914400" cy="0"/>
          </a:xfrm>
          <a:prstGeom prst="line">
            <a:avLst/>
          </a:prstGeom>
          <a:noFill/>
          <a:ln w="28575">
            <a:solidFill>
              <a:srgbClr val="66FFFF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53267" name="Object 7">
            <a:extLst>
              <a:ext uri="{FF2B5EF4-FFF2-40B4-BE49-F238E27FC236}">
                <a16:creationId xmlns:a16="http://schemas.microsoft.com/office/drawing/2014/main" id="{648C805E-B263-7EE6-8ABE-47F7731C59B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14938" y="931863"/>
          <a:ext cx="457200" cy="577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75167" imgH="228434" progId="Equation.3">
                  <p:embed/>
                </p:oleObj>
              </mc:Choice>
              <mc:Fallback>
                <p:oleObj name="Equation" r:id="rId12" imgW="175167" imgH="228434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14938" y="931863"/>
                        <a:ext cx="457200" cy="577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268" name="Object 8">
            <a:extLst>
              <a:ext uri="{FF2B5EF4-FFF2-40B4-BE49-F238E27FC236}">
                <a16:creationId xmlns:a16="http://schemas.microsoft.com/office/drawing/2014/main" id="{06341A7E-6448-A1EE-0DD6-A1ADC6E3F44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27863" y="914400"/>
          <a:ext cx="481012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75167" imgH="228434" progId="Equation.3">
                  <p:embed/>
                </p:oleObj>
              </mc:Choice>
              <mc:Fallback>
                <p:oleObj name="Equation" r:id="rId14" imgW="175167" imgH="228434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27863" y="914400"/>
                        <a:ext cx="481012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Group 21">
            <a:extLst>
              <a:ext uri="{FF2B5EF4-FFF2-40B4-BE49-F238E27FC236}">
                <a16:creationId xmlns:a16="http://schemas.microsoft.com/office/drawing/2014/main" id="{61B68BE8-5E66-F7F1-446B-C0A1D08708F4}"/>
              </a:ext>
            </a:extLst>
          </p:cNvPr>
          <p:cNvGrpSpPr>
            <a:grpSpLocks/>
          </p:cNvGrpSpPr>
          <p:nvPr/>
        </p:nvGrpSpPr>
        <p:grpSpPr bwMode="auto">
          <a:xfrm>
            <a:off x="8029575" y="1160463"/>
            <a:ext cx="762000" cy="973137"/>
            <a:chOff x="4845" y="1403"/>
            <a:chExt cx="480" cy="613"/>
          </a:xfrm>
        </p:grpSpPr>
        <p:grpSp>
          <p:nvGrpSpPr>
            <p:cNvPr id="13339" name="Group 22">
              <a:extLst>
                <a:ext uri="{FF2B5EF4-FFF2-40B4-BE49-F238E27FC236}">
                  <a16:creationId xmlns:a16="http://schemas.microsoft.com/office/drawing/2014/main" id="{35B885AA-BC42-EF8D-56B1-2D9D551A37E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45" y="1680"/>
              <a:ext cx="480" cy="336"/>
              <a:chOff x="3648" y="2245"/>
              <a:chExt cx="480" cy="336"/>
            </a:xfrm>
          </p:grpSpPr>
          <p:sp>
            <p:nvSpPr>
              <p:cNvPr id="13343" name="Rectangle 23">
                <a:extLst>
                  <a:ext uri="{FF2B5EF4-FFF2-40B4-BE49-F238E27FC236}">
                    <a16:creationId xmlns:a16="http://schemas.microsoft.com/office/drawing/2014/main" id="{B7F6CD9A-A804-41B4-6A55-963E96FAE7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48" y="2245"/>
                <a:ext cx="480" cy="336"/>
              </a:xfrm>
              <a:prstGeom prst="rect">
                <a:avLst/>
              </a:prstGeom>
              <a:solidFill>
                <a:srgbClr val="FF99CC"/>
              </a:solidFill>
              <a:ln w="9525">
                <a:solidFill>
                  <a:srgbClr val="FF99CC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9pPr>
              </a:lstStyle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</a:pPr>
                <a:endParaRPr lang="zh-CN" altLang="en-US"/>
              </a:p>
            </p:txBody>
          </p:sp>
          <p:sp>
            <p:nvSpPr>
              <p:cNvPr id="13344" name="Text Box 24">
                <a:extLst>
                  <a:ext uri="{FF2B5EF4-FFF2-40B4-BE49-F238E27FC236}">
                    <a16:creationId xmlns:a16="http://schemas.microsoft.com/office/drawing/2014/main" id="{ED6BAFE8-59C4-7A2E-E8AE-D8A3F5B452A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70" y="2267"/>
                <a:ext cx="255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9pPr>
              </a:lstStyle>
              <a:p>
                <a:pPr eaLnBrk="1" hangingPunct="1"/>
                <a:r>
                  <a:rPr kumimoji="1" lang="en-US" altLang="zh-CN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A</a:t>
                </a:r>
              </a:p>
            </p:txBody>
          </p:sp>
        </p:grpSp>
        <p:grpSp>
          <p:nvGrpSpPr>
            <p:cNvPr id="13340" name="Group 25">
              <a:extLst>
                <a:ext uri="{FF2B5EF4-FFF2-40B4-BE49-F238E27FC236}">
                  <a16:creationId xmlns:a16="http://schemas.microsoft.com/office/drawing/2014/main" id="{67416893-1E42-B729-D517-C791965DFC7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45" y="1403"/>
              <a:ext cx="288" cy="288"/>
              <a:chOff x="3840" y="1968"/>
              <a:chExt cx="288" cy="288"/>
            </a:xfrm>
          </p:grpSpPr>
          <p:sp>
            <p:nvSpPr>
              <p:cNvPr id="13341" name="Rectangle 26">
                <a:extLst>
                  <a:ext uri="{FF2B5EF4-FFF2-40B4-BE49-F238E27FC236}">
                    <a16:creationId xmlns:a16="http://schemas.microsoft.com/office/drawing/2014/main" id="{149F9839-FCB9-FBB6-748D-8E17F2BD320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40" y="1994"/>
                <a:ext cx="288" cy="240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rgbClr val="FFFF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9pPr>
              </a:lstStyle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</a:pPr>
                <a:endParaRPr lang="zh-CN" altLang="en-US"/>
              </a:p>
            </p:txBody>
          </p:sp>
          <p:sp>
            <p:nvSpPr>
              <p:cNvPr id="13342" name="Text Box 27">
                <a:extLst>
                  <a:ext uri="{FF2B5EF4-FFF2-40B4-BE49-F238E27FC236}">
                    <a16:creationId xmlns:a16="http://schemas.microsoft.com/office/drawing/2014/main" id="{0FA7B9B7-D1EF-5AF9-0D59-985FAC4A72E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62" y="1968"/>
                <a:ext cx="24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9pPr>
              </a:lstStyle>
              <a:p>
                <a:pPr eaLnBrk="1" hangingPunct="1"/>
                <a:r>
                  <a:rPr kumimoji="1" lang="en-US" altLang="zh-CN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B</a:t>
                </a:r>
              </a:p>
            </p:txBody>
          </p:sp>
        </p:grpSp>
      </p:grpSp>
      <p:sp>
        <p:nvSpPr>
          <p:cNvPr id="53276" name="Line 28">
            <a:extLst>
              <a:ext uri="{FF2B5EF4-FFF2-40B4-BE49-F238E27FC236}">
                <a16:creationId xmlns:a16="http://schemas.microsoft.com/office/drawing/2014/main" id="{BE9D9528-02B1-50D3-9C75-FD8662BBDE93}"/>
              </a:ext>
            </a:extLst>
          </p:cNvPr>
          <p:cNvSpPr>
            <a:spLocks noChangeShapeType="1"/>
          </p:cNvSpPr>
          <p:nvPr/>
        </p:nvSpPr>
        <p:spPr bwMode="auto">
          <a:xfrm>
            <a:off x="6646863" y="2151063"/>
            <a:ext cx="0" cy="685800"/>
          </a:xfrm>
          <a:prstGeom prst="line">
            <a:avLst/>
          </a:prstGeom>
          <a:noFill/>
          <a:ln w="28575">
            <a:solidFill>
              <a:srgbClr val="CC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3277" name="Line 29">
            <a:extLst>
              <a:ext uri="{FF2B5EF4-FFF2-40B4-BE49-F238E27FC236}">
                <a16:creationId xmlns:a16="http://schemas.microsoft.com/office/drawing/2014/main" id="{20739C1F-3826-AF51-0D4A-1EE74EB61DBC}"/>
              </a:ext>
            </a:extLst>
          </p:cNvPr>
          <p:cNvSpPr>
            <a:spLocks noChangeShapeType="1"/>
          </p:cNvSpPr>
          <p:nvPr/>
        </p:nvSpPr>
        <p:spPr bwMode="auto">
          <a:xfrm>
            <a:off x="8504238" y="2151063"/>
            <a:ext cx="0" cy="457200"/>
          </a:xfrm>
          <a:prstGeom prst="line">
            <a:avLst/>
          </a:prstGeom>
          <a:noFill/>
          <a:ln w="28575">
            <a:solidFill>
              <a:srgbClr val="CC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3278" name="Line 30">
            <a:extLst>
              <a:ext uri="{FF2B5EF4-FFF2-40B4-BE49-F238E27FC236}">
                <a16:creationId xmlns:a16="http://schemas.microsoft.com/office/drawing/2014/main" id="{F36EA408-CEFB-3B02-7828-B183DBEB4BE5}"/>
              </a:ext>
            </a:extLst>
          </p:cNvPr>
          <p:cNvSpPr>
            <a:spLocks noChangeShapeType="1"/>
          </p:cNvSpPr>
          <p:nvPr/>
        </p:nvSpPr>
        <p:spPr bwMode="auto">
          <a:xfrm>
            <a:off x="8797925" y="2133600"/>
            <a:ext cx="0" cy="762000"/>
          </a:xfrm>
          <a:prstGeom prst="line">
            <a:avLst/>
          </a:prstGeom>
          <a:noFill/>
          <a:ln w="28575">
            <a:solidFill>
              <a:srgbClr val="CC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3279" name="Line 31">
            <a:extLst>
              <a:ext uri="{FF2B5EF4-FFF2-40B4-BE49-F238E27FC236}">
                <a16:creationId xmlns:a16="http://schemas.microsoft.com/office/drawing/2014/main" id="{5BCB7E69-6BF1-A214-21EE-BBB33B5AE041}"/>
              </a:ext>
            </a:extLst>
          </p:cNvPr>
          <p:cNvSpPr>
            <a:spLocks noChangeShapeType="1"/>
          </p:cNvSpPr>
          <p:nvPr/>
        </p:nvSpPr>
        <p:spPr bwMode="auto">
          <a:xfrm>
            <a:off x="6646863" y="2379663"/>
            <a:ext cx="1857375" cy="0"/>
          </a:xfrm>
          <a:prstGeom prst="line">
            <a:avLst/>
          </a:prstGeom>
          <a:noFill/>
          <a:ln w="28575">
            <a:solidFill>
              <a:srgbClr val="CCFFFF"/>
            </a:solidFill>
            <a:round/>
            <a:headEnd type="triangle" w="med" len="lg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3280" name="Line 32">
            <a:extLst>
              <a:ext uri="{FF2B5EF4-FFF2-40B4-BE49-F238E27FC236}">
                <a16:creationId xmlns:a16="http://schemas.microsoft.com/office/drawing/2014/main" id="{87CAD9F3-6AA8-9EA1-344D-0E57B25DF86E}"/>
              </a:ext>
            </a:extLst>
          </p:cNvPr>
          <p:cNvSpPr>
            <a:spLocks noChangeShapeType="1"/>
          </p:cNvSpPr>
          <p:nvPr/>
        </p:nvSpPr>
        <p:spPr bwMode="auto">
          <a:xfrm>
            <a:off x="6646863" y="2778125"/>
            <a:ext cx="2133600" cy="0"/>
          </a:xfrm>
          <a:prstGeom prst="line">
            <a:avLst/>
          </a:prstGeom>
          <a:noFill/>
          <a:ln w="28575">
            <a:solidFill>
              <a:srgbClr val="CCFFFF"/>
            </a:solidFill>
            <a:round/>
            <a:headEnd type="triangle" w="med" len="lg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3281" name="Text Box 33">
            <a:extLst>
              <a:ext uri="{FF2B5EF4-FFF2-40B4-BE49-F238E27FC236}">
                <a16:creationId xmlns:a16="http://schemas.microsoft.com/office/drawing/2014/main" id="{B8101DB1-B531-D28B-EC11-115D05B246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83463" y="2338388"/>
            <a:ext cx="5873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/>
            <a:r>
              <a:rPr kumimoji="1" lang="en-US" altLang="zh-CN" i="1">
                <a:solidFill>
                  <a:srgbClr val="FFFF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</a:t>
            </a:r>
          </a:p>
        </p:txBody>
      </p:sp>
      <p:sp>
        <p:nvSpPr>
          <p:cNvPr id="53282" name="Text Box 34">
            <a:extLst>
              <a:ext uri="{FF2B5EF4-FFF2-40B4-BE49-F238E27FC236}">
                <a16:creationId xmlns:a16="http://schemas.microsoft.com/office/drawing/2014/main" id="{4EE5D381-7B53-1E9C-C036-C4839AB4E3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77138" y="2836863"/>
            <a:ext cx="6985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/>
            <a:r>
              <a:rPr kumimoji="1" lang="en-US" altLang="zh-CN" i="1">
                <a:solidFill>
                  <a:srgbClr val="FFFF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L</a:t>
            </a:r>
          </a:p>
        </p:txBody>
      </p:sp>
      <p:sp>
        <p:nvSpPr>
          <p:cNvPr id="53283" name="Rectangle 35">
            <a:extLst>
              <a:ext uri="{FF2B5EF4-FFF2-40B4-BE49-F238E27FC236}">
                <a16:creationId xmlns:a16="http://schemas.microsoft.com/office/drawing/2014/main" id="{53A744D3-01D9-4F89-286A-69CEC39C6B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0100" y="433388"/>
            <a:ext cx="327818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ctr" eaLnBrk="1" hangingPunct="1"/>
            <a:r>
              <a:rPr kumimoji="1" lang="zh-CN" altLang="en-US">
                <a:solidFill>
                  <a:srgbClr val="FFFF9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讨论（一对内力的功）</a:t>
            </a:r>
          </a:p>
        </p:txBody>
      </p:sp>
      <p:sp>
        <p:nvSpPr>
          <p:cNvPr id="53284" name="Text Box 36">
            <a:extLst>
              <a:ext uri="{FF2B5EF4-FFF2-40B4-BE49-F238E27FC236}">
                <a16:creationId xmlns:a16="http://schemas.microsoft.com/office/drawing/2014/main" id="{26DEC3BE-8433-D552-8382-88FD3D8A5B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3100" y="4841875"/>
            <a:ext cx="61118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/>
            <a:r>
              <a:rPr kumimoji="1" lang="zh-CN" altLang="en-US">
                <a:latin typeface="楷体_GB2312" pitchFamily="49" charset="-122"/>
                <a:ea typeface="楷体_GB2312" pitchFamily="49" charset="-122"/>
              </a:rPr>
              <a:t>（</a:t>
            </a:r>
            <a:r>
              <a:rPr kumimoji="1" lang="en-US" altLang="zh-CN">
                <a:latin typeface="楷体_GB2312" pitchFamily="49" charset="-122"/>
                <a:ea typeface="楷体_GB2312" pitchFamily="49" charset="-122"/>
              </a:rPr>
              <a:t>2</a:t>
            </a:r>
            <a:r>
              <a:rPr kumimoji="1" lang="zh-CN" altLang="en-US">
                <a:latin typeface="楷体_GB2312" pitchFamily="49" charset="-122"/>
                <a:ea typeface="楷体_GB2312" pitchFamily="49" charset="-122"/>
              </a:rPr>
              <a:t>）内力的功也能改变系统的动能</a:t>
            </a:r>
          </a:p>
        </p:txBody>
      </p:sp>
      <p:sp>
        <p:nvSpPr>
          <p:cNvPr id="53285" name="Text Box 37">
            <a:extLst>
              <a:ext uri="{FF2B5EF4-FFF2-40B4-BE49-F238E27FC236}">
                <a16:creationId xmlns:a16="http://schemas.microsoft.com/office/drawing/2014/main" id="{B33FC2FD-DCE4-99C2-1771-D1DB3CE8E7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6675" y="5532438"/>
            <a:ext cx="7807325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kumimoji="1" lang="zh-CN" altLang="en-US">
                <a:latin typeface="楷体_GB2312" pitchFamily="49" charset="-122"/>
                <a:ea typeface="楷体_GB2312" pitchFamily="49" charset="-122"/>
              </a:rPr>
              <a:t>例</a:t>
            </a:r>
            <a:r>
              <a:rPr kumimoji="1" lang="en-US" altLang="zh-CN">
                <a:latin typeface="楷体_GB2312" pitchFamily="49" charset="-122"/>
                <a:ea typeface="楷体_GB2312" pitchFamily="49" charset="-122"/>
              </a:rPr>
              <a:t>:</a:t>
            </a:r>
            <a:r>
              <a:rPr kumimoji="1" lang="zh-CN" altLang="en-US">
                <a:latin typeface="楷体_GB2312" pitchFamily="49" charset="-122"/>
                <a:ea typeface="楷体_GB2312" pitchFamily="49" charset="-122"/>
              </a:rPr>
              <a:t>炸弹爆炸，过程内力和为零，但内力所做的功转</a:t>
            </a:r>
          </a:p>
          <a:p>
            <a:pPr eaLnBrk="1" hangingPunct="1">
              <a:lnSpc>
                <a:spcPct val="125000"/>
              </a:lnSpc>
            </a:pPr>
            <a:r>
              <a:rPr kumimoji="1" lang="zh-CN" altLang="en-US">
                <a:latin typeface="楷体_GB2312" pitchFamily="49" charset="-122"/>
                <a:ea typeface="楷体_GB2312" pitchFamily="49" charset="-122"/>
              </a:rPr>
              <a:t>   化为弹片的动能。</a:t>
            </a:r>
          </a:p>
        </p:txBody>
      </p:sp>
      <p:pic>
        <p:nvPicPr>
          <p:cNvPr id="53286" name="Picture 38" descr="j0293240">
            <a:extLst>
              <a:ext uri="{FF2B5EF4-FFF2-40B4-BE49-F238E27FC236}">
                <a16:creationId xmlns:a16="http://schemas.microsoft.com/office/drawing/2014/main" id="{DF402A0D-B1DF-73DA-602B-9915297EEC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9325" y="6381750"/>
            <a:ext cx="611188" cy="452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9" name="Text Box 36">
            <a:extLst>
              <a:ext uri="{FF2B5EF4-FFF2-40B4-BE49-F238E27FC236}">
                <a16:creationId xmlns:a16="http://schemas.microsoft.com/office/drawing/2014/main" id="{1132BC69-AD64-549E-203A-7A8A9CFCEA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7263" y="4148138"/>
            <a:ext cx="7351712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/>
            <a:r>
              <a:rPr kumimoji="1" lang="zh-CN" altLang="en-US">
                <a:latin typeface="楷体_GB2312" pitchFamily="49" charset="-122"/>
                <a:ea typeface="楷体_GB2312" pitchFamily="49" charset="-122"/>
              </a:rPr>
              <a:t>一对内力的矢量和为零，但内力的功不一定为零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3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3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53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53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53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53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53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53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9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61" dur="500"/>
                                        <p:tgtEl>
                                          <p:spTgt spid="53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6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500"/>
                                        <p:tgtEl>
                                          <p:spTgt spid="53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1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3" dur="500"/>
                                        <p:tgtEl>
                                          <p:spTgt spid="53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53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53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53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96" dur="500"/>
                                        <p:tgtEl>
                                          <p:spTgt spid="53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 nodeType="clickPar">
                      <p:stCondLst>
                        <p:cond delay="indefinite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53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53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 nodeType="clickPar">
                      <p:stCondLst>
                        <p:cond delay="indefinite"/>
                      </p:stCondLst>
                      <p:childTnLst>
                        <p:par>
                          <p:cTn id="1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4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532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532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250" grpId="0" autoUpdateAnimBg="0"/>
      <p:bldP spid="53251" grpId="0" animBg="1" autoUpdateAnimBg="0"/>
      <p:bldP spid="53281" grpId="0" autoUpdateAnimBg="0"/>
      <p:bldP spid="53282" grpId="0" autoUpdateAnimBg="0"/>
      <p:bldP spid="53283" grpId="0" autoUpdateAnimBg="0"/>
      <p:bldP spid="53284" grpId="0" autoUpdateAnimBg="0"/>
      <p:bldP spid="53285" grpId="0" autoUpdateAnimBg="0"/>
      <p:bldP spid="39" grpId="0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584" name="Text Box 24">
            <a:extLst>
              <a:ext uri="{FF2B5EF4-FFF2-40B4-BE49-F238E27FC236}">
                <a16:creationId xmlns:a16="http://schemas.microsoft.com/office/drawing/2014/main" id="{900A238D-BC00-D7AF-0348-70492437A8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9475" y="333375"/>
            <a:ext cx="7467600" cy="1463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lnSpc>
                <a:spcPct val="125000"/>
              </a:lnSpc>
              <a:defRPr/>
            </a:pPr>
            <a:r>
              <a:rPr kumimoji="1"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itchFamily="2" charset="-122"/>
                <a:ea typeface="宋体" pitchFamily="2" charset="-122"/>
              </a:rPr>
              <a:t>长为</a:t>
            </a:r>
            <a:r>
              <a:rPr kumimoji="1" lang="en-US" altLang="zh-CN" i="1">
                <a:solidFill>
                  <a:srgbClr val="66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宋体" pitchFamily="2" charset="-122"/>
              </a:rPr>
              <a:t>l </a:t>
            </a:r>
            <a:r>
              <a:rPr kumimoji="1"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itchFamily="2" charset="-122"/>
                <a:ea typeface="宋体" pitchFamily="2" charset="-122"/>
              </a:rPr>
              <a:t>的均质链条，部分置于水平面上，另一部分自然下垂</a:t>
            </a:r>
            <a:r>
              <a:rPr kumimoji="1" lang="en-US" altLang="zh-CN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itchFamily="2" charset="-122"/>
                <a:ea typeface="宋体" pitchFamily="2" charset="-122"/>
              </a:rPr>
              <a:t>, </a:t>
            </a:r>
            <a:r>
              <a:rPr kumimoji="1"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itchFamily="2" charset="-122"/>
                <a:ea typeface="宋体" pitchFamily="2" charset="-122"/>
              </a:rPr>
              <a:t>已知链条与水平面间静摩擦系数为</a:t>
            </a:r>
            <a:r>
              <a:rPr kumimoji="1" lang="zh-CN" altLang="en-US">
                <a:solidFill>
                  <a:srgbClr val="66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宋体" pitchFamily="2" charset="-122"/>
                <a:sym typeface="Symbol" pitchFamily="18" charset="2"/>
              </a:rPr>
              <a:t></a:t>
            </a:r>
            <a:r>
              <a:rPr kumimoji="1" lang="zh-CN" altLang="en-US">
                <a:solidFill>
                  <a:srgbClr val="66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宋体" pitchFamily="2" charset="-122"/>
              </a:rPr>
              <a:t>。</a:t>
            </a:r>
            <a:r>
              <a:rPr kumimoji="1" lang="en-US" altLang="zh-CN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itchFamily="2" charset="-122"/>
                <a:ea typeface="宋体" pitchFamily="2" charset="-122"/>
              </a:rPr>
              <a:t>,</a:t>
            </a:r>
            <a:r>
              <a:rPr kumimoji="1"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itchFamily="2" charset="-122"/>
                <a:ea typeface="宋体" pitchFamily="2" charset="-122"/>
              </a:rPr>
              <a:t>滑动摩擦系数为</a:t>
            </a:r>
            <a:r>
              <a:rPr kumimoji="1" lang="zh-CN" altLang="en-US">
                <a:solidFill>
                  <a:srgbClr val="66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宋体" pitchFamily="2" charset="-122"/>
                <a:sym typeface="Symbol" pitchFamily="18" charset="2"/>
              </a:rPr>
              <a:t></a:t>
            </a:r>
            <a:endParaRPr kumimoji="1" lang="zh-CN" altLang="en-US">
              <a:solidFill>
                <a:srgbClr val="66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578585" name="Text Box 25">
            <a:extLst>
              <a:ext uri="{FF2B5EF4-FFF2-40B4-BE49-F238E27FC236}">
                <a16:creationId xmlns:a16="http://schemas.microsoft.com/office/drawing/2014/main" id="{249ED2DC-E263-DF9E-003C-7F8FE1C1DB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5950" y="3538538"/>
            <a:ext cx="7391400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lnSpc>
                <a:spcPct val="125000"/>
              </a:lnSpc>
              <a:defRPr/>
            </a:pPr>
            <a:r>
              <a:rPr kumimoji="1"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itchFamily="2" charset="-122"/>
                <a:ea typeface="宋体" pitchFamily="2" charset="-122"/>
              </a:rPr>
              <a:t>（</a:t>
            </a:r>
            <a:r>
              <a:rPr kumimoji="1" lang="en-US" altLang="zh-CN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itchFamily="2" charset="-122"/>
                <a:ea typeface="宋体" pitchFamily="2" charset="-122"/>
              </a:rPr>
              <a:t>1</a:t>
            </a:r>
            <a:r>
              <a:rPr kumimoji="1"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itchFamily="2" charset="-122"/>
                <a:ea typeface="宋体" pitchFamily="2" charset="-122"/>
              </a:rPr>
              <a:t>）以链条的水平部分为研究对象，设链条每</a:t>
            </a:r>
          </a:p>
          <a:p>
            <a:pPr eaLnBrk="1" hangingPunct="1">
              <a:lnSpc>
                <a:spcPct val="125000"/>
              </a:lnSpc>
              <a:defRPr/>
            </a:pPr>
            <a:r>
              <a:rPr kumimoji="1"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itchFamily="2" charset="-122"/>
                <a:ea typeface="宋体" pitchFamily="2" charset="-122"/>
              </a:rPr>
              <a:t>     单位长度的质量为</a:t>
            </a:r>
            <a:r>
              <a:rPr kumimoji="1" lang="zh-CN" altLang="en-US">
                <a:solidFill>
                  <a:srgbClr val="66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宋体" pitchFamily="2" charset="-122"/>
                <a:sym typeface="Symbol" pitchFamily="18" charset="2"/>
              </a:rPr>
              <a:t></a:t>
            </a:r>
            <a:r>
              <a:rPr kumimoji="1"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itchFamily="2" charset="-122"/>
                <a:ea typeface="宋体" pitchFamily="2" charset="-122"/>
              </a:rPr>
              <a:t>，沿铅垂向下取</a:t>
            </a:r>
            <a:r>
              <a:rPr kumimoji="1" lang="en-US" altLang="zh-CN" i="1">
                <a:solidFill>
                  <a:srgbClr val="66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宋体" pitchFamily="2" charset="-122"/>
              </a:rPr>
              <a:t>OY </a:t>
            </a:r>
            <a:r>
              <a:rPr kumimoji="1"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itchFamily="2" charset="-122"/>
                <a:ea typeface="宋体" pitchFamily="2" charset="-122"/>
              </a:rPr>
              <a:t>轴。</a:t>
            </a:r>
          </a:p>
        </p:txBody>
      </p:sp>
      <p:sp>
        <p:nvSpPr>
          <p:cNvPr id="578586" name="Rectangle 26">
            <a:extLst>
              <a:ext uri="{FF2B5EF4-FFF2-40B4-BE49-F238E27FC236}">
                <a16:creationId xmlns:a16="http://schemas.microsoft.com/office/drawing/2014/main" id="{B1EDC805-BA0B-6FF6-1707-04A496E3BA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875" y="3595688"/>
            <a:ext cx="4889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kumimoji="1" lang="zh-CN" altLang="en-US">
                <a:solidFill>
                  <a:srgbClr val="FFFF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黑体" pitchFamily="49" charset="-122"/>
              </a:rPr>
              <a:t>解</a:t>
            </a:r>
            <a:endParaRPr kumimoji="1" lang="zh-CN" altLang="en-US">
              <a:solidFill>
                <a:srgbClr val="00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黑体" pitchFamily="49" charset="-122"/>
            </a:endParaRPr>
          </a:p>
        </p:txBody>
      </p:sp>
      <p:pic>
        <p:nvPicPr>
          <p:cNvPr id="578587" name="Picture 27">
            <a:extLst>
              <a:ext uri="{FF2B5EF4-FFF2-40B4-BE49-F238E27FC236}">
                <a16:creationId xmlns:a16="http://schemas.microsoft.com/office/drawing/2014/main" id="{199ABE0C-4D1D-6A99-2915-C7B294BE5D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7325" y="1444625"/>
            <a:ext cx="1671638" cy="243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" name="Group 28">
            <a:extLst>
              <a:ext uri="{FF2B5EF4-FFF2-40B4-BE49-F238E27FC236}">
                <a16:creationId xmlns:a16="http://schemas.microsoft.com/office/drawing/2014/main" id="{31AE2BD3-4D28-126E-3C8E-72FA63E42A94}"/>
              </a:ext>
            </a:extLst>
          </p:cNvPr>
          <p:cNvGrpSpPr>
            <a:grpSpLocks/>
          </p:cNvGrpSpPr>
          <p:nvPr/>
        </p:nvGrpSpPr>
        <p:grpSpPr bwMode="auto">
          <a:xfrm>
            <a:off x="8137525" y="1420813"/>
            <a:ext cx="777875" cy="1981200"/>
            <a:chOff x="4944" y="218"/>
            <a:chExt cx="490" cy="1248"/>
          </a:xfrm>
        </p:grpSpPr>
        <p:sp>
          <p:nvSpPr>
            <p:cNvPr id="578589" name="Line 29">
              <a:extLst>
                <a:ext uri="{FF2B5EF4-FFF2-40B4-BE49-F238E27FC236}">
                  <a16:creationId xmlns:a16="http://schemas.microsoft.com/office/drawing/2014/main" id="{050BEEE0-ADEA-C305-E782-481B67A936C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44" y="288"/>
              <a:ext cx="288" cy="0"/>
            </a:xfrm>
            <a:prstGeom prst="line">
              <a:avLst/>
            </a:prstGeom>
            <a:noFill/>
            <a:ln w="28575">
              <a:solidFill>
                <a:srgbClr val="00FF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78590" name="Line 30">
              <a:extLst>
                <a:ext uri="{FF2B5EF4-FFF2-40B4-BE49-F238E27FC236}">
                  <a16:creationId xmlns:a16="http://schemas.microsoft.com/office/drawing/2014/main" id="{BD22E818-CB65-5B48-18EE-961C455B23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88" y="288"/>
              <a:ext cx="0" cy="1104"/>
            </a:xfrm>
            <a:prstGeom prst="line">
              <a:avLst/>
            </a:prstGeom>
            <a:noFill/>
            <a:ln w="28575">
              <a:solidFill>
                <a:srgbClr val="00FF00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8690" name="Text Box 31">
              <a:extLst>
                <a:ext uri="{FF2B5EF4-FFF2-40B4-BE49-F238E27FC236}">
                  <a16:creationId xmlns:a16="http://schemas.microsoft.com/office/drawing/2014/main" id="{C453E316-A60C-FE84-EACC-798E52A5C5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22" y="218"/>
              <a:ext cx="212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>
              <a:lvl1pPr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5pPr>
              <a:lvl6pPr marL="25146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Font typeface="Monotype Sorts" pitchFamily="2" charset="2"/>
                <a:buChar char="&amp;"/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6pPr>
              <a:lvl7pPr marL="29718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Font typeface="Monotype Sorts" pitchFamily="2" charset="2"/>
                <a:buChar char="&amp;"/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7pPr>
              <a:lvl8pPr marL="34290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Font typeface="Monotype Sorts" pitchFamily="2" charset="2"/>
                <a:buChar char="&amp;"/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8pPr>
              <a:lvl9pPr marL="38862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Font typeface="Monotype Sorts" pitchFamily="2" charset="2"/>
                <a:buChar char="&amp;"/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9pPr>
            </a:lstStyle>
            <a:p>
              <a:pPr eaLnBrk="1" hangingPunct="1">
                <a:defRPr/>
              </a:pPr>
              <a:r>
                <a:rPr kumimoji="1" lang="en-US" altLang="zh-CN">
                  <a:solidFill>
                    <a:srgbClr val="FFFF66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28691" name="Text Box 32">
              <a:extLst>
                <a:ext uri="{FF2B5EF4-FFF2-40B4-BE49-F238E27FC236}">
                  <a16:creationId xmlns:a16="http://schemas.microsoft.com/office/drawing/2014/main" id="{8672636D-3CC5-A640-8F7D-2001CD7674D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74" y="1178"/>
              <a:ext cx="212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>
              <a:lvl1pPr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5pPr>
              <a:lvl6pPr marL="25146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Font typeface="Monotype Sorts" pitchFamily="2" charset="2"/>
                <a:buChar char="&amp;"/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6pPr>
              <a:lvl7pPr marL="29718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Font typeface="Monotype Sorts" pitchFamily="2" charset="2"/>
                <a:buChar char="&amp;"/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7pPr>
              <a:lvl8pPr marL="34290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Font typeface="Monotype Sorts" pitchFamily="2" charset="2"/>
                <a:buChar char="&amp;"/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8pPr>
              <a:lvl9pPr marL="38862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Font typeface="Monotype Sorts" pitchFamily="2" charset="2"/>
                <a:buChar char="&amp;"/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9pPr>
            </a:lstStyle>
            <a:p>
              <a:pPr eaLnBrk="1" hangingPunct="1">
                <a:defRPr/>
              </a:pPr>
              <a:r>
                <a:rPr kumimoji="1" lang="en-US" altLang="zh-CN">
                  <a:solidFill>
                    <a:srgbClr val="FFFF66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</a:rPr>
                <a:t>y</a:t>
              </a:r>
            </a:p>
          </p:txBody>
        </p:sp>
      </p:grpSp>
      <p:sp>
        <p:nvSpPr>
          <p:cNvPr id="578593" name="Rectangle 33">
            <a:extLst>
              <a:ext uri="{FF2B5EF4-FFF2-40B4-BE49-F238E27FC236}">
                <a16:creationId xmlns:a16="http://schemas.microsoft.com/office/drawing/2014/main" id="{0AEE73EC-EF93-1CB4-A813-E41AC8F703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8450" y="403225"/>
            <a:ext cx="4953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kumimoji="1" lang="zh-CN" altLang="en-US" dirty="0">
                <a:solidFill>
                  <a:srgbClr val="FFFF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宋体" pitchFamily="2" charset="-122"/>
              </a:rPr>
              <a:t>例</a:t>
            </a:r>
            <a:endParaRPr kumimoji="1" lang="en-US" altLang="zh-CN" dirty="0">
              <a:solidFill>
                <a:srgbClr val="FFFF6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578594" name="Rectangle 34">
            <a:extLst>
              <a:ext uri="{FF2B5EF4-FFF2-40B4-BE49-F238E27FC236}">
                <a16:creationId xmlns:a16="http://schemas.microsoft.com/office/drawing/2014/main" id="{72C80203-1C6E-1BAF-5495-F213065022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2413" y="1792288"/>
            <a:ext cx="4921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kumimoji="1" lang="zh-CN" altLang="en-US">
                <a:solidFill>
                  <a:srgbClr val="FFFF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itchFamily="2" charset="-122"/>
                <a:ea typeface="宋体" pitchFamily="2" charset="-122"/>
              </a:rPr>
              <a:t>求</a:t>
            </a:r>
          </a:p>
        </p:txBody>
      </p:sp>
      <p:sp>
        <p:nvSpPr>
          <p:cNvPr id="578595" name="Rectangle 35">
            <a:extLst>
              <a:ext uri="{FF2B5EF4-FFF2-40B4-BE49-F238E27FC236}">
                <a16:creationId xmlns:a16="http://schemas.microsoft.com/office/drawing/2014/main" id="{8A878AF9-E757-34E0-CE1A-4F19494D4A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3413" y="1709738"/>
            <a:ext cx="6019800" cy="1920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lnSpc>
                <a:spcPct val="125000"/>
              </a:lnSpc>
              <a:defRPr/>
            </a:pPr>
            <a:r>
              <a:rPr kumimoji="1"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itchFamily="2" charset="-122"/>
                <a:ea typeface="宋体" pitchFamily="2" charset="-122"/>
              </a:rPr>
              <a:t>（</a:t>
            </a:r>
            <a:r>
              <a:rPr kumimoji="1"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itchFamily="2" charset="-122"/>
                <a:ea typeface="宋体" pitchFamily="2" charset="-122"/>
              </a:rPr>
              <a:t>1</a:t>
            </a:r>
            <a:r>
              <a:rPr kumimoji="1"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itchFamily="2" charset="-122"/>
                <a:ea typeface="宋体" pitchFamily="2" charset="-122"/>
              </a:rPr>
              <a:t>）满足什么条件时，链条将开始滑动？（</a:t>
            </a:r>
            <a:r>
              <a:rPr kumimoji="1"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itchFamily="2" charset="-122"/>
                <a:ea typeface="宋体" pitchFamily="2" charset="-122"/>
              </a:rPr>
              <a:t>2</a:t>
            </a:r>
            <a:r>
              <a:rPr kumimoji="1"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itchFamily="2" charset="-122"/>
                <a:ea typeface="宋体" pitchFamily="2" charset="-122"/>
              </a:rPr>
              <a:t>）若下垂部分长度为</a:t>
            </a:r>
            <a:r>
              <a:rPr kumimoji="1" lang="en-US" altLang="zh-CN" i="1" dirty="0">
                <a:solidFill>
                  <a:srgbClr val="66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宋体" pitchFamily="2" charset="-122"/>
              </a:rPr>
              <a:t>b </a:t>
            </a:r>
            <a:r>
              <a:rPr kumimoji="1"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itchFamily="2" charset="-122"/>
                <a:ea typeface="宋体" pitchFamily="2" charset="-122"/>
              </a:rPr>
              <a:t>时，链条自静止 　　 开始滑动，当链条末端刚刚滑离桌面 　　 时，其速度等于多少？</a:t>
            </a:r>
          </a:p>
        </p:txBody>
      </p:sp>
      <p:sp>
        <p:nvSpPr>
          <p:cNvPr id="578596" name="Rectangle 36">
            <a:extLst>
              <a:ext uri="{FF2B5EF4-FFF2-40B4-BE49-F238E27FC236}">
                <a16:creationId xmlns:a16="http://schemas.microsoft.com/office/drawing/2014/main" id="{5D7AAF9A-3DAB-36B6-D9DB-7B73228BD8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1913" y="5591175"/>
            <a:ext cx="7696200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lnSpc>
                <a:spcPct val="125000"/>
              </a:lnSpc>
              <a:defRPr/>
            </a:pPr>
            <a:r>
              <a:rPr kumimoji="1"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itchFamily="2" charset="-122"/>
                <a:ea typeface="宋体" pitchFamily="2" charset="-122"/>
              </a:rPr>
              <a:t>当 </a:t>
            </a:r>
            <a:r>
              <a:rPr kumimoji="1" lang="en-US" altLang="zh-CN" i="1">
                <a:solidFill>
                  <a:srgbClr val="66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宋体" pitchFamily="2" charset="-122"/>
              </a:rPr>
              <a:t>y &gt;b</a:t>
            </a:r>
            <a:r>
              <a:rPr kumimoji="1" lang="en-US" altLang="zh-CN" i="1" baseline="-25000">
                <a:solidFill>
                  <a:srgbClr val="66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宋体" pitchFamily="2" charset="-122"/>
              </a:rPr>
              <a:t>0</a:t>
            </a:r>
            <a:r>
              <a:rPr kumimoji="1" lang="en-US" altLang="zh-CN" i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itchFamily="2" charset="-122"/>
                <a:ea typeface="宋体" pitchFamily="2" charset="-122"/>
              </a:rPr>
              <a:t> </a:t>
            </a:r>
            <a:r>
              <a:rPr kumimoji="1" lang="en-US" altLang="zh-CN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itchFamily="2" charset="-122"/>
                <a:ea typeface="宋体" pitchFamily="2" charset="-122"/>
              </a:rPr>
              <a:t> </a:t>
            </a:r>
            <a:r>
              <a:rPr kumimoji="1"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itchFamily="2" charset="-122"/>
                <a:ea typeface="宋体" pitchFamily="2" charset="-122"/>
              </a:rPr>
              <a:t>，拉力大于最大静摩擦力时，</a:t>
            </a:r>
          </a:p>
          <a:p>
            <a:pPr eaLnBrk="1" hangingPunct="1">
              <a:lnSpc>
                <a:spcPct val="125000"/>
              </a:lnSpc>
              <a:defRPr/>
            </a:pPr>
            <a:r>
              <a:rPr kumimoji="1"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itchFamily="2" charset="-122"/>
                <a:ea typeface="宋体" pitchFamily="2" charset="-122"/>
              </a:rPr>
              <a:t>链条将开始滑动。</a:t>
            </a:r>
            <a:r>
              <a:rPr kumimoji="1" lang="zh-CN" altLang="en-US">
                <a:solidFill>
                  <a:srgbClr val="66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itchFamily="2" charset="-122"/>
                <a:ea typeface="宋体" pitchFamily="2" charset="-122"/>
              </a:rPr>
              <a:t> </a:t>
            </a:r>
          </a:p>
        </p:txBody>
      </p:sp>
      <p:sp>
        <p:nvSpPr>
          <p:cNvPr id="578597" name="Text Box 37">
            <a:extLst>
              <a:ext uri="{FF2B5EF4-FFF2-40B4-BE49-F238E27FC236}">
                <a16:creationId xmlns:a16="http://schemas.microsoft.com/office/drawing/2014/main" id="{03C00D10-F7FF-4340-54EC-B01D001D39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350" y="4556125"/>
            <a:ext cx="55943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kumimoji="1"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宋体" pitchFamily="2" charset="-122"/>
              </a:rPr>
              <a:t>设链条下落长度 </a:t>
            </a:r>
            <a:r>
              <a:rPr kumimoji="1" lang="en-US" altLang="zh-CN" i="1">
                <a:solidFill>
                  <a:srgbClr val="66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宋体" pitchFamily="2" charset="-122"/>
              </a:rPr>
              <a:t>y =b</a:t>
            </a:r>
            <a:r>
              <a:rPr kumimoji="1" lang="en-US" altLang="zh-CN" i="1" baseline="-25000">
                <a:solidFill>
                  <a:srgbClr val="66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宋体" pitchFamily="2" charset="-122"/>
              </a:rPr>
              <a:t>0</a:t>
            </a:r>
            <a:r>
              <a:rPr kumimoji="1" lang="en-US" altLang="zh-CN" i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宋体" pitchFamily="2" charset="-122"/>
              </a:rPr>
              <a:t> </a:t>
            </a:r>
            <a:r>
              <a:rPr kumimoji="1"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宋体" pitchFamily="2" charset="-122"/>
              </a:rPr>
              <a:t>时，处于临界状态</a:t>
            </a:r>
          </a:p>
        </p:txBody>
      </p:sp>
      <p:graphicFrame>
        <p:nvGraphicFramePr>
          <p:cNvPr id="578598" name="Object 2">
            <a:extLst>
              <a:ext uri="{FF2B5EF4-FFF2-40B4-BE49-F238E27FC236}">
                <a16:creationId xmlns:a16="http://schemas.microsoft.com/office/drawing/2014/main" id="{616CA22F-7F80-FBE4-1FB4-259419009E1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43050" y="5081588"/>
          <a:ext cx="3505200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452078" imgH="418961" progId="Equation.3">
                  <p:embed/>
                </p:oleObj>
              </mc:Choice>
              <mc:Fallback>
                <p:oleObj name="Equation" r:id="rId3" imgW="3452078" imgH="418961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3050" y="5081588"/>
                        <a:ext cx="3505200" cy="434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8599" name="Object 3">
            <a:extLst>
              <a:ext uri="{FF2B5EF4-FFF2-40B4-BE49-F238E27FC236}">
                <a16:creationId xmlns:a16="http://schemas.microsoft.com/office/drawing/2014/main" id="{41D7FE4A-AE2D-03FF-4CEA-30C633CDC3D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205538" y="4891088"/>
          <a:ext cx="1679575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661098" imgH="899271" progId="Equation.3">
                  <p:embed/>
                </p:oleObj>
              </mc:Choice>
              <mc:Fallback>
                <p:oleObj name="Equation" r:id="rId5" imgW="1661098" imgH="899271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05538" y="4891088"/>
                        <a:ext cx="1679575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8600" name="AutoShape 40">
            <a:extLst>
              <a:ext uri="{FF2B5EF4-FFF2-40B4-BE49-F238E27FC236}">
                <a16:creationId xmlns:a16="http://schemas.microsoft.com/office/drawing/2014/main" id="{AAFE5749-DACF-382A-1775-0FD1381093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83213" y="5216525"/>
            <a:ext cx="457200" cy="228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CCFF"/>
          </a:solidFill>
          <a:ln w="9525">
            <a:solidFill>
              <a:srgbClr val="FFCCFF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578601" name="Picture 41" descr="j0293240">
            <a:extLst>
              <a:ext uri="{FF2B5EF4-FFF2-40B4-BE49-F238E27FC236}">
                <a16:creationId xmlns:a16="http://schemas.microsoft.com/office/drawing/2014/main" id="{FDEF0A75-2C30-B772-10C6-BB5FADBAD0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9325" y="6381750"/>
            <a:ext cx="611188" cy="452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8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78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578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8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5785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8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578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5785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5785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5786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5785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5785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5786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5786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8584" grpId="0" autoUpdateAnimBg="0"/>
      <p:bldP spid="578585" grpId="0" autoUpdateAnimBg="0"/>
      <p:bldP spid="578586" grpId="0" autoUpdateAnimBg="0"/>
      <p:bldP spid="578593" grpId="0" autoUpdateAnimBg="0"/>
      <p:bldP spid="578594" grpId="0" autoUpdateAnimBg="0"/>
      <p:bldP spid="578595" grpId="0" autoUpdateAnimBg="0"/>
      <p:bldP spid="578596" grpId="0" autoUpdateAnimBg="0"/>
      <p:bldP spid="578597" grpId="0" autoUpdateAnimBg="0"/>
      <p:bldP spid="578600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560" name="Text Box 24">
            <a:extLst>
              <a:ext uri="{FF2B5EF4-FFF2-40B4-BE49-F238E27FC236}">
                <a16:creationId xmlns:a16="http://schemas.microsoft.com/office/drawing/2014/main" id="{79273BE9-7D26-7ACD-11FF-A18CBFB09D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3413" y="249238"/>
            <a:ext cx="7672387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lnSpc>
                <a:spcPct val="125000"/>
              </a:lnSpc>
              <a:defRPr/>
            </a:pPr>
            <a:r>
              <a:rPr kumimoji="1"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itchFamily="2" charset="-122"/>
                <a:ea typeface="宋体" pitchFamily="2" charset="-122"/>
              </a:rPr>
              <a:t>（</a:t>
            </a:r>
            <a:r>
              <a:rPr kumimoji="1"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itchFamily="2" charset="-122"/>
                <a:ea typeface="宋体" pitchFamily="2" charset="-122"/>
              </a:rPr>
              <a:t>2</a:t>
            </a:r>
            <a:r>
              <a:rPr kumimoji="1"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itchFamily="2" charset="-122"/>
                <a:ea typeface="宋体" pitchFamily="2" charset="-122"/>
              </a:rPr>
              <a:t>）以整个链条为研究对象，链条在运动过程中各部 </a:t>
            </a:r>
          </a:p>
          <a:p>
            <a:pPr eaLnBrk="1" hangingPunct="1">
              <a:lnSpc>
                <a:spcPct val="125000"/>
              </a:lnSpc>
              <a:defRPr/>
            </a:pPr>
            <a:r>
              <a:rPr kumimoji="1"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itchFamily="2" charset="-122"/>
                <a:ea typeface="宋体" pitchFamily="2" charset="-122"/>
              </a:rPr>
              <a:t>　　 分之间相互作用的内力的功之和为零，</a:t>
            </a:r>
            <a:endParaRPr kumimoji="1" lang="zh-CN" altLang="en-US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宋体" pitchFamily="2" charset="-122"/>
              <a:ea typeface="宋体" pitchFamily="2" charset="-122"/>
            </a:endParaRPr>
          </a:p>
        </p:txBody>
      </p:sp>
      <p:graphicFrame>
        <p:nvGraphicFramePr>
          <p:cNvPr id="577561" name="Object 2">
            <a:extLst>
              <a:ext uri="{FF2B5EF4-FFF2-40B4-BE49-F238E27FC236}">
                <a16:creationId xmlns:a16="http://schemas.microsoft.com/office/drawing/2014/main" id="{A82A1A46-1100-72AD-A167-957D62E44BB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59113" y="1401763"/>
          <a:ext cx="5054600" cy="828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343338" imgH="807498" progId="Equation.3">
                  <p:embed/>
                </p:oleObj>
              </mc:Choice>
              <mc:Fallback>
                <p:oleObj name="Equation" r:id="rId2" imgW="4343338" imgH="807498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9113" y="1401763"/>
                        <a:ext cx="5054600" cy="828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7562" name="Object 3">
            <a:extLst>
              <a:ext uri="{FF2B5EF4-FFF2-40B4-BE49-F238E27FC236}">
                <a16:creationId xmlns:a16="http://schemas.microsoft.com/office/drawing/2014/main" id="{881AEF8E-966C-71D2-7450-A75E21F5916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59113" y="2459038"/>
          <a:ext cx="5630862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5562538" imgH="807498" progId="Equation.3">
                  <p:embed/>
                </p:oleObj>
              </mc:Choice>
              <mc:Fallback>
                <p:oleObj name="公式" r:id="rId4" imgW="5562538" imgH="807498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9113" y="2459038"/>
                        <a:ext cx="5630862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7563" name="Rectangle 27">
            <a:extLst>
              <a:ext uri="{FF2B5EF4-FFF2-40B4-BE49-F238E27FC236}">
                <a16:creationId xmlns:a16="http://schemas.microsoft.com/office/drawing/2014/main" id="{409F652B-085D-FD8F-8590-809171A4C5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550" y="2622550"/>
            <a:ext cx="17081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kumimoji="1" lang="zh-CN" altLang="en-US">
                <a:solidFill>
                  <a:srgbClr val="66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宋体" pitchFamily="2" charset="-122"/>
              </a:rPr>
              <a:t>摩擦力的功</a:t>
            </a:r>
          </a:p>
        </p:txBody>
      </p:sp>
      <p:sp>
        <p:nvSpPr>
          <p:cNvPr id="577564" name="Rectangle 28">
            <a:extLst>
              <a:ext uri="{FF2B5EF4-FFF2-40B4-BE49-F238E27FC236}">
                <a16:creationId xmlns:a16="http://schemas.microsoft.com/office/drawing/2014/main" id="{5C710569-AFED-C829-7DB4-867D2F068F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41425" y="1554163"/>
            <a:ext cx="14033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kumimoji="1" lang="zh-CN" altLang="en-US">
                <a:solidFill>
                  <a:srgbClr val="66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宋体" pitchFamily="2" charset="-122"/>
              </a:rPr>
              <a:t>重力的功</a:t>
            </a:r>
          </a:p>
        </p:txBody>
      </p:sp>
      <p:graphicFrame>
        <p:nvGraphicFramePr>
          <p:cNvPr id="577565" name="Object 4">
            <a:extLst>
              <a:ext uri="{FF2B5EF4-FFF2-40B4-BE49-F238E27FC236}">
                <a16:creationId xmlns:a16="http://schemas.microsoft.com/office/drawing/2014/main" id="{0198268D-386E-BEB5-5FD7-E45678070D6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73125" y="4210050"/>
          <a:ext cx="597535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5890478" imgH="807498" progId="Equation.3">
                  <p:embed/>
                </p:oleObj>
              </mc:Choice>
              <mc:Fallback>
                <p:oleObj name="Equation" r:id="rId6" imgW="5890478" imgH="807498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3125" y="4210050"/>
                        <a:ext cx="5975350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7566" name="Object 5">
            <a:extLst>
              <a:ext uri="{FF2B5EF4-FFF2-40B4-BE49-F238E27FC236}">
                <a16:creationId xmlns:a16="http://schemas.microsoft.com/office/drawing/2014/main" id="{5AF37255-251A-7CF6-8400-FC7E250F493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90588" y="5429250"/>
          <a:ext cx="4122737" cy="879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4122389" imgH="860866" progId="Equation.3">
                  <p:embed/>
                </p:oleObj>
              </mc:Choice>
              <mc:Fallback>
                <p:oleObj name="Equation" r:id="rId8" imgW="4122389" imgH="860866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0588" y="5429250"/>
                        <a:ext cx="4122737" cy="879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7567" name="Text Box 31">
            <a:extLst>
              <a:ext uri="{FF2B5EF4-FFF2-40B4-BE49-F238E27FC236}">
                <a16:creationId xmlns:a16="http://schemas.microsoft.com/office/drawing/2014/main" id="{D82E8CA8-6E0C-68E1-6AEF-2EB9C567AE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8350" y="3565525"/>
            <a:ext cx="4343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kumimoji="1"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itchFamily="2" charset="-122"/>
                <a:ea typeface="宋体" pitchFamily="2" charset="-122"/>
              </a:rPr>
              <a:t>根据动能定理有</a:t>
            </a:r>
            <a:r>
              <a:rPr kumimoji="1"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itchFamily="2" charset="-122"/>
                <a:ea typeface="宋体" pitchFamily="2" charset="-122"/>
              </a:rPr>
              <a:t>:</a:t>
            </a:r>
          </a:p>
        </p:txBody>
      </p:sp>
      <p:grpSp>
        <p:nvGrpSpPr>
          <p:cNvPr id="2" name="Group 32">
            <a:extLst>
              <a:ext uri="{FF2B5EF4-FFF2-40B4-BE49-F238E27FC236}">
                <a16:creationId xmlns:a16="http://schemas.microsoft.com/office/drawing/2014/main" id="{BA0CD6B6-338F-AF17-6EFF-209E6A3F0A5F}"/>
              </a:ext>
            </a:extLst>
          </p:cNvPr>
          <p:cNvGrpSpPr>
            <a:grpSpLocks/>
          </p:cNvGrpSpPr>
          <p:nvPr/>
        </p:nvGrpSpPr>
        <p:grpSpPr bwMode="auto">
          <a:xfrm>
            <a:off x="6731000" y="3573463"/>
            <a:ext cx="2378075" cy="2462212"/>
            <a:chOff x="4240" y="2251"/>
            <a:chExt cx="1498" cy="1551"/>
          </a:xfrm>
        </p:grpSpPr>
        <p:pic>
          <p:nvPicPr>
            <p:cNvPr id="15372" name="Picture 33">
              <a:extLst>
                <a:ext uri="{FF2B5EF4-FFF2-40B4-BE49-F238E27FC236}">
                  <a16:creationId xmlns:a16="http://schemas.microsoft.com/office/drawing/2014/main" id="{7D849DFE-8653-59B7-6D31-CE730D046A5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40" y="2266"/>
              <a:ext cx="1053" cy="15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15373" name="Group 34">
              <a:extLst>
                <a:ext uri="{FF2B5EF4-FFF2-40B4-BE49-F238E27FC236}">
                  <a16:creationId xmlns:a16="http://schemas.microsoft.com/office/drawing/2014/main" id="{CD3A6D9B-4848-FE65-73D6-D66C5FCFFF8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48" y="2251"/>
              <a:ext cx="490" cy="1248"/>
              <a:chOff x="4944" y="218"/>
              <a:chExt cx="490" cy="1248"/>
            </a:xfrm>
          </p:grpSpPr>
          <p:sp>
            <p:nvSpPr>
              <p:cNvPr id="577571" name="Line 35">
                <a:extLst>
                  <a:ext uri="{FF2B5EF4-FFF2-40B4-BE49-F238E27FC236}">
                    <a16:creationId xmlns:a16="http://schemas.microsoft.com/office/drawing/2014/main" id="{CD3C5CAE-E426-DE26-EEA8-7E657DC0B99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44" y="288"/>
                <a:ext cx="288" cy="0"/>
              </a:xfrm>
              <a:prstGeom prst="line">
                <a:avLst/>
              </a:prstGeom>
              <a:noFill/>
              <a:ln w="28575">
                <a:solidFill>
                  <a:srgbClr val="00FF00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77572" name="Line 36">
                <a:extLst>
                  <a:ext uri="{FF2B5EF4-FFF2-40B4-BE49-F238E27FC236}">
                    <a16:creationId xmlns:a16="http://schemas.microsoft.com/office/drawing/2014/main" id="{E4F8DE71-DD65-60C0-4B66-10FD3DF377A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088" y="288"/>
                <a:ext cx="0" cy="1104"/>
              </a:xfrm>
              <a:prstGeom prst="line">
                <a:avLst/>
              </a:prstGeom>
              <a:noFill/>
              <a:ln w="28575">
                <a:solidFill>
                  <a:srgbClr val="00FF00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29712" name="Text Box 37">
                <a:extLst>
                  <a:ext uri="{FF2B5EF4-FFF2-40B4-BE49-F238E27FC236}">
                    <a16:creationId xmlns:a16="http://schemas.microsoft.com/office/drawing/2014/main" id="{CCD7351A-BAD8-171B-09B6-683DB5C937F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222" y="218"/>
                <a:ext cx="212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>
                <a:lvl1pPr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5pPr>
                <a:lvl6pPr marL="2514600" indent="-228600" algn="ctr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chemeClr val="tx2"/>
                  </a:buClr>
                  <a:buFont typeface="Monotype Sorts" pitchFamily="2" charset="2"/>
                  <a:buChar char="&amp;"/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6pPr>
                <a:lvl7pPr marL="2971800" indent="-228600" algn="ctr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chemeClr val="tx2"/>
                  </a:buClr>
                  <a:buFont typeface="Monotype Sorts" pitchFamily="2" charset="2"/>
                  <a:buChar char="&amp;"/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7pPr>
                <a:lvl8pPr marL="3429000" indent="-228600" algn="ctr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chemeClr val="tx2"/>
                  </a:buClr>
                  <a:buFont typeface="Monotype Sorts" pitchFamily="2" charset="2"/>
                  <a:buChar char="&amp;"/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8pPr>
                <a:lvl9pPr marL="3886200" indent="-228600" algn="ctr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chemeClr val="tx2"/>
                  </a:buClr>
                  <a:buFont typeface="Monotype Sorts" pitchFamily="2" charset="2"/>
                  <a:buChar char="&amp;"/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9pPr>
              </a:lstStyle>
              <a:p>
                <a:pPr eaLnBrk="1" hangingPunct="1">
                  <a:defRPr/>
                </a:pPr>
                <a:r>
                  <a:rPr kumimoji="1" lang="en-US" altLang="zh-CN">
                    <a:solidFill>
                      <a:srgbClr val="FFFF66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  <a:ea typeface="宋体" panose="02010600030101010101" pitchFamily="2" charset="-122"/>
                  </a:rPr>
                  <a:t>0</a:t>
                </a:r>
              </a:p>
            </p:txBody>
          </p:sp>
          <p:sp>
            <p:nvSpPr>
              <p:cNvPr id="29713" name="Text Box 38">
                <a:extLst>
                  <a:ext uri="{FF2B5EF4-FFF2-40B4-BE49-F238E27FC236}">
                    <a16:creationId xmlns:a16="http://schemas.microsoft.com/office/drawing/2014/main" id="{CEE45FEC-9E8B-5112-E301-C1CF26E98B6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174" y="1178"/>
                <a:ext cx="212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>
                <a:lvl1pPr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5pPr>
                <a:lvl6pPr marL="2514600" indent="-228600" algn="ctr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chemeClr val="tx2"/>
                  </a:buClr>
                  <a:buFont typeface="Monotype Sorts" pitchFamily="2" charset="2"/>
                  <a:buChar char="&amp;"/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6pPr>
                <a:lvl7pPr marL="2971800" indent="-228600" algn="ctr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chemeClr val="tx2"/>
                  </a:buClr>
                  <a:buFont typeface="Monotype Sorts" pitchFamily="2" charset="2"/>
                  <a:buChar char="&amp;"/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7pPr>
                <a:lvl8pPr marL="3429000" indent="-228600" algn="ctr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chemeClr val="tx2"/>
                  </a:buClr>
                  <a:buFont typeface="Monotype Sorts" pitchFamily="2" charset="2"/>
                  <a:buChar char="&amp;"/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8pPr>
                <a:lvl9pPr marL="3886200" indent="-228600" algn="ctr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chemeClr val="tx2"/>
                  </a:buClr>
                  <a:buFont typeface="Monotype Sorts" pitchFamily="2" charset="2"/>
                  <a:buChar char="&amp;"/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9pPr>
              </a:lstStyle>
              <a:p>
                <a:pPr eaLnBrk="1" hangingPunct="1">
                  <a:defRPr/>
                </a:pPr>
                <a:r>
                  <a:rPr kumimoji="1" lang="en-US" altLang="zh-CN">
                    <a:solidFill>
                      <a:srgbClr val="FFFF66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  <a:ea typeface="宋体" panose="02010600030101010101" pitchFamily="2" charset="-122"/>
                  </a:rPr>
                  <a:t>y</a:t>
                </a:r>
              </a:p>
            </p:txBody>
          </p:sp>
        </p:grpSp>
      </p:grpSp>
      <p:pic>
        <p:nvPicPr>
          <p:cNvPr id="577575" name="Picture 39" descr="j0293240">
            <a:extLst>
              <a:ext uri="{FF2B5EF4-FFF2-40B4-BE49-F238E27FC236}">
                <a16:creationId xmlns:a16="http://schemas.microsoft.com/office/drawing/2014/main" id="{C22A74CE-9EBE-99A7-6A54-FC33841BB5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9325" y="6381750"/>
            <a:ext cx="611188" cy="452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77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77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77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77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77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77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77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577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5775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5775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7560" grpId="0" autoUpdateAnimBg="0"/>
      <p:bldP spid="577563" grpId="0" autoUpdateAnimBg="0"/>
      <p:bldP spid="577564" grpId="0" autoUpdateAnimBg="0"/>
      <p:bldP spid="577567" grpId="0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EF0794F5-8134-C1A7-68A5-BE5022CA8C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2300" y="261938"/>
            <a:ext cx="8280400" cy="1322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>
              <a:lnSpc>
                <a:spcPct val="125000"/>
              </a:lnSpc>
              <a:buClr>
                <a:schemeClr val="tx2"/>
              </a:buClr>
              <a:buFont typeface="Monotype Sorts" pitchFamily="2" charset="2"/>
              <a:buChar char="&amp;"/>
            </a:pPr>
            <a:r>
              <a:rPr kumimoji="1" lang="zh-CN" altLang="en-US" sz="2200">
                <a:latin typeface="Times New Roman" panose="02020603050405020304" pitchFamily="18" charset="0"/>
                <a:ea typeface="华文中宋" panose="02010600040101010101" pitchFamily="2" charset="-122"/>
              </a:rPr>
              <a:t>传送机通过滑道将长为</a:t>
            </a:r>
            <a:r>
              <a:rPr kumimoji="1" lang="en-US" altLang="zh-CN" sz="2200" i="1">
                <a:solidFill>
                  <a:srgbClr val="66FF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L</a:t>
            </a:r>
            <a:r>
              <a:rPr kumimoji="1" lang="zh-CN" altLang="en-US" sz="2200">
                <a:latin typeface="Times New Roman" panose="02020603050405020304" pitchFamily="18" charset="0"/>
                <a:ea typeface="华文中宋" panose="02010600040101010101" pitchFamily="2" charset="-122"/>
              </a:rPr>
              <a:t>、质量为</a:t>
            </a:r>
            <a:r>
              <a:rPr kumimoji="1" lang="en-US" altLang="zh-CN" sz="2200" i="1">
                <a:solidFill>
                  <a:srgbClr val="66FF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M </a:t>
            </a:r>
            <a:r>
              <a:rPr kumimoji="1" lang="zh-CN" altLang="en-US" sz="2200">
                <a:latin typeface="Times New Roman" panose="02020603050405020304" pitchFamily="18" charset="0"/>
                <a:ea typeface="华文中宋" panose="02010600040101010101" pitchFamily="2" charset="-122"/>
              </a:rPr>
              <a:t>的匀质物体以初速度</a:t>
            </a:r>
            <a:r>
              <a:rPr kumimoji="1" lang="en-US" altLang="zh-CN" sz="2200" i="1">
                <a:solidFill>
                  <a:srgbClr val="66FFFF"/>
                </a:solidFill>
                <a:latin typeface="Bookman Old Style" panose="02050604050505020204" pitchFamily="18" charset="0"/>
                <a:ea typeface="华文中宋" panose="02010600040101010101" pitchFamily="2" charset="-122"/>
              </a:rPr>
              <a:t>v</a:t>
            </a:r>
            <a:r>
              <a:rPr kumimoji="1" lang="en-US" altLang="zh-CN" sz="2200" baseline="-25000">
                <a:solidFill>
                  <a:srgbClr val="66FF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0</a:t>
            </a:r>
            <a:r>
              <a:rPr kumimoji="1" lang="zh-CN" altLang="en-US" sz="2200">
                <a:latin typeface="Times New Roman" panose="02020603050405020304" pitchFamily="18" charset="0"/>
                <a:ea typeface="华文中宋" panose="02010600040101010101" pitchFamily="2" charset="-122"/>
              </a:rPr>
              <a:t>向右送上水平台面，物体前端在台面上滑动 </a:t>
            </a:r>
            <a:r>
              <a:rPr kumimoji="1" lang="en-US" altLang="zh-CN" sz="2200" i="1">
                <a:solidFill>
                  <a:srgbClr val="66FF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S</a:t>
            </a:r>
            <a:r>
              <a:rPr kumimoji="1" lang="en-US" altLang="zh-CN" sz="2200">
                <a:solidFill>
                  <a:srgbClr val="66FF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  </a:t>
            </a:r>
            <a:r>
              <a:rPr kumimoji="1" lang="zh-CN" altLang="en-US" sz="2200">
                <a:latin typeface="Times New Roman" panose="02020603050405020304" pitchFamily="18" charset="0"/>
                <a:ea typeface="华文中宋" panose="02010600040101010101" pitchFamily="2" charset="-122"/>
              </a:rPr>
              <a:t>距离后停下来</a:t>
            </a:r>
            <a:r>
              <a:rPr kumimoji="1" lang="en-US" altLang="zh-CN" sz="2200">
                <a:solidFill>
                  <a:srgbClr val="FFFFCC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,</a:t>
            </a:r>
            <a:r>
              <a:rPr kumimoji="1" lang="zh-CN" altLang="en-US" sz="2200">
                <a:latin typeface="Times New Roman" panose="02020603050405020304" pitchFamily="18" charset="0"/>
                <a:ea typeface="华文中宋" panose="02010600040101010101" pitchFamily="2" charset="-122"/>
              </a:rPr>
              <a:t>已知滑道上的摩擦可不计，物体与台面的摩擦系数为 </a:t>
            </a:r>
            <a:r>
              <a:rPr kumimoji="1" lang="zh-CN" altLang="en-US" sz="2200" i="1">
                <a:solidFill>
                  <a:srgbClr val="66FFFF"/>
                </a:solidFill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</a:t>
            </a:r>
            <a:r>
              <a:rPr kumimoji="1" lang="en-US" altLang="zh-CN" sz="2200"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,</a:t>
            </a:r>
            <a:r>
              <a:rPr kumimoji="1" lang="zh-CN" altLang="en-US" sz="2200">
                <a:latin typeface="Times New Roman" panose="02020603050405020304" pitchFamily="18" charset="0"/>
                <a:ea typeface="华文中宋" panose="02010600040101010101" pitchFamily="2" charset="-122"/>
              </a:rPr>
              <a:t>且</a:t>
            </a:r>
            <a:r>
              <a:rPr kumimoji="1" lang="en-US" altLang="zh-CN" sz="2200" i="1">
                <a:solidFill>
                  <a:srgbClr val="66FF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S </a:t>
            </a:r>
            <a:r>
              <a:rPr kumimoji="1" lang="en-US" altLang="zh-CN" sz="2200">
                <a:solidFill>
                  <a:srgbClr val="66FF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&gt;</a:t>
            </a:r>
            <a:r>
              <a:rPr kumimoji="1" lang="en-US" altLang="zh-CN" sz="2200" i="1">
                <a:solidFill>
                  <a:srgbClr val="66FF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L</a:t>
            </a:r>
            <a:r>
              <a:rPr kumimoji="1" lang="zh-CN" altLang="en-US" sz="2200" i="1">
                <a:latin typeface="Times New Roman" panose="02020603050405020304" pitchFamily="18" charset="0"/>
                <a:ea typeface="华文中宋" panose="02010600040101010101" pitchFamily="2" charset="-122"/>
              </a:rPr>
              <a:t>。</a:t>
            </a:r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42E3D80A-1744-BB90-79E4-AE3A38F086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2128838"/>
            <a:ext cx="493713" cy="493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None/>
            </a:pPr>
            <a:r>
              <a:rPr kumimoji="1" lang="zh-CN" altLang="en-US">
                <a:solidFill>
                  <a:srgbClr val="FFFF00"/>
                </a:solidFill>
                <a:latin typeface="Times New Roman" panose="02020603050405020304" pitchFamily="18" charset="0"/>
              </a:rPr>
              <a:t>解</a:t>
            </a:r>
            <a:endParaRPr kumimoji="1" lang="zh-CN" altLang="en-US" sz="1200">
              <a:solidFill>
                <a:srgbClr val="FFFF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2532" name="Rectangle 4">
            <a:extLst>
              <a:ext uri="{FF2B5EF4-FFF2-40B4-BE49-F238E27FC236}">
                <a16:creationId xmlns:a16="http://schemas.microsoft.com/office/drawing/2014/main" id="{92364E95-CA00-239A-1CE0-AD31857732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2166938"/>
            <a:ext cx="3878262" cy="496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None/>
            </a:pPr>
            <a:r>
              <a:rPr kumimoji="1" lang="zh-CN" altLang="en-US">
                <a:latin typeface="Times New Roman" panose="02020603050405020304" pitchFamily="18" charset="0"/>
                <a:ea typeface="华文中宋" panose="02010600040101010101" pitchFamily="2" charset="-122"/>
              </a:rPr>
              <a:t>设在物体前端到达</a:t>
            </a:r>
            <a:r>
              <a:rPr kumimoji="1" lang="zh-CN" altLang="en-US">
                <a:solidFill>
                  <a:srgbClr val="66FF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 </a:t>
            </a:r>
            <a:r>
              <a:rPr kumimoji="1" lang="en-US" altLang="zh-CN" i="1">
                <a:solidFill>
                  <a:srgbClr val="66FF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x</a:t>
            </a:r>
            <a:r>
              <a:rPr kumimoji="1" lang="en-US" altLang="zh-CN">
                <a:latin typeface="Times New Roman" panose="02020603050405020304" pitchFamily="18" charset="0"/>
                <a:ea typeface="华文中宋" panose="02010600040101010101" pitchFamily="2" charset="-122"/>
              </a:rPr>
              <a:t> </a:t>
            </a:r>
            <a:r>
              <a:rPr kumimoji="1" lang="zh-CN" altLang="en-US">
                <a:latin typeface="Times New Roman" panose="02020603050405020304" pitchFamily="18" charset="0"/>
                <a:ea typeface="华文中宋" panose="02010600040101010101" pitchFamily="2" charset="-122"/>
              </a:rPr>
              <a:t>处时，</a:t>
            </a:r>
          </a:p>
        </p:txBody>
      </p:sp>
      <p:sp>
        <p:nvSpPr>
          <p:cNvPr id="22533" name="Rectangle 5">
            <a:extLst>
              <a:ext uri="{FF2B5EF4-FFF2-40B4-BE49-F238E27FC236}">
                <a16:creationId xmlns:a16="http://schemas.microsoft.com/office/drawing/2014/main" id="{D01622CE-491C-A38A-01AF-EDE4D79528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2652713"/>
            <a:ext cx="2032000" cy="496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None/>
            </a:pPr>
            <a:r>
              <a:rPr kumimoji="1" lang="zh-CN" altLang="en-US">
                <a:latin typeface="Times New Roman" panose="02020603050405020304" pitchFamily="18" charset="0"/>
                <a:ea typeface="华文中宋" panose="02010600040101010101" pitchFamily="2" charset="-122"/>
              </a:rPr>
              <a:t>摩擦力大小为</a:t>
            </a:r>
          </a:p>
        </p:txBody>
      </p:sp>
      <p:graphicFrame>
        <p:nvGraphicFramePr>
          <p:cNvPr id="22534" name="Object 2">
            <a:extLst>
              <a:ext uri="{FF2B5EF4-FFF2-40B4-BE49-F238E27FC236}">
                <a16:creationId xmlns:a16="http://schemas.microsoft.com/office/drawing/2014/main" id="{51020D17-C967-F4AF-3CE0-5546931B42B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95738" y="3281363"/>
          <a:ext cx="1993900" cy="346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966147" imgH="327688" progId="Equation.3">
                  <p:embed/>
                </p:oleObj>
              </mc:Choice>
              <mc:Fallback>
                <p:oleObj name="公式" r:id="rId2" imgW="1966147" imgH="327688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95738" y="3281363"/>
                        <a:ext cx="1993900" cy="346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35" name="Rectangle 7">
            <a:extLst>
              <a:ext uri="{FF2B5EF4-FFF2-40B4-BE49-F238E27FC236}">
                <a16:creationId xmlns:a16="http://schemas.microsoft.com/office/drawing/2014/main" id="{9A7CF5C2-CA92-FBC6-AF5E-31C8EAEC07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5000" y="3784600"/>
            <a:ext cx="7896225" cy="496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None/>
            </a:pPr>
            <a:r>
              <a:rPr kumimoji="1" lang="zh-CN" altLang="en-US">
                <a:latin typeface="Times New Roman" panose="02020603050405020304" pitchFamily="18" charset="0"/>
                <a:ea typeface="华文中宋" panose="02010600040101010101" pitchFamily="2" charset="-122"/>
              </a:rPr>
              <a:t>当物体前端在 </a:t>
            </a:r>
            <a:r>
              <a:rPr kumimoji="1" lang="en-US" altLang="zh-CN" i="1">
                <a:solidFill>
                  <a:srgbClr val="66FF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S </a:t>
            </a:r>
            <a:r>
              <a:rPr kumimoji="1" lang="zh-CN" altLang="en-US">
                <a:latin typeface="Times New Roman" panose="02020603050405020304" pitchFamily="18" charset="0"/>
                <a:ea typeface="华文中宋" panose="02010600040101010101" pitchFamily="2" charset="-122"/>
              </a:rPr>
              <a:t>处停下来时，台面对物体的摩擦力做的功</a:t>
            </a:r>
          </a:p>
        </p:txBody>
      </p:sp>
      <p:graphicFrame>
        <p:nvGraphicFramePr>
          <p:cNvPr id="22536" name="Object 3">
            <a:extLst>
              <a:ext uri="{FF2B5EF4-FFF2-40B4-BE49-F238E27FC236}">
                <a16:creationId xmlns:a16="http://schemas.microsoft.com/office/drawing/2014/main" id="{47FEC63B-DEB3-D22F-CA1C-ECC128AFF90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0400" y="4360863"/>
          <a:ext cx="6359525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6537898" imgH="975582" progId="Equation.3">
                  <p:embed/>
                </p:oleObj>
              </mc:Choice>
              <mc:Fallback>
                <p:oleObj name="公式" r:id="rId4" imgW="6537898" imgH="975582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0400" y="4360863"/>
                        <a:ext cx="6359525" cy="990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37" name="Line 9">
            <a:extLst>
              <a:ext uri="{FF2B5EF4-FFF2-40B4-BE49-F238E27FC236}">
                <a16:creationId xmlns:a16="http://schemas.microsoft.com/office/drawing/2014/main" id="{6FF24731-2F5B-7F7F-8A56-52D3A5F97D8F}"/>
              </a:ext>
            </a:extLst>
          </p:cNvPr>
          <p:cNvSpPr>
            <a:spLocks noChangeShapeType="1"/>
          </p:cNvSpPr>
          <p:nvPr/>
        </p:nvSpPr>
        <p:spPr bwMode="auto">
          <a:xfrm>
            <a:off x="4787900" y="2314575"/>
            <a:ext cx="1600200" cy="0"/>
          </a:xfrm>
          <a:prstGeom prst="line">
            <a:avLst/>
          </a:prstGeom>
          <a:noFill/>
          <a:ln w="1587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538" name="Oval 10">
            <a:extLst>
              <a:ext uri="{FF2B5EF4-FFF2-40B4-BE49-F238E27FC236}">
                <a16:creationId xmlns:a16="http://schemas.microsoft.com/office/drawing/2014/main" id="{F9C5610C-7AF6-1F00-EFFF-7D0A6FA5BF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07100" y="2314575"/>
            <a:ext cx="381000" cy="3810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</a:pPr>
            <a:endParaRPr lang="zh-CN" altLang="en-US"/>
          </a:p>
        </p:txBody>
      </p:sp>
      <p:sp>
        <p:nvSpPr>
          <p:cNvPr id="22539" name="Oval 11">
            <a:extLst>
              <a:ext uri="{FF2B5EF4-FFF2-40B4-BE49-F238E27FC236}">
                <a16:creationId xmlns:a16="http://schemas.microsoft.com/office/drawing/2014/main" id="{66A6A618-C957-A207-45FD-9762A016E0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26100" y="2314575"/>
            <a:ext cx="381000" cy="3810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</a:pPr>
            <a:endParaRPr lang="zh-CN" altLang="en-US"/>
          </a:p>
        </p:txBody>
      </p:sp>
      <p:sp>
        <p:nvSpPr>
          <p:cNvPr id="22540" name="Oval 12">
            <a:extLst>
              <a:ext uri="{FF2B5EF4-FFF2-40B4-BE49-F238E27FC236}">
                <a16:creationId xmlns:a16="http://schemas.microsoft.com/office/drawing/2014/main" id="{57D9FD2B-A432-8D64-8C1E-D3338E9CCC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45100" y="2314575"/>
            <a:ext cx="381000" cy="3810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</a:pPr>
            <a:endParaRPr lang="zh-CN" altLang="en-US"/>
          </a:p>
        </p:txBody>
      </p:sp>
      <p:sp>
        <p:nvSpPr>
          <p:cNvPr id="22541" name="Oval 13">
            <a:extLst>
              <a:ext uri="{FF2B5EF4-FFF2-40B4-BE49-F238E27FC236}">
                <a16:creationId xmlns:a16="http://schemas.microsoft.com/office/drawing/2014/main" id="{91BF8F53-0F39-3DCD-BE8F-6074583E4E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64100" y="2314575"/>
            <a:ext cx="381000" cy="3810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</a:pPr>
            <a:endParaRPr lang="zh-CN" altLang="en-US"/>
          </a:p>
        </p:txBody>
      </p:sp>
      <p:sp>
        <p:nvSpPr>
          <p:cNvPr id="22542" name="Line 14">
            <a:extLst>
              <a:ext uri="{FF2B5EF4-FFF2-40B4-BE49-F238E27FC236}">
                <a16:creationId xmlns:a16="http://schemas.microsoft.com/office/drawing/2014/main" id="{495EF0BE-B08F-24DF-4DFE-56783F88C970}"/>
              </a:ext>
            </a:extLst>
          </p:cNvPr>
          <p:cNvSpPr>
            <a:spLocks noChangeShapeType="1"/>
          </p:cNvSpPr>
          <p:nvPr/>
        </p:nvSpPr>
        <p:spPr bwMode="auto">
          <a:xfrm>
            <a:off x="6388100" y="2314575"/>
            <a:ext cx="0" cy="533400"/>
          </a:xfrm>
          <a:prstGeom prst="line">
            <a:avLst/>
          </a:prstGeom>
          <a:noFill/>
          <a:ln w="19050">
            <a:solidFill>
              <a:srgbClr val="00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543" name="Line 15">
            <a:extLst>
              <a:ext uri="{FF2B5EF4-FFF2-40B4-BE49-F238E27FC236}">
                <a16:creationId xmlns:a16="http://schemas.microsoft.com/office/drawing/2014/main" id="{F557AFC3-2577-6ABD-2760-4F00E657D755}"/>
              </a:ext>
            </a:extLst>
          </p:cNvPr>
          <p:cNvSpPr>
            <a:spLocks noChangeShapeType="1"/>
          </p:cNvSpPr>
          <p:nvPr/>
        </p:nvSpPr>
        <p:spPr bwMode="auto">
          <a:xfrm>
            <a:off x="6388100" y="2771775"/>
            <a:ext cx="1974850" cy="0"/>
          </a:xfrm>
          <a:prstGeom prst="line">
            <a:avLst/>
          </a:prstGeom>
          <a:noFill/>
          <a:ln w="19050">
            <a:solidFill>
              <a:srgbClr val="FFFF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2544" name="Object 4">
            <a:extLst>
              <a:ext uri="{FF2B5EF4-FFF2-40B4-BE49-F238E27FC236}">
                <a16:creationId xmlns:a16="http://schemas.microsoft.com/office/drawing/2014/main" id="{546A475E-4F0A-3386-2D72-D695BC82561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378700" y="2847975"/>
          <a:ext cx="314325" cy="301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14456" imgH="121698" progId="Equation.3">
                  <p:embed/>
                </p:oleObj>
              </mc:Choice>
              <mc:Fallback>
                <p:oleObj name="公式" r:id="rId6" imgW="114456" imgH="121698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78700" y="2847975"/>
                        <a:ext cx="314325" cy="301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45" name="Object 5">
            <a:extLst>
              <a:ext uri="{FF2B5EF4-FFF2-40B4-BE49-F238E27FC236}">
                <a16:creationId xmlns:a16="http://schemas.microsoft.com/office/drawing/2014/main" id="{2F92B522-D959-13EE-EDFB-C584DB352E6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59500" y="2847975"/>
          <a:ext cx="314325" cy="301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14456" imgH="121698" progId="Equation.3">
                  <p:embed/>
                </p:oleObj>
              </mc:Choice>
              <mc:Fallback>
                <p:oleObj name="公式" r:id="rId8" imgW="114456" imgH="121698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59500" y="2847975"/>
                        <a:ext cx="314325" cy="301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46" name="Object 6">
            <a:extLst>
              <a:ext uri="{FF2B5EF4-FFF2-40B4-BE49-F238E27FC236}">
                <a16:creationId xmlns:a16="http://schemas.microsoft.com/office/drawing/2014/main" id="{0B178224-AC00-E59C-3C22-C3FD2EA3EF9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064500" y="1933575"/>
          <a:ext cx="282575" cy="301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99029" imgH="121698" progId="Equation.3">
                  <p:embed/>
                </p:oleObj>
              </mc:Choice>
              <mc:Fallback>
                <p:oleObj name="公式" r:id="rId10" imgW="99029" imgH="121698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64500" y="1933575"/>
                        <a:ext cx="282575" cy="301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47" name="Object 7">
            <a:extLst>
              <a:ext uri="{FF2B5EF4-FFF2-40B4-BE49-F238E27FC236}">
                <a16:creationId xmlns:a16="http://schemas.microsoft.com/office/drawing/2014/main" id="{69DF90E7-3C63-33BE-ADD4-F2DB3659444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283450" y="1552575"/>
          <a:ext cx="366713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305049" imgH="418961" progId="Equation.3">
                  <p:embed/>
                </p:oleObj>
              </mc:Choice>
              <mc:Fallback>
                <p:oleObj name="公式" r:id="rId12" imgW="305049" imgH="418961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83450" y="1552575"/>
                        <a:ext cx="366713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48" name="Line 20">
            <a:extLst>
              <a:ext uri="{FF2B5EF4-FFF2-40B4-BE49-F238E27FC236}">
                <a16:creationId xmlns:a16="http://schemas.microsoft.com/office/drawing/2014/main" id="{86818C8F-5B9F-BF96-A5BF-F08908610E57}"/>
              </a:ext>
            </a:extLst>
          </p:cNvPr>
          <p:cNvSpPr>
            <a:spLocks noChangeShapeType="1"/>
          </p:cNvSpPr>
          <p:nvPr/>
        </p:nvSpPr>
        <p:spPr bwMode="auto">
          <a:xfrm>
            <a:off x="6311900" y="1911350"/>
            <a:ext cx="838200" cy="0"/>
          </a:xfrm>
          <a:prstGeom prst="line">
            <a:avLst/>
          </a:prstGeom>
          <a:noFill/>
          <a:ln w="19050">
            <a:solidFill>
              <a:srgbClr val="FFCC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549" name="Rectangle 21">
            <a:extLst>
              <a:ext uri="{FF2B5EF4-FFF2-40B4-BE49-F238E27FC236}">
                <a16:creationId xmlns:a16="http://schemas.microsoft.com/office/drawing/2014/main" id="{B1EF801B-CB68-0A86-E991-8E1833B202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92700" y="2162175"/>
            <a:ext cx="1295400" cy="152400"/>
          </a:xfrm>
          <a:prstGeom prst="rect">
            <a:avLst/>
          </a:prstGeom>
          <a:solidFill>
            <a:schemeClr val="accent1"/>
          </a:solidFill>
          <a:ln w="9525">
            <a:solidFill>
              <a:srgbClr val="FFCCFF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</a:pPr>
            <a:endParaRPr lang="zh-CN" altLang="en-US"/>
          </a:p>
        </p:txBody>
      </p:sp>
      <p:graphicFrame>
        <p:nvGraphicFramePr>
          <p:cNvPr id="22550" name="Object 8">
            <a:extLst>
              <a:ext uri="{FF2B5EF4-FFF2-40B4-BE49-F238E27FC236}">
                <a16:creationId xmlns:a16="http://schemas.microsoft.com/office/drawing/2014/main" id="{B72524E4-42C5-E382-C06B-BB93906BE65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854700" y="1628775"/>
          <a:ext cx="350838" cy="352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121920" imgH="152622" progId="Equation.3">
                  <p:embed/>
                </p:oleObj>
              </mc:Choice>
              <mc:Fallback>
                <p:oleObj name="公式" r:id="rId14" imgW="121920" imgH="152622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54700" y="1628775"/>
                        <a:ext cx="350838" cy="352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51" name="Text Box 23">
            <a:extLst>
              <a:ext uri="{FF2B5EF4-FFF2-40B4-BE49-F238E27FC236}">
                <a16:creationId xmlns:a16="http://schemas.microsoft.com/office/drawing/2014/main" id="{7DAF090F-09A8-31F1-8C84-544ED3D0FE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7725" y="1582738"/>
            <a:ext cx="2338388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None/>
            </a:pPr>
            <a:r>
              <a:rPr kumimoji="1" lang="zh-CN" altLang="en-US">
                <a:latin typeface="Times New Roman" panose="02020603050405020304" pitchFamily="18" charset="0"/>
                <a:ea typeface="华文中宋" panose="02010600040101010101" pitchFamily="2" charset="-122"/>
              </a:rPr>
              <a:t>物体的初速度</a:t>
            </a:r>
            <a:r>
              <a:rPr kumimoji="1" lang="zh-CN" altLang="en-US">
                <a:solidFill>
                  <a:srgbClr val="FFFFCC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。</a:t>
            </a:r>
          </a:p>
        </p:txBody>
      </p:sp>
      <p:graphicFrame>
        <p:nvGraphicFramePr>
          <p:cNvPr id="22552" name="Object 9">
            <a:extLst>
              <a:ext uri="{FF2B5EF4-FFF2-40B4-BE49-F238E27FC236}">
                <a16:creationId xmlns:a16="http://schemas.microsoft.com/office/drawing/2014/main" id="{88223160-870B-4817-82D6-5EFEDF2657D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3588" y="3063875"/>
          <a:ext cx="2728912" cy="720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2728022" imgH="708743" progId="Equation.3">
                  <p:embed/>
                </p:oleObj>
              </mc:Choice>
              <mc:Fallback>
                <p:oleObj name="公式" r:id="rId16" imgW="2728022" imgH="708743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3588" y="3063875"/>
                        <a:ext cx="2728912" cy="720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53" name="Object 10">
            <a:extLst>
              <a:ext uri="{FF2B5EF4-FFF2-40B4-BE49-F238E27FC236}">
                <a16:creationId xmlns:a16="http://schemas.microsoft.com/office/drawing/2014/main" id="{B48F51D4-E356-5B83-44CA-1DEBB9473F1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92700" y="1628775"/>
          <a:ext cx="506413" cy="352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190593" imgH="152622" progId="Equation.3">
                  <p:embed/>
                </p:oleObj>
              </mc:Choice>
              <mc:Fallback>
                <p:oleObj name="公式" r:id="rId18" imgW="190593" imgH="152622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92700" y="1628775"/>
                        <a:ext cx="506413" cy="352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54" name="Line 26">
            <a:extLst>
              <a:ext uri="{FF2B5EF4-FFF2-40B4-BE49-F238E27FC236}">
                <a16:creationId xmlns:a16="http://schemas.microsoft.com/office/drawing/2014/main" id="{A0B281F8-3DDA-E791-2E69-791409475A83}"/>
              </a:ext>
            </a:extLst>
          </p:cNvPr>
          <p:cNvSpPr>
            <a:spLocks noChangeShapeType="1"/>
          </p:cNvSpPr>
          <p:nvPr/>
        </p:nvSpPr>
        <p:spPr bwMode="auto">
          <a:xfrm>
            <a:off x="6388100" y="2314575"/>
            <a:ext cx="2209800" cy="0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555" name="Rectangle 27">
            <a:extLst>
              <a:ext uri="{FF2B5EF4-FFF2-40B4-BE49-F238E27FC236}">
                <a16:creationId xmlns:a16="http://schemas.microsoft.com/office/drawing/2014/main" id="{EC4E0586-6989-AC6B-13EB-9ED1AEA312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273050"/>
            <a:ext cx="493713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None/>
            </a:pPr>
            <a:r>
              <a:rPr kumimoji="1" lang="zh-CN" altLang="en-US">
                <a:solidFill>
                  <a:srgbClr val="FFFF00"/>
                </a:solidFill>
                <a:latin typeface="Times New Roman" panose="02020603050405020304" pitchFamily="18" charset="0"/>
              </a:rPr>
              <a:t>例</a:t>
            </a:r>
          </a:p>
        </p:txBody>
      </p:sp>
      <p:sp>
        <p:nvSpPr>
          <p:cNvPr id="22556" name="Rectangle 28">
            <a:extLst>
              <a:ext uri="{FF2B5EF4-FFF2-40B4-BE49-F238E27FC236}">
                <a16:creationId xmlns:a16="http://schemas.microsoft.com/office/drawing/2014/main" id="{D565C41E-2EAE-329F-3CF6-5C2607C199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1624013"/>
            <a:ext cx="493713" cy="493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None/>
            </a:pPr>
            <a:r>
              <a:rPr kumimoji="1" lang="zh-CN" altLang="en-US">
                <a:solidFill>
                  <a:srgbClr val="FFFF00"/>
                </a:solidFill>
                <a:latin typeface="Times New Roman" panose="02020603050405020304" pitchFamily="18" charset="0"/>
              </a:rPr>
              <a:t>求</a:t>
            </a:r>
          </a:p>
        </p:txBody>
      </p:sp>
      <p:sp>
        <p:nvSpPr>
          <p:cNvPr id="22557" name="Rectangle 29">
            <a:extLst>
              <a:ext uri="{FF2B5EF4-FFF2-40B4-BE49-F238E27FC236}">
                <a16:creationId xmlns:a16="http://schemas.microsoft.com/office/drawing/2014/main" id="{57F27596-1FB4-C890-62A9-D298F207AB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04025" y="2128838"/>
            <a:ext cx="1295400" cy="152400"/>
          </a:xfrm>
          <a:prstGeom prst="rect">
            <a:avLst/>
          </a:prstGeom>
          <a:solidFill>
            <a:srgbClr val="00CC99">
              <a:alpha val="49019"/>
            </a:srgbClr>
          </a:solidFill>
          <a:ln w="9525">
            <a:solidFill>
              <a:srgbClr val="FFCCFF"/>
            </a:solidFill>
            <a:prstDash val="dash"/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</a:pPr>
            <a:endParaRPr lang="zh-CN" altLang="en-US"/>
          </a:p>
        </p:txBody>
      </p:sp>
      <p:sp>
        <p:nvSpPr>
          <p:cNvPr id="22558" name="Text Box 30">
            <a:extLst>
              <a:ext uri="{FF2B5EF4-FFF2-40B4-BE49-F238E27FC236}">
                <a16:creationId xmlns:a16="http://schemas.microsoft.com/office/drawing/2014/main" id="{F0D1DE32-51EF-B20C-4A46-24182F341F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5630863"/>
            <a:ext cx="2646362" cy="496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None/>
            </a:pPr>
            <a:r>
              <a:rPr kumimoji="1" lang="zh-CN" altLang="en-US">
                <a:latin typeface="Times New Roman" panose="02020603050405020304" pitchFamily="18" charset="0"/>
                <a:ea typeface="华文中宋" panose="02010600040101010101" pitchFamily="2" charset="-122"/>
              </a:rPr>
              <a:t>根据动能定理，得</a:t>
            </a:r>
          </a:p>
        </p:txBody>
      </p:sp>
      <p:graphicFrame>
        <p:nvGraphicFramePr>
          <p:cNvPr id="22559" name="Object 11">
            <a:extLst>
              <a:ext uri="{FF2B5EF4-FFF2-40B4-BE49-F238E27FC236}">
                <a16:creationId xmlns:a16="http://schemas.microsoft.com/office/drawing/2014/main" id="{3B4B5218-33EA-994A-C9BD-6F34AB1CD6C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90900" y="5513388"/>
          <a:ext cx="2811463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0" imgW="2788733" imgH="708743" progId="Equation.3">
                  <p:embed/>
                </p:oleObj>
              </mc:Choice>
              <mc:Fallback>
                <p:oleObj name="公式" r:id="rId20" imgW="2788733" imgH="708743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90900" y="5513388"/>
                        <a:ext cx="2811463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60" name="Object 12">
            <a:extLst>
              <a:ext uri="{FF2B5EF4-FFF2-40B4-BE49-F238E27FC236}">
                <a16:creationId xmlns:a16="http://schemas.microsoft.com/office/drawing/2014/main" id="{2A8220DB-BA19-B017-1123-4F40BDB7C35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300788" y="5440363"/>
          <a:ext cx="2232025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2" imgW="2217451" imgH="746649" progId="Equation.3">
                  <p:embed/>
                </p:oleObj>
              </mc:Choice>
              <mc:Fallback>
                <p:oleObj name="公式" r:id="rId22" imgW="2217451" imgH="746649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00788" y="5440363"/>
                        <a:ext cx="2232025" cy="76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5400">
                            <a:solidFill>
                              <a:srgbClr val="FF99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2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225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225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000"/>
                                        <p:tgtEl>
                                          <p:spTgt spid="22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1000"/>
                                        <p:tgtEl>
                                          <p:spTgt spid="22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1000"/>
                                        <p:tgtEl>
                                          <p:spTgt spid="22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1000"/>
                                        <p:tgtEl>
                                          <p:spTgt spid="225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1000"/>
                                        <p:tgtEl>
                                          <p:spTgt spid="225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1000"/>
                                        <p:tgtEl>
                                          <p:spTgt spid="225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1000"/>
                                        <p:tgtEl>
                                          <p:spTgt spid="22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1000"/>
                                        <p:tgtEl>
                                          <p:spTgt spid="22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1000"/>
                                        <p:tgtEl>
                                          <p:spTgt spid="22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1000"/>
                                        <p:tgtEl>
                                          <p:spTgt spid="22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3" dur="2000"/>
                                        <p:tgtEl>
                                          <p:spTgt spid="22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1000"/>
                                        <p:tgtEl>
                                          <p:spTgt spid="22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1000"/>
                                        <p:tgtEl>
                                          <p:spTgt spid="22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8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1000"/>
                                        <p:tgtEl>
                                          <p:spTgt spid="225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1000"/>
                                        <p:tgtEl>
                                          <p:spTgt spid="22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1000"/>
                                        <p:tgtEl>
                                          <p:spTgt spid="22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1000"/>
                                        <p:tgtEl>
                                          <p:spTgt spid="22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1000"/>
                                        <p:tgtEl>
                                          <p:spTgt spid="22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 nodeType="clickPar">
                      <p:stCondLst>
                        <p:cond delay="indefinite"/>
                      </p:stCondLst>
                      <p:childTnLst>
                        <p:par>
                          <p:cTn id="1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1000"/>
                                        <p:tgtEl>
                                          <p:spTgt spid="225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 nodeType="clickPar">
                      <p:stCondLst>
                        <p:cond delay="indefinite"/>
                      </p:stCondLst>
                      <p:childTnLst>
                        <p:par>
                          <p:cTn id="1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1000"/>
                                        <p:tgtEl>
                                          <p:spTgt spid="225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 nodeType="clickPar">
                      <p:stCondLst>
                        <p:cond delay="indefinite"/>
                      </p:stCondLst>
                      <p:childTnLst>
                        <p:par>
                          <p:cTn id="1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1000"/>
                                        <p:tgtEl>
                                          <p:spTgt spid="225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 nodeType="clickPar">
                      <p:stCondLst>
                        <p:cond delay="indefinite"/>
                      </p:stCondLst>
                      <p:childTnLst>
                        <p:par>
                          <p:cTn id="1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1000"/>
                                        <p:tgtEl>
                                          <p:spTgt spid="22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 nodeType="clickPar">
                      <p:stCondLst>
                        <p:cond delay="indefinite"/>
                      </p:stCondLst>
                      <p:childTnLst>
                        <p:par>
                          <p:cTn id="1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1000"/>
                                        <p:tgtEl>
                                          <p:spTgt spid="225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 nodeType="clickPar">
                      <p:stCondLst>
                        <p:cond delay="indefinite"/>
                      </p:stCondLst>
                      <p:childTnLst>
                        <p:par>
                          <p:cTn id="1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1000"/>
                                        <p:tgtEl>
                                          <p:spTgt spid="22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 nodeType="clickPar">
                      <p:stCondLst>
                        <p:cond delay="indefinite"/>
                      </p:stCondLst>
                      <p:childTnLst>
                        <p:par>
                          <p:cTn id="1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2" dur="1000"/>
                                        <p:tgtEl>
                                          <p:spTgt spid="225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 nodeType="clickPar">
                      <p:stCondLst>
                        <p:cond delay="indefinite"/>
                      </p:stCondLst>
                      <p:childTnLst>
                        <p:par>
                          <p:cTn id="1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1000"/>
                                        <p:tgtEl>
                                          <p:spTgt spid="22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 nodeType="clickPar">
                      <p:stCondLst>
                        <p:cond delay="indefinite"/>
                      </p:stCondLst>
                      <p:childTnLst>
                        <p:par>
                          <p:cTn id="1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2" dur="1000"/>
                                        <p:tgtEl>
                                          <p:spTgt spid="22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0" grpId="0" build="p" autoUpdateAnimBg="0"/>
      <p:bldP spid="22531" grpId="0" build="p" autoUpdateAnimBg="0"/>
      <p:bldP spid="22532" grpId="0" build="p" autoUpdateAnimBg="0"/>
      <p:bldP spid="22533" grpId="0" build="p" autoUpdateAnimBg="0"/>
      <p:bldP spid="22535" grpId="0" build="p" autoUpdateAnimBg="0"/>
      <p:bldP spid="22538" grpId="0" animBg="1"/>
      <p:bldP spid="22539" grpId="0" animBg="1"/>
      <p:bldP spid="22540" grpId="0" animBg="1"/>
      <p:bldP spid="22541" grpId="0" animBg="1"/>
      <p:bldP spid="22549" grpId="0" animBg="1"/>
      <p:bldP spid="22551" grpId="0" build="p" autoUpdateAnimBg="0"/>
      <p:bldP spid="22555" grpId="0"/>
      <p:bldP spid="22556" grpId="0"/>
      <p:bldP spid="22557" grpId="0" animBg="1"/>
      <p:bldP spid="22558" grpId="0" build="p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490" name="Text Box 2">
            <a:extLst>
              <a:ext uri="{FF2B5EF4-FFF2-40B4-BE49-F238E27FC236}">
                <a16:creationId xmlns:a16="http://schemas.microsoft.com/office/drawing/2014/main" id="{14160E4C-0443-24AB-52B3-08553D3416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2575" y="438150"/>
            <a:ext cx="8496300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lnSpc>
                <a:spcPct val="115000"/>
              </a:lnSpc>
              <a:buClr>
                <a:srgbClr val="00CCFF"/>
              </a:buClr>
              <a:buFont typeface="Monotype Sorts" pitchFamily="2" charset="2"/>
              <a:buChar char="&amp;"/>
              <a:defRPr/>
            </a:pPr>
            <a:r>
              <a:rPr lang="en-US" altLang="zh-CN" dirty="0">
                <a:solidFill>
                  <a:srgbClr val="66FF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 </a:t>
            </a:r>
            <a:r>
              <a:rPr lang="zh-CN" altLang="en-US" dirty="0">
                <a:solidFill>
                  <a:srgbClr val="66FF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应用动能定理求解力学问题的一般步骤</a:t>
            </a:r>
          </a:p>
        </p:txBody>
      </p:sp>
      <p:sp>
        <p:nvSpPr>
          <p:cNvPr id="575491" name="Text Box 3">
            <a:extLst>
              <a:ext uri="{FF2B5EF4-FFF2-40B4-BE49-F238E27FC236}">
                <a16:creationId xmlns:a16="http://schemas.microsoft.com/office/drawing/2014/main" id="{5AD40609-8B46-F421-B6B2-91BB7C69E2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0113" y="1211263"/>
            <a:ext cx="7716837" cy="1978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44500" indent="-444500" eaLnBrk="1" hangingPunct="1">
              <a:lnSpc>
                <a:spcPct val="120000"/>
              </a:lnSpc>
              <a:spcBef>
                <a:spcPct val="20000"/>
              </a:spcBef>
              <a:buFontTx/>
              <a:buAutoNum type="arabicParenBoth"/>
              <a:defRPr/>
            </a:pPr>
            <a:r>
              <a: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确定研究对象；</a:t>
            </a:r>
          </a:p>
          <a:p>
            <a:pPr marL="444500" indent="-444500" eaLnBrk="1" hangingPunct="1">
              <a:lnSpc>
                <a:spcPct val="120000"/>
              </a:lnSpc>
              <a:spcBef>
                <a:spcPct val="20000"/>
              </a:spcBef>
              <a:defRPr/>
            </a:pPr>
            <a:r>
              <a:rPr lang="zh-CN" altLang="en-US" sz="2000">
                <a:solidFill>
                  <a:srgbClr val="FFCC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            质点或质点系。</a:t>
            </a: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</a:endParaRPr>
          </a:p>
          <a:p>
            <a:pPr marL="444500" indent="-444500" eaLnBrk="1" hangingPunct="1">
              <a:lnSpc>
                <a:spcPct val="120000"/>
              </a:lnSpc>
              <a:spcBef>
                <a:spcPct val="20000"/>
              </a:spcBef>
              <a:defRPr/>
            </a:pPr>
            <a:r>
              <a:rPr lang="en-US" altLang="zh-CN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(2) </a:t>
            </a:r>
            <a:r>
              <a: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分析研究对象受力情况和各力的作功情况； </a:t>
            </a:r>
          </a:p>
          <a:p>
            <a:pPr marL="444500" indent="-444500" eaLnBrk="1" hangingPunct="1">
              <a:lnSpc>
                <a:spcPct val="120000"/>
              </a:lnSpc>
              <a:spcBef>
                <a:spcPct val="20000"/>
              </a:spcBef>
              <a:defRPr/>
            </a:pPr>
            <a:r>
              <a: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          </a:t>
            </a:r>
            <a:r>
              <a:rPr lang="zh-CN" altLang="en-US" sz="2000">
                <a:solidFill>
                  <a:srgbClr val="FFCC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质点系必须区分外力和内力。</a:t>
            </a:r>
          </a:p>
        </p:txBody>
      </p:sp>
      <p:sp>
        <p:nvSpPr>
          <p:cNvPr id="575492" name="Text Box 4">
            <a:extLst>
              <a:ext uri="{FF2B5EF4-FFF2-40B4-BE49-F238E27FC236}">
                <a16:creationId xmlns:a16="http://schemas.microsoft.com/office/drawing/2014/main" id="{03A2B983-7137-A84D-BF48-2203C736BA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2013" y="3281363"/>
            <a:ext cx="7883525" cy="2574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lnSpc>
                <a:spcPct val="120000"/>
              </a:lnSpc>
              <a:spcBef>
                <a:spcPct val="20000"/>
              </a:spcBef>
              <a:defRPr/>
            </a:pPr>
            <a:r>
              <a:rPr lang="en-US" altLang="zh-CN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(3) </a:t>
            </a:r>
            <a:r>
              <a: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选定研究过程； 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defRPr/>
            </a:pPr>
            <a:r>
              <a: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          </a:t>
            </a:r>
            <a:r>
              <a:rPr lang="zh-CN" altLang="en-US" sz="2000">
                <a:solidFill>
                  <a:srgbClr val="FFCC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要确定初、末状态，及其对应的动能。</a:t>
            </a: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</a:endParaRP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defRPr/>
            </a:pPr>
            <a:r>
              <a:rPr lang="en-US" altLang="zh-CN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(4) </a:t>
            </a:r>
            <a:r>
              <a: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列方程；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defRPr/>
            </a:pPr>
            <a:r>
              <a: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         </a:t>
            </a:r>
            <a:r>
              <a:rPr lang="zh-CN" altLang="en-US" sz="2000">
                <a:solidFill>
                  <a:srgbClr val="FFCC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根据动能定理列出方程，并列出必要的辅助性方程。</a:t>
            </a: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</a:endParaRP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defRPr/>
            </a:pPr>
            <a:r>
              <a:rPr lang="en-US" altLang="zh-CN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(5) </a:t>
            </a:r>
            <a:r>
              <a: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解方程，求出结果。并对结果进行必要的讨论。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75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75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4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754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4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754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4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754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4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754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4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754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4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754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49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57549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49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57549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5490" grpId="0"/>
      <p:bldP spid="575491" grpId="0" build="p"/>
      <p:bldP spid="575492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274" name="Text Box 2">
            <a:extLst>
              <a:ext uri="{FF2B5EF4-FFF2-40B4-BE49-F238E27FC236}">
                <a16:creationId xmlns:a16="http://schemas.microsoft.com/office/drawing/2014/main" id="{79CBA41D-AB3F-D26E-8CB5-5EB7F421E6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39925" y="258763"/>
            <a:ext cx="4603750" cy="676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None/>
            </a:pPr>
            <a:r>
              <a:rPr lang="en-US" altLang="zh-CN" sz="3200" b="0">
                <a:solidFill>
                  <a:srgbClr val="00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§3.3  </a:t>
            </a:r>
            <a:r>
              <a:rPr lang="zh-CN" altLang="en-US" sz="3200" b="0">
                <a:solidFill>
                  <a:srgbClr val="00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几种常见力的功</a:t>
            </a:r>
            <a:r>
              <a:rPr lang="zh-CN" altLang="en-US" b="0">
                <a:solidFill>
                  <a:srgbClr val="CC0000"/>
                </a:solidFill>
              </a:rPr>
              <a:t> </a:t>
            </a:r>
          </a:p>
        </p:txBody>
      </p:sp>
      <p:sp>
        <p:nvSpPr>
          <p:cNvPr id="310275" name="Text Box 3">
            <a:extLst>
              <a:ext uri="{FF2B5EF4-FFF2-40B4-BE49-F238E27FC236}">
                <a16:creationId xmlns:a16="http://schemas.microsoft.com/office/drawing/2014/main" id="{813C47DC-2F2C-BF0F-064B-0635C0C227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838" y="828675"/>
            <a:ext cx="3444875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None/>
            </a:pPr>
            <a:r>
              <a:rPr lang="zh-CN" altLang="en-US" sz="2800">
                <a:solidFill>
                  <a:srgbClr val="FFFF00"/>
                </a:solidFill>
                <a:latin typeface="宋体" panose="02010600030101010101" pitchFamily="2" charset="-122"/>
              </a:rPr>
              <a:t>一</a:t>
            </a:r>
            <a:r>
              <a:rPr lang="en-US" altLang="zh-CN" sz="2800">
                <a:solidFill>
                  <a:srgbClr val="FFFF00"/>
                </a:solidFill>
                <a:latin typeface="宋体" panose="02010600030101010101" pitchFamily="2" charset="-122"/>
              </a:rPr>
              <a:t>.</a:t>
            </a:r>
            <a:r>
              <a:rPr lang="zh-CN" altLang="en-US" sz="2800">
                <a:solidFill>
                  <a:srgbClr val="FFFF00"/>
                </a:solidFill>
                <a:latin typeface="宋体" panose="02010600030101010101" pitchFamily="2" charset="-122"/>
              </a:rPr>
              <a:t>重力的功</a:t>
            </a:r>
          </a:p>
        </p:txBody>
      </p:sp>
      <p:sp>
        <p:nvSpPr>
          <p:cNvPr id="310276" name="Text Box 4">
            <a:extLst>
              <a:ext uri="{FF2B5EF4-FFF2-40B4-BE49-F238E27FC236}">
                <a16:creationId xmlns:a16="http://schemas.microsoft.com/office/drawing/2014/main" id="{504D3279-F823-CFC4-31E4-9DF040FC69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3588" y="1365250"/>
            <a:ext cx="5273675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None/>
            </a:pPr>
            <a:r>
              <a:rPr lang="zh-CN" altLang="en-US">
                <a:latin typeface="宋体" panose="02010600030101010101" pitchFamily="2" charset="-122"/>
              </a:rPr>
              <a:t>重力</a:t>
            </a:r>
            <a:r>
              <a:rPr lang="en-US" altLang="zh-CN" i="1">
                <a:solidFill>
                  <a:srgbClr val="66FFFF"/>
                </a:solidFill>
              </a:rPr>
              <a:t>mg </a:t>
            </a:r>
            <a:r>
              <a:rPr lang="zh-CN" altLang="en-US">
                <a:latin typeface="宋体" panose="02010600030101010101" pitchFamily="2" charset="-122"/>
              </a:rPr>
              <a:t>在曲线路径 </a:t>
            </a:r>
            <a:r>
              <a:rPr lang="en-US" altLang="zh-CN" i="1">
                <a:solidFill>
                  <a:srgbClr val="66FFFF"/>
                </a:solidFill>
              </a:rPr>
              <a:t>M</a:t>
            </a:r>
            <a:r>
              <a:rPr lang="en-US" altLang="zh-CN" baseline="-25000">
                <a:solidFill>
                  <a:srgbClr val="66FFFF"/>
                </a:solidFill>
              </a:rPr>
              <a:t>1</a:t>
            </a:r>
            <a:r>
              <a:rPr lang="en-US" altLang="zh-CN" i="1">
                <a:solidFill>
                  <a:srgbClr val="66FFFF"/>
                </a:solidFill>
              </a:rPr>
              <a:t>M</a:t>
            </a:r>
            <a:r>
              <a:rPr lang="en-US" altLang="zh-CN" baseline="-25000">
                <a:solidFill>
                  <a:srgbClr val="66FFFF"/>
                </a:solidFill>
              </a:rPr>
              <a:t>2</a:t>
            </a:r>
            <a:r>
              <a:rPr lang="en-US" altLang="zh-CN" i="1" baseline="-25000">
                <a:solidFill>
                  <a:srgbClr val="66FFFF"/>
                </a:solidFill>
              </a:rPr>
              <a:t> </a:t>
            </a:r>
            <a:r>
              <a:rPr lang="zh-CN" altLang="en-US">
                <a:latin typeface="宋体" panose="02010600030101010101" pitchFamily="2" charset="-122"/>
              </a:rPr>
              <a:t>上的功为</a:t>
            </a:r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</a:rPr>
              <a:t> </a:t>
            </a:r>
          </a:p>
        </p:txBody>
      </p:sp>
      <p:graphicFrame>
        <p:nvGraphicFramePr>
          <p:cNvPr id="310277" name="Object 2">
            <a:extLst>
              <a:ext uri="{FF2B5EF4-FFF2-40B4-BE49-F238E27FC236}">
                <a16:creationId xmlns:a16="http://schemas.microsoft.com/office/drawing/2014/main" id="{910F95E4-C219-4562-0A8C-7C9151FBD02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01700" y="1922463"/>
          <a:ext cx="2111375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080104" imgH="769592" progId="Equation.3">
                  <p:embed/>
                </p:oleObj>
              </mc:Choice>
              <mc:Fallback>
                <p:oleObj name="公式" r:id="rId2" imgW="2080104" imgH="769592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1700" y="1922463"/>
                        <a:ext cx="2111375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0278" name="Object 3">
            <a:extLst>
              <a:ext uri="{FF2B5EF4-FFF2-40B4-BE49-F238E27FC236}">
                <a16:creationId xmlns:a16="http://schemas.microsoft.com/office/drawing/2014/main" id="{61A05CEA-03A3-608A-57C6-9456CC83574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75000" y="1911350"/>
          <a:ext cx="2659063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2613567" imgH="769592" progId="Equation.3">
                  <p:embed/>
                </p:oleObj>
              </mc:Choice>
              <mc:Fallback>
                <p:oleObj name="公式" r:id="rId4" imgW="2613567" imgH="769592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75000" y="1911350"/>
                        <a:ext cx="2659063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0279" name="Object 4">
            <a:extLst>
              <a:ext uri="{FF2B5EF4-FFF2-40B4-BE49-F238E27FC236}">
                <a16:creationId xmlns:a16="http://schemas.microsoft.com/office/drawing/2014/main" id="{1666A4CE-1BCA-C1B0-84F9-8822DABA4DD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76350" y="2995613"/>
          <a:ext cx="2073275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2065176" imgH="403999" progId="Equation.3">
                  <p:embed/>
                </p:oleObj>
              </mc:Choice>
              <mc:Fallback>
                <p:oleObj name="公式" r:id="rId6" imgW="2065176" imgH="403999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76350" y="2995613"/>
                        <a:ext cx="2073275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0280" name="Text Box 8">
            <a:extLst>
              <a:ext uri="{FF2B5EF4-FFF2-40B4-BE49-F238E27FC236}">
                <a16:creationId xmlns:a16="http://schemas.microsoft.com/office/drawing/2014/main" id="{8FC4B278-E8F5-FE92-51F0-63F20E4D1D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1525" y="3376613"/>
            <a:ext cx="757555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>
              <a:lnSpc>
                <a:spcPct val="125000"/>
              </a:lnSpc>
              <a:buClr>
                <a:schemeClr val="tx2"/>
              </a:buClr>
              <a:buFont typeface="Monotype Sorts" pitchFamily="2" charset="2"/>
              <a:buNone/>
            </a:pPr>
            <a:r>
              <a:rPr lang="zh-CN" altLang="en-US">
                <a:latin typeface="宋体" panose="02010600030101010101" pitchFamily="2" charset="-122"/>
              </a:rPr>
              <a:t>重力所作的功等于重力的大小乘以质点起始位置与末了</a:t>
            </a:r>
          </a:p>
          <a:p>
            <a:pPr>
              <a:lnSpc>
                <a:spcPct val="125000"/>
              </a:lnSpc>
              <a:buClr>
                <a:schemeClr val="tx2"/>
              </a:buClr>
              <a:buFont typeface="Monotype Sorts" pitchFamily="2" charset="2"/>
              <a:buNone/>
            </a:pPr>
            <a:r>
              <a:rPr lang="zh-CN" altLang="en-US">
                <a:latin typeface="宋体" panose="02010600030101010101" pitchFamily="2" charset="-122"/>
              </a:rPr>
              <a:t>位置的高度差。 </a:t>
            </a:r>
          </a:p>
        </p:txBody>
      </p:sp>
      <p:sp>
        <p:nvSpPr>
          <p:cNvPr id="310281" name="Text Box 9">
            <a:extLst>
              <a:ext uri="{FF2B5EF4-FFF2-40B4-BE49-F238E27FC236}">
                <a16:creationId xmlns:a16="http://schemas.microsoft.com/office/drawing/2014/main" id="{380B9677-AEF3-FD5B-EF91-F09997893F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3263" y="4819650"/>
            <a:ext cx="7924800" cy="952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536575" indent="-536575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>
              <a:lnSpc>
                <a:spcPct val="125000"/>
              </a:lnSpc>
              <a:buClr>
                <a:schemeClr val="tx2"/>
              </a:buClr>
              <a:buFont typeface="Monotype Sorts" pitchFamily="2" charset="2"/>
              <a:buNone/>
            </a:pPr>
            <a:r>
              <a:rPr lang="en-US" altLang="zh-CN">
                <a:solidFill>
                  <a:srgbClr val="66FFFF"/>
                </a:solidFill>
                <a:latin typeface="楷体_GB2312" pitchFamily="49" charset="-122"/>
                <a:ea typeface="楷体_GB2312" pitchFamily="49" charset="-122"/>
              </a:rPr>
              <a:t>(1)</a:t>
            </a:r>
            <a:r>
              <a:rPr lang="zh-CN" altLang="en-US">
                <a:solidFill>
                  <a:srgbClr val="66FFFF"/>
                </a:solidFill>
                <a:latin typeface="楷体_GB2312" pitchFamily="49" charset="-122"/>
                <a:ea typeface="楷体_GB2312" pitchFamily="49" charset="-122"/>
              </a:rPr>
              <a:t>重力的功只与始、末位置有关，而与质点所行经的路   　 径无关。 </a:t>
            </a:r>
          </a:p>
        </p:txBody>
      </p:sp>
      <p:sp>
        <p:nvSpPr>
          <p:cNvPr id="310282" name="Text Box 10">
            <a:extLst>
              <a:ext uri="{FF2B5EF4-FFF2-40B4-BE49-F238E27FC236}">
                <a16:creationId xmlns:a16="http://schemas.microsoft.com/office/drawing/2014/main" id="{D1BE98E6-2668-2805-510C-843790307C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0725" y="5827713"/>
            <a:ext cx="8231188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None/>
            </a:pPr>
            <a:r>
              <a:rPr lang="en-US" altLang="zh-CN">
                <a:solidFill>
                  <a:srgbClr val="66FFFF"/>
                </a:solidFill>
                <a:latin typeface="楷体_GB2312" pitchFamily="49" charset="-122"/>
                <a:ea typeface="楷体_GB2312" pitchFamily="49" charset="-122"/>
              </a:rPr>
              <a:t>(2)</a:t>
            </a:r>
            <a:r>
              <a:rPr lang="zh-CN" altLang="en-US">
                <a:solidFill>
                  <a:srgbClr val="66FFFF"/>
                </a:solidFill>
                <a:latin typeface="楷体_GB2312" pitchFamily="49" charset="-122"/>
                <a:ea typeface="楷体_GB2312" pitchFamily="49" charset="-122"/>
              </a:rPr>
              <a:t>质点上升时，重力作负功；质点下降时，重力作正功。 </a:t>
            </a:r>
          </a:p>
        </p:txBody>
      </p:sp>
      <p:grpSp>
        <p:nvGrpSpPr>
          <p:cNvPr id="2" name="Group 11">
            <a:extLst>
              <a:ext uri="{FF2B5EF4-FFF2-40B4-BE49-F238E27FC236}">
                <a16:creationId xmlns:a16="http://schemas.microsoft.com/office/drawing/2014/main" id="{58877ED4-090D-4320-A573-2AE54A03AFC7}"/>
              </a:ext>
            </a:extLst>
          </p:cNvPr>
          <p:cNvGrpSpPr>
            <a:grpSpLocks/>
          </p:cNvGrpSpPr>
          <p:nvPr/>
        </p:nvGrpSpPr>
        <p:grpSpPr bwMode="auto">
          <a:xfrm>
            <a:off x="6151563" y="858838"/>
            <a:ext cx="2533650" cy="2589212"/>
            <a:chOff x="3875" y="541"/>
            <a:chExt cx="1596" cy="1631"/>
          </a:xfrm>
        </p:grpSpPr>
        <p:sp>
          <p:nvSpPr>
            <p:cNvPr id="18455" name="Line 12">
              <a:extLst>
                <a:ext uri="{FF2B5EF4-FFF2-40B4-BE49-F238E27FC236}">
                  <a16:creationId xmlns:a16="http://schemas.microsoft.com/office/drawing/2014/main" id="{62162299-E7C2-F29E-2F30-6D11DEFCABC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59" y="1577"/>
              <a:ext cx="1200" cy="0"/>
            </a:xfrm>
            <a:prstGeom prst="line">
              <a:avLst/>
            </a:prstGeom>
            <a:noFill/>
            <a:ln w="28575">
              <a:solidFill>
                <a:srgbClr val="CCFFFF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56" name="Line 13">
              <a:extLst>
                <a:ext uri="{FF2B5EF4-FFF2-40B4-BE49-F238E27FC236}">
                  <a16:creationId xmlns:a16="http://schemas.microsoft.com/office/drawing/2014/main" id="{C5E3EA83-C0CF-CCD8-7FE2-150DB25E360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75" y="1577"/>
              <a:ext cx="384" cy="528"/>
            </a:xfrm>
            <a:prstGeom prst="line">
              <a:avLst/>
            </a:prstGeom>
            <a:noFill/>
            <a:ln w="28575">
              <a:solidFill>
                <a:srgbClr val="CCFFFF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57" name="Line 14">
              <a:extLst>
                <a:ext uri="{FF2B5EF4-FFF2-40B4-BE49-F238E27FC236}">
                  <a16:creationId xmlns:a16="http://schemas.microsoft.com/office/drawing/2014/main" id="{D8D34007-18FC-6A35-1C54-158C01A8924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59" y="676"/>
              <a:ext cx="0" cy="912"/>
            </a:xfrm>
            <a:prstGeom prst="line">
              <a:avLst/>
            </a:prstGeom>
            <a:noFill/>
            <a:ln w="28575">
              <a:solidFill>
                <a:srgbClr val="CCFFFF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58" name="Text Box 15">
              <a:extLst>
                <a:ext uri="{FF2B5EF4-FFF2-40B4-BE49-F238E27FC236}">
                  <a16:creationId xmlns:a16="http://schemas.microsoft.com/office/drawing/2014/main" id="{3A5F8AE9-F1BE-1272-8DFE-A5CB5B16FFE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84" y="1872"/>
              <a:ext cx="214" cy="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9pPr>
            </a:lstStyle>
            <a:p>
              <a:pPr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None/>
              </a:pPr>
              <a:r>
                <a:rPr lang="en-US" altLang="zh-CN" i="1"/>
                <a:t>x</a:t>
              </a:r>
            </a:p>
          </p:txBody>
        </p:sp>
        <p:sp>
          <p:nvSpPr>
            <p:cNvPr id="18459" name="Text Box 16">
              <a:extLst>
                <a:ext uri="{FF2B5EF4-FFF2-40B4-BE49-F238E27FC236}">
                  <a16:creationId xmlns:a16="http://schemas.microsoft.com/office/drawing/2014/main" id="{4E3E97F2-52EC-0686-B2DA-10166713A5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57" y="1586"/>
              <a:ext cx="214" cy="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9pPr>
            </a:lstStyle>
            <a:p>
              <a:pPr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None/>
              </a:pPr>
              <a:r>
                <a:rPr lang="en-US" altLang="zh-CN" i="1"/>
                <a:t>y</a:t>
              </a:r>
            </a:p>
          </p:txBody>
        </p:sp>
        <p:sp>
          <p:nvSpPr>
            <p:cNvPr id="18460" name="Text Box 17">
              <a:extLst>
                <a:ext uri="{FF2B5EF4-FFF2-40B4-BE49-F238E27FC236}">
                  <a16:creationId xmlns:a16="http://schemas.microsoft.com/office/drawing/2014/main" id="{B6188BA3-9A4B-2A54-E7BA-7EB380AE17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59" y="541"/>
              <a:ext cx="214" cy="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9pPr>
            </a:lstStyle>
            <a:p>
              <a:pPr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None/>
              </a:pPr>
              <a:r>
                <a:rPr lang="en-US" altLang="zh-CN" i="1"/>
                <a:t>z</a:t>
              </a:r>
            </a:p>
          </p:txBody>
        </p:sp>
      </p:grpSp>
      <p:sp>
        <p:nvSpPr>
          <p:cNvPr id="310290" name="Freeform 18">
            <a:extLst>
              <a:ext uri="{FF2B5EF4-FFF2-40B4-BE49-F238E27FC236}">
                <a16:creationId xmlns:a16="http://schemas.microsoft.com/office/drawing/2014/main" id="{2DDCC9C5-149D-C47B-CEFE-F9761D470537}"/>
              </a:ext>
            </a:extLst>
          </p:cNvPr>
          <p:cNvSpPr>
            <a:spLocks/>
          </p:cNvSpPr>
          <p:nvPr/>
        </p:nvSpPr>
        <p:spPr bwMode="auto">
          <a:xfrm>
            <a:off x="6608763" y="1284288"/>
            <a:ext cx="2057400" cy="1028700"/>
          </a:xfrm>
          <a:custGeom>
            <a:avLst/>
            <a:gdLst>
              <a:gd name="T0" fmla="*/ 0 w 1296"/>
              <a:gd name="T1" fmla="*/ 2147483646 h 648"/>
              <a:gd name="T2" fmla="*/ 2147483646 w 1296"/>
              <a:gd name="T3" fmla="*/ 2147483646 h 648"/>
              <a:gd name="T4" fmla="*/ 2147483646 w 1296"/>
              <a:gd name="T5" fmla="*/ 2147483646 h 648"/>
              <a:gd name="T6" fmla="*/ 2147483646 w 1296"/>
              <a:gd name="T7" fmla="*/ 2147483646 h 648"/>
              <a:gd name="T8" fmla="*/ 2147483646 w 1296"/>
              <a:gd name="T9" fmla="*/ 2147483646 h 64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296"/>
              <a:gd name="T16" fmla="*/ 0 h 648"/>
              <a:gd name="T17" fmla="*/ 1296 w 1296"/>
              <a:gd name="T18" fmla="*/ 648 h 64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296" h="648">
                <a:moveTo>
                  <a:pt x="0" y="96"/>
                </a:moveTo>
                <a:cubicBezTo>
                  <a:pt x="116" y="48"/>
                  <a:pt x="232" y="0"/>
                  <a:pt x="336" y="48"/>
                </a:cubicBezTo>
                <a:cubicBezTo>
                  <a:pt x="440" y="96"/>
                  <a:pt x="528" y="288"/>
                  <a:pt x="624" y="384"/>
                </a:cubicBezTo>
                <a:cubicBezTo>
                  <a:pt x="720" y="480"/>
                  <a:pt x="800" y="600"/>
                  <a:pt x="912" y="624"/>
                </a:cubicBezTo>
                <a:cubicBezTo>
                  <a:pt x="1024" y="648"/>
                  <a:pt x="1160" y="588"/>
                  <a:pt x="1296" y="528"/>
                </a:cubicBezTo>
              </a:path>
            </a:pathLst>
          </a:custGeom>
          <a:noFill/>
          <a:ln w="38100">
            <a:solidFill>
              <a:srgbClr val="66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0291" name="Oval 19">
            <a:extLst>
              <a:ext uri="{FF2B5EF4-FFF2-40B4-BE49-F238E27FC236}">
                <a16:creationId xmlns:a16="http://schemas.microsoft.com/office/drawing/2014/main" id="{BF0FC367-12A7-4604-8DCC-88AA2DBDE4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65963" y="1301750"/>
            <a:ext cx="76200" cy="76200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</a:pPr>
            <a:endParaRPr lang="zh-CN" altLang="en-US"/>
          </a:p>
        </p:txBody>
      </p:sp>
      <p:sp>
        <p:nvSpPr>
          <p:cNvPr id="310292" name="Oval 20">
            <a:extLst>
              <a:ext uri="{FF2B5EF4-FFF2-40B4-BE49-F238E27FC236}">
                <a16:creationId xmlns:a16="http://schemas.microsoft.com/office/drawing/2014/main" id="{73FF9148-9A92-80A8-EB3D-CF08ABB4BC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08963" y="2233613"/>
            <a:ext cx="76200" cy="76200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</a:pPr>
            <a:endParaRPr lang="zh-CN" altLang="en-US"/>
          </a:p>
        </p:txBody>
      </p:sp>
      <p:graphicFrame>
        <p:nvGraphicFramePr>
          <p:cNvPr id="310293" name="Object 5">
            <a:extLst>
              <a:ext uri="{FF2B5EF4-FFF2-40B4-BE49-F238E27FC236}">
                <a16:creationId xmlns:a16="http://schemas.microsoft.com/office/drawing/2014/main" id="{9073C1BA-C259-5DFA-A762-079C9821D32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96100" y="781050"/>
          <a:ext cx="457200" cy="409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28413" imgH="198009" progId="Equation.3">
                  <p:embed/>
                </p:oleObj>
              </mc:Choice>
              <mc:Fallback>
                <p:oleObj name="Equation" r:id="rId8" imgW="228413" imgH="198009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96100" y="781050"/>
                        <a:ext cx="457200" cy="409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0294" name="Object 6">
            <a:extLst>
              <a:ext uri="{FF2B5EF4-FFF2-40B4-BE49-F238E27FC236}">
                <a16:creationId xmlns:a16="http://schemas.microsoft.com/office/drawing/2014/main" id="{CA7579F9-5161-742D-B450-DE158D0F09B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005763" y="1741488"/>
          <a:ext cx="5080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36376" imgH="198009" progId="Equation.3">
                  <p:embed/>
                </p:oleObj>
              </mc:Choice>
              <mc:Fallback>
                <p:oleObj name="Equation" r:id="rId10" imgW="236376" imgH="198009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05763" y="1741488"/>
                        <a:ext cx="5080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0295" name="Oval 23">
            <a:extLst>
              <a:ext uri="{FF2B5EF4-FFF2-40B4-BE49-F238E27FC236}">
                <a16:creationId xmlns:a16="http://schemas.microsoft.com/office/drawing/2014/main" id="{32E81634-9A55-555F-7792-AD560D4A41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05688" y="1665288"/>
            <a:ext cx="76200" cy="76200"/>
          </a:xfrm>
          <a:prstGeom prst="ellipse">
            <a:avLst/>
          </a:prstGeom>
          <a:solidFill>
            <a:srgbClr val="FF5050"/>
          </a:solidFill>
          <a:ln w="9525">
            <a:solidFill>
              <a:srgbClr val="FFCCFF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</a:pPr>
            <a:endParaRPr lang="zh-CN" altLang="en-US"/>
          </a:p>
        </p:txBody>
      </p:sp>
      <p:sp>
        <p:nvSpPr>
          <p:cNvPr id="310296" name="Text Box 24">
            <a:extLst>
              <a:ext uri="{FF2B5EF4-FFF2-40B4-BE49-F238E27FC236}">
                <a16:creationId xmlns:a16="http://schemas.microsoft.com/office/drawing/2014/main" id="{959CB838-ACAA-CD3B-DDE8-9E6E31A6FB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31088" y="1208088"/>
            <a:ext cx="6858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None/>
            </a:pPr>
            <a:r>
              <a:rPr lang="en-US" altLang="zh-CN" i="1">
                <a:solidFill>
                  <a:srgbClr val="FFCCFF"/>
                </a:solidFill>
              </a:rPr>
              <a:t>m</a:t>
            </a:r>
          </a:p>
        </p:txBody>
      </p:sp>
      <p:sp>
        <p:nvSpPr>
          <p:cNvPr id="310297" name="Line 25">
            <a:extLst>
              <a:ext uri="{FF2B5EF4-FFF2-40B4-BE49-F238E27FC236}">
                <a16:creationId xmlns:a16="http://schemas.microsoft.com/office/drawing/2014/main" id="{5861C38E-C505-F379-3BC4-164AECCD129F}"/>
              </a:ext>
            </a:extLst>
          </p:cNvPr>
          <p:cNvSpPr>
            <a:spLocks noChangeShapeType="1"/>
          </p:cNvSpPr>
          <p:nvPr/>
        </p:nvSpPr>
        <p:spPr bwMode="auto">
          <a:xfrm>
            <a:off x="7461250" y="1741488"/>
            <a:ext cx="0" cy="609600"/>
          </a:xfrm>
          <a:prstGeom prst="line">
            <a:avLst/>
          </a:prstGeom>
          <a:noFill/>
          <a:ln w="28575">
            <a:solidFill>
              <a:srgbClr val="00FF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0298" name="Text Box 26">
            <a:extLst>
              <a:ext uri="{FF2B5EF4-FFF2-40B4-BE49-F238E27FC236}">
                <a16:creationId xmlns:a16="http://schemas.microsoft.com/office/drawing/2014/main" id="{6D338577-3F64-84E3-C1D0-28839E77B2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19925" y="2092325"/>
            <a:ext cx="639763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None/>
            </a:pPr>
            <a:r>
              <a:rPr lang="en-US" altLang="zh-CN" i="1">
                <a:solidFill>
                  <a:srgbClr val="00FF00"/>
                </a:solidFill>
              </a:rPr>
              <a:t>G</a:t>
            </a:r>
          </a:p>
        </p:txBody>
      </p:sp>
      <p:sp>
        <p:nvSpPr>
          <p:cNvPr id="310299" name="Freeform 27">
            <a:extLst>
              <a:ext uri="{FF2B5EF4-FFF2-40B4-BE49-F238E27FC236}">
                <a16:creationId xmlns:a16="http://schemas.microsoft.com/office/drawing/2014/main" id="{FF97D6A7-9E2C-8E9A-45FA-FBBE98161D15}"/>
              </a:ext>
            </a:extLst>
          </p:cNvPr>
          <p:cNvSpPr>
            <a:spLocks/>
          </p:cNvSpPr>
          <p:nvPr/>
        </p:nvSpPr>
        <p:spPr bwMode="auto">
          <a:xfrm>
            <a:off x="7107238" y="1030288"/>
            <a:ext cx="1168400" cy="1244600"/>
          </a:xfrm>
          <a:custGeom>
            <a:avLst/>
            <a:gdLst>
              <a:gd name="T0" fmla="*/ 0 w 736"/>
              <a:gd name="T1" fmla="*/ 2147483646 h 784"/>
              <a:gd name="T2" fmla="*/ 2147483646 w 736"/>
              <a:gd name="T3" fmla="*/ 2147483646 h 784"/>
              <a:gd name="T4" fmla="*/ 2147483646 w 736"/>
              <a:gd name="T5" fmla="*/ 2147483646 h 784"/>
              <a:gd name="T6" fmla="*/ 2147483646 w 736"/>
              <a:gd name="T7" fmla="*/ 2147483646 h 784"/>
              <a:gd name="T8" fmla="*/ 2147483646 w 736"/>
              <a:gd name="T9" fmla="*/ 2147483646 h 7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36"/>
              <a:gd name="T16" fmla="*/ 0 h 784"/>
              <a:gd name="T17" fmla="*/ 736 w 736"/>
              <a:gd name="T18" fmla="*/ 784 h 78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36" h="784">
                <a:moveTo>
                  <a:pt x="0" y="208"/>
                </a:moveTo>
                <a:cubicBezTo>
                  <a:pt x="92" y="120"/>
                  <a:pt x="184" y="32"/>
                  <a:pt x="288" y="16"/>
                </a:cubicBezTo>
                <a:cubicBezTo>
                  <a:pt x="392" y="0"/>
                  <a:pt x="552" y="48"/>
                  <a:pt x="624" y="112"/>
                </a:cubicBezTo>
                <a:cubicBezTo>
                  <a:pt x="696" y="176"/>
                  <a:pt x="704" y="288"/>
                  <a:pt x="720" y="400"/>
                </a:cubicBezTo>
                <a:cubicBezTo>
                  <a:pt x="736" y="512"/>
                  <a:pt x="728" y="648"/>
                  <a:pt x="720" y="784"/>
                </a:cubicBezTo>
              </a:path>
            </a:pathLst>
          </a:custGeom>
          <a:noFill/>
          <a:ln w="57150">
            <a:solidFill>
              <a:srgbClr val="FF505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0300" name="Rectangle 28">
            <a:extLst>
              <a:ext uri="{FF2B5EF4-FFF2-40B4-BE49-F238E27FC236}">
                <a16:creationId xmlns:a16="http://schemas.microsoft.com/office/drawing/2014/main" id="{F27FDEA2-6642-DF72-8CD8-9C5C643884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5813" y="4425950"/>
            <a:ext cx="95885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None/>
            </a:pPr>
            <a:r>
              <a:rPr lang="zh-CN" altLang="en-US"/>
              <a:t>结论</a:t>
            </a:r>
            <a:r>
              <a:rPr lang="en-US" altLang="zh-CN"/>
              <a:t>: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10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10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10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0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0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0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0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0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0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310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0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310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310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310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310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310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310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310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310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310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0274" grpId="0" autoUpdateAnimBg="0"/>
      <p:bldP spid="310275" grpId="0" autoUpdateAnimBg="0"/>
      <p:bldP spid="310276" grpId="0" autoUpdateAnimBg="0"/>
      <p:bldP spid="310280" grpId="0" autoUpdateAnimBg="0"/>
      <p:bldP spid="310281" grpId="0" autoUpdateAnimBg="0"/>
      <p:bldP spid="310282" grpId="0" autoUpdateAnimBg="0"/>
      <p:bldP spid="310291" grpId="0" animBg="1"/>
      <p:bldP spid="310292" grpId="0" animBg="1"/>
      <p:bldP spid="310295" grpId="0" animBg="1"/>
      <p:bldP spid="310296" grpId="0" autoUpdateAnimBg="0"/>
      <p:bldP spid="310298" grpId="0" autoUpdateAnimBg="0"/>
      <p:bldP spid="310300" grpId="0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A2EEA1F9-A6D9-5172-97E2-82FFC43351A8}"/>
              </a:ext>
            </a:extLst>
          </p:cNvPr>
          <p:cNvGrpSpPr>
            <a:grpSpLocks/>
          </p:cNvGrpSpPr>
          <p:nvPr/>
        </p:nvGrpSpPr>
        <p:grpSpPr bwMode="auto">
          <a:xfrm>
            <a:off x="5849938" y="1073150"/>
            <a:ext cx="3048000" cy="609600"/>
            <a:chOff x="3504" y="816"/>
            <a:chExt cx="1920" cy="384"/>
          </a:xfrm>
        </p:grpSpPr>
        <p:sp>
          <p:nvSpPr>
            <p:cNvPr id="542723" name="Line 3">
              <a:extLst>
                <a:ext uri="{FF2B5EF4-FFF2-40B4-BE49-F238E27FC236}">
                  <a16:creationId xmlns:a16="http://schemas.microsoft.com/office/drawing/2014/main" id="{408043EF-DE4B-055D-A9CA-DFFC0F2A00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00" y="816"/>
              <a:ext cx="1680" cy="0"/>
            </a:xfrm>
            <a:prstGeom prst="line">
              <a:avLst/>
            </a:prstGeom>
            <a:noFill/>
            <a:ln w="28575">
              <a:solidFill>
                <a:srgbClr val="CCFFFF"/>
              </a:solidFill>
              <a:round/>
              <a:headEnd/>
              <a:tailEnd type="triangle" w="med" len="lg"/>
            </a:ln>
            <a:effectLst/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9482" name="Text Box 4">
              <a:extLst>
                <a:ext uri="{FF2B5EF4-FFF2-40B4-BE49-F238E27FC236}">
                  <a16:creationId xmlns:a16="http://schemas.microsoft.com/office/drawing/2014/main" id="{9A406C55-303F-BFF3-5934-A04D74EAB3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69" y="890"/>
              <a:ext cx="25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9pPr>
            </a:lstStyle>
            <a:p>
              <a:pPr eaLnBrk="1" hangingPunct="1"/>
              <a:r>
                <a:rPr kumimoji="1" lang="en-US" altLang="zh-CN">
                  <a:solidFill>
                    <a:srgbClr val="FFFF66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X</a:t>
              </a:r>
            </a:p>
          </p:txBody>
        </p:sp>
        <p:sp>
          <p:nvSpPr>
            <p:cNvPr id="19483" name="Text Box 5">
              <a:extLst>
                <a:ext uri="{FF2B5EF4-FFF2-40B4-BE49-F238E27FC236}">
                  <a16:creationId xmlns:a16="http://schemas.microsoft.com/office/drawing/2014/main" id="{F0A1316A-C0F9-4A76-5847-A871731827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04" y="912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9pPr>
            </a:lstStyle>
            <a:p>
              <a:pPr eaLnBrk="1" hangingPunct="1"/>
              <a:r>
                <a:rPr kumimoji="1" lang="en-US" altLang="zh-CN" b="0">
                  <a:solidFill>
                    <a:srgbClr val="FFFF66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</a:p>
          </p:txBody>
        </p:sp>
      </p:grpSp>
      <p:sp>
        <p:nvSpPr>
          <p:cNvPr id="542726" name="Text Box 6">
            <a:extLst>
              <a:ext uri="{FF2B5EF4-FFF2-40B4-BE49-F238E27FC236}">
                <a16:creationId xmlns:a16="http://schemas.microsoft.com/office/drawing/2014/main" id="{6B08BBB8-D8E3-D617-9625-741B1EEE78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284163"/>
            <a:ext cx="3683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/>
            <a:r>
              <a:rPr kumimoji="1" lang="zh-CN" altLang="en-US" sz="2800">
                <a:solidFill>
                  <a:srgbClr val="FFFF6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二</a:t>
            </a:r>
            <a:r>
              <a:rPr kumimoji="1" lang="en-US" altLang="zh-CN" sz="2800">
                <a:solidFill>
                  <a:srgbClr val="FFFF6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  <a:r>
              <a:rPr kumimoji="1" lang="zh-CN" altLang="en-US" sz="2800">
                <a:solidFill>
                  <a:srgbClr val="FFFF6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弹性力的功 </a:t>
            </a:r>
          </a:p>
        </p:txBody>
      </p:sp>
      <p:graphicFrame>
        <p:nvGraphicFramePr>
          <p:cNvPr id="542727" name="Object 7">
            <a:extLst>
              <a:ext uri="{FF2B5EF4-FFF2-40B4-BE49-F238E27FC236}">
                <a16:creationId xmlns:a16="http://schemas.microsoft.com/office/drawing/2014/main" id="{95B6E5F1-2433-AD97-02DC-B4A94B737CF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3588" y="2000250"/>
          <a:ext cx="3786187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3733738" imgH="723706" progId="Equation.3">
                  <p:embed/>
                </p:oleObj>
              </mc:Choice>
              <mc:Fallback>
                <p:oleObj name="公式" r:id="rId2" imgW="3733738" imgH="723706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3588" y="2000250"/>
                        <a:ext cx="3786187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2728" name="Text Box 8">
            <a:extLst>
              <a:ext uri="{FF2B5EF4-FFF2-40B4-BE49-F238E27FC236}">
                <a16:creationId xmlns:a16="http://schemas.microsoft.com/office/drawing/2014/main" id="{8A200D5F-81D8-1303-4A86-FE1C2EEAB6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613" y="4079875"/>
            <a:ext cx="8035925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kumimoji="1" lang="zh-CN" altLang="en-US">
                <a:solidFill>
                  <a:srgbClr val="66FF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kumimoji="1" lang="en-US" altLang="zh-CN">
                <a:solidFill>
                  <a:srgbClr val="66FF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kumimoji="1" lang="zh-CN" altLang="en-US">
                <a:solidFill>
                  <a:srgbClr val="66FF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）弹性力的功只与始、末位置有关，而与质点所行</a:t>
            </a:r>
          </a:p>
          <a:p>
            <a:pPr eaLnBrk="1" hangingPunct="1">
              <a:lnSpc>
                <a:spcPct val="125000"/>
              </a:lnSpc>
            </a:pPr>
            <a:r>
              <a:rPr kumimoji="1" lang="zh-CN" altLang="en-US">
                <a:solidFill>
                  <a:srgbClr val="66FF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　　经的路径无关 </a:t>
            </a:r>
          </a:p>
        </p:txBody>
      </p:sp>
      <p:sp>
        <p:nvSpPr>
          <p:cNvPr id="542729" name="Text Box 9">
            <a:extLst>
              <a:ext uri="{FF2B5EF4-FFF2-40B4-BE49-F238E27FC236}">
                <a16:creationId xmlns:a16="http://schemas.microsoft.com/office/drawing/2014/main" id="{7B00B479-DAB1-A41D-3369-769B97324D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6400" y="5581650"/>
            <a:ext cx="8526463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kumimoji="1" lang="zh-CN" altLang="en-US">
                <a:solidFill>
                  <a:srgbClr val="66FF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kumimoji="1" lang="en-US" altLang="zh-CN">
                <a:solidFill>
                  <a:srgbClr val="66FF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kumimoji="1" lang="zh-CN" altLang="en-US">
                <a:solidFill>
                  <a:srgbClr val="66FF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）弹簧的变形减小时，弹性力作正功；弹簧的变形</a:t>
            </a:r>
          </a:p>
          <a:p>
            <a:pPr eaLnBrk="1" hangingPunct="1">
              <a:lnSpc>
                <a:spcPct val="125000"/>
              </a:lnSpc>
            </a:pPr>
            <a:r>
              <a:rPr kumimoji="1" lang="zh-CN" altLang="en-US">
                <a:solidFill>
                  <a:srgbClr val="66FF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增大时，弹性力作负功</a:t>
            </a:r>
          </a:p>
        </p:txBody>
      </p:sp>
      <p:graphicFrame>
        <p:nvGraphicFramePr>
          <p:cNvPr id="542730" name="Object 10">
            <a:extLst>
              <a:ext uri="{FF2B5EF4-FFF2-40B4-BE49-F238E27FC236}">
                <a16:creationId xmlns:a16="http://schemas.microsoft.com/office/drawing/2014/main" id="{640E40EC-68AF-6FB7-A116-801DB86367B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02175" y="1982788"/>
          <a:ext cx="2355850" cy="828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179133" imgH="807498" progId="Equation.3">
                  <p:embed/>
                </p:oleObj>
              </mc:Choice>
              <mc:Fallback>
                <p:oleObj name="Equation" r:id="rId4" imgW="2179133" imgH="807498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02175" y="1982788"/>
                        <a:ext cx="2355850" cy="828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11">
            <a:extLst>
              <a:ext uri="{FF2B5EF4-FFF2-40B4-BE49-F238E27FC236}">
                <a16:creationId xmlns:a16="http://schemas.microsoft.com/office/drawing/2014/main" id="{62461E24-8B58-E73A-4A1B-14685C917A8C}"/>
              </a:ext>
            </a:extLst>
          </p:cNvPr>
          <p:cNvGrpSpPr>
            <a:grpSpLocks/>
          </p:cNvGrpSpPr>
          <p:nvPr/>
        </p:nvGrpSpPr>
        <p:grpSpPr bwMode="auto">
          <a:xfrm>
            <a:off x="4554538" y="387350"/>
            <a:ext cx="2262187" cy="1525588"/>
            <a:chOff x="2688" y="384"/>
            <a:chExt cx="1425" cy="961"/>
          </a:xfrm>
        </p:grpSpPr>
        <p:pic>
          <p:nvPicPr>
            <p:cNvPr id="19479" name="Picture 12">
              <a:extLst>
                <a:ext uri="{FF2B5EF4-FFF2-40B4-BE49-F238E27FC236}">
                  <a16:creationId xmlns:a16="http://schemas.microsoft.com/office/drawing/2014/main" id="{3E388C13-9348-7C5E-B82F-3579C9F9FA9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88" y="384"/>
              <a:ext cx="1244" cy="9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42733" name="Oval 13">
              <a:extLst>
                <a:ext uri="{FF2B5EF4-FFF2-40B4-BE49-F238E27FC236}">
                  <a16:creationId xmlns:a16="http://schemas.microsoft.com/office/drawing/2014/main" id="{95040F99-EB58-9A25-140F-FA66F6679E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21" y="720"/>
              <a:ext cx="192" cy="192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55BAC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F55BAC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sp>
        <p:nvSpPr>
          <p:cNvPr id="542734" name="Oval 14">
            <a:extLst>
              <a:ext uri="{FF2B5EF4-FFF2-40B4-BE49-F238E27FC236}">
                <a16:creationId xmlns:a16="http://schemas.microsoft.com/office/drawing/2014/main" id="{B954EC5B-02BD-2992-155C-E566539308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50138" y="920750"/>
            <a:ext cx="304800" cy="304800"/>
          </a:xfrm>
          <a:prstGeom prst="ellipse">
            <a:avLst/>
          </a:prstGeom>
          <a:gradFill rotWithShape="0">
            <a:gsLst>
              <a:gs pos="0">
                <a:srgbClr val="FFFFFF"/>
              </a:gs>
              <a:gs pos="100000">
                <a:srgbClr val="F55BAC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F55BAC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542735" name="Object 15">
            <a:extLst>
              <a:ext uri="{FF2B5EF4-FFF2-40B4-BE49-F238E27FC236}">
                <a16:creationId xmlns:a16="http://schemas.microsoft.com/office/drawing/2014/main" id="{50916CD7-1B2C-9BB9-6010-DEFE3C9D908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511925" y="1173163"/>
          <a:ext cx="439738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60238" imgH="198009" progId="Equation.3">
                  <p:embed/>
                </p:oleObj>
              </mc:Choice>
              <mc:Fallback>
                <p:oleObj name="Equation" r:id="rId7" imgW="160238" imgH="198009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11925" y="1173163"/>
                        <a:ext cx="439738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2736" name="Object 16">
            <a:extLst>
              <a:ext uri="{FF2B5EF4-FFF2-40B4-BE49-F238E27FC236}">
                <a16:creationId xmlns:a16="http://schemas.microsoft.com/office/drawing/2014/main" id="{2FAA1014-ADFC-8362-DDC9-C69B9C32F30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450138" y="1184275"/>
          <a:ext cx="471487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75167" imgH="198009" progId="Equation.3">
                  <p:embed/>
                </p:oleObj>
              </mc:Choice>
              <mc:Fallback>
                <p:oleObj name="Equation" r:id="rId9" imgW="175167" imgH="198009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50138" y="1184275"/>
                        <a:ext cx="471487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2737" name="Line 17">
            <a:extLst>
              <a:ext uri="{FF2B5EF4-FFF2-40B4-BE49-F238E27FC236}">
                <a16:creationId xmlns:a16="http://schemas.microsoft.com/office/drawing/2014/main" id="{B9D15597-7A7F-A7F7-5360-6A9E8A6CE23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992938" y="1073150"/>
            <a:ext cx="457200" cy="0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headEnd/>
            <a:tailEnd type="triangle" w="med" len="lg"/>
          </a:ln>
          <a:effectLst/>
        </p:spPr>
        <p:txBody>
          <a:bodyPr/>
          <a:lstStyle/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542738" name="Object 18">
            <a:extLst>
              <a:ext uri="{FF2B5EF4-FFF2-40B4-BE49-F238E27FC236}">
                <a16:creationId xmlns:a16="http://schemas.microsoft.com/office/drawing/2014/main" id="{B8540D3D-C03B-40B1-8867-8C9CD54A9BD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916738" y="520700"/>
          <a:ext cx="411162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52276" imgH="175066" progId="Equation.3">
                  <p:embed/>
                </p:oleObj>
              </mc:Choice>
              <mc:Fallback>
                <p:oleObj name="Equation" r:id="rId11" imgW="152276" imgH="175066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16738" y="520700"/>
                        <a:ext cx="411162" cy="476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2739" name="Object 19">
            <a:extLst>
              <a:ext uri="{FF2B5EF4-FFF2-40B4-BE49-F238E27FC236}">
                <a16:creationId xmlns:a16="http://schemas.microsoft.com/office/drawing/2014/main" id="{C8385E31-663D-AD6A-DAE4-656CA0BFE90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27338" y="884238"/>
          <a:ext cx="1430337" cy="365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3" imgW="1417258" imgH="350631" progId="Equation.3">
                  <p:embed/>
                </p:oleObj>
              </mc:Choice>
              <mc:Fallback>
                <p:oleObj name="公式" r:id="rId13" imgW="1417258" imgH="350631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27338" y="884238"/>
                        <a:ext cx="1430337" cy="365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2740" name="Text Box 20">
            <a:extLst>
              <a:ext uri="{FF2B5EF4-FFF2-40B4-BE49-F238E27FC236}">
                <a16:creationId xmlns:a16="http://schemas.microsoft.com/office/drawing/2014/main" id="{17FDF319-38A5-B69F-5C69-A5DFA3FF6B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7338" y="814388"/>
            <a:ext cx="25003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/>
            <a:r>
              <a:rPr kumimoji="1"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弹簧弹性力：</a:t>
            </a:r>
          </a:p>
        </p:txBody>
      </p:sp>
      <p:sp>
        <p:nvSpPr>
          <p:cNvPr id="542741" name="Text Box 21">
            <a:extLst>
              <a:ext uri="{FF2B5EF4-FFF2-40B4-BE49-F238E27FC236}">
                <a16:creationId xmlns:a16="http://schemas.microsoft.com/office/drawing/2014/main" id="{5984931F-8C64-BFF0-B0F0-A602116AB1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5913" y="1393825"/>
            <a:ext cx="571500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kumimoji="1"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由</a:t>
            </a:r>
            <a:r>
              <a:rPr kumimoji="1" lang="en-US" altLang="zh-CN" i="1">
                <a:solidFill>
                  <a:srgbClr val="66FF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kumimoji="1" lang="en-US" altLang="zh-CN" i="1" baseline="-25000">
                <a:solidFill>
                  <a:srgbClr val="66FF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 </a:t>
            </a:r>
            <a:r>
              <a:rPr kumimoji="1"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到</a:t>
            </a:r>
            <a:r>
              <a:rPr kumimoji="1" lang="en-US" altLang="zh-CN">
                <a:solidFill>
                  <a:srgbClr val="66FF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kumimoji="1" lang="en-US" altLang="zh-CN" baseline="-25000">
                <a:solidFill>
                  <a:srgbClr val="66FF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kumimoji="1" lang="en-US" altLang="zh-CN" baseline="-2500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kumimoji="1"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路程上弹性力的功为</a:t>
            </a:r>
            <a:r>
              <a:rPr kumimoji="1" lang="en-US" altLang="zh-CN">
                <a:latin typeface="宋体" panose="02010600030101010101" pitchFamily="2" charset="-122"/>
                <a:ea typeface="宋体" panose="02010600030101010101" pitchFamily="2" charset="-122"/>
              </a:rPr>
              <a:t>:  </a:t>
            </a:r>
          </a:p>
        </p:txBody>
      </p:sp>
      <p:sp>
        <p:nvSpPr>
          <p:cNvPr id="542742" name="Text Box 22">
            <a:extLst>
              <a:ext uri="{FF2B5EF4-FFF2-40B4-BE49-F238E27FC236}">
                <a16:creationId xmlns:a16="http://schemas.microsoft.com/office/drawing/2014/main" id="{CBC87CF3-84DA-DC19-C33A-0D968E763B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4663" y="2762250"/>
            <a:ext cx="8137525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kumimoji="1"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弹性力的功等于弹簧劲度系数乘以质点始末位置弹簧形变</a:t>
            </a:r>
          </a:p>
          <a:p>
            <a:pPr eaLnBrk="1" hangingPunct="1">
              <a:lnSpc>
                <a:spcPct val="125000"/>
              </a:lnSpc>
            </a:pPr>
            <a:r>
              <a:rPr kumimoji="1"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量平方之差的一半。</a:t>
            </a:r>
          </a:p>
        </p:txBody>
      </p:sp>
      <p:sp>
        <p:nvSpPr>
          <p:cNvPr id="542743" name="Rectangle 23">
            <a:extLst>
              <a:ext uri="{FF2B5EF4-FFF2-40B4-BE49-F238E27FC236}">
                <a16:creationId xmlns:a16="http://schemas.microsoft.com/office/drawing/2014/main" id="{9F5DF60F-98D7-85A9-63DB-5BB0D41662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825" y="3711575"/>
            <a:ext cx="9017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ctr" eaLnBrk="1" hangingPunct="1"/>
            <a:r>
              <a:rPr kumimoji="1" lang="zh-CN" altLang="en-US">
                <a:solidFill>
                  <a:srgbClr val="FFFF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结论</a:t>
            </a:r>
            <a:r>
              <a:rPr kumimoji="1" lang="en-US" altLang="zh-CN">
                <a:solidFill>
                  <a:srgbClr val="FFFF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:</a:t>
            </a:r>
          </a:p>
        </p:txBody>
      </p:sp>
      <p:pic>
        <p:nvPicPr>
          <p:cNvPr id="542744" name="Picture 24" descr="j0293240">
            <a:extLst>
              <a:ext uri="{FF2B5EF4-FFF2-40B4-BE49-F238E27FC236}">
                <a16:creationId xmlns:a16="http://schemas.microsoft.com/office/drawing/2014/main" id="{84230DB8-4472-B454-2B2D-514E5B61BB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9325" y="6381750"/>
            <a:ext cx="611188" cy="452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42745" name="Rectangle 25">
            <a:extLst>
              <a:ext uri="{FF2B5EF4-FFF2-40B4-BE49-F238E27FC236}">
                <a16:creationId xmlns:a16="http://schemas.microsoft.com/office/drawing/2014/main" id="{953BB769-D329-7298-F8EC-95763AD230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8138" y="5092700"/>
            <a:ext cx="8102600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>
              <a:lnSpc>
                <a:spcPct val="115000"/>
              </a:lnSpc>
              <a:buClr>
                <a:srgbClr val="FFCC00"/>
              </a:buClr>
              <a:buSzPct val="80000"/>
              <a:buFont typeface="Wingdings" pitchFamily="2" charset="2"/>
              <a:buChar char="l"/>
              <a:defRPr/>
            </a:pPr>
            <a:r>
              <a:rPr kumimoji="1" lang="en-US" altLang="zh-CN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 </a:t>
            </a:r>
            <a:r>
              <a:rPr kumimoji="1" lang="zh-CN" altLang="en-US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沿</a:t>
            </a:r>
            <a:r>
              <a:rPr kumimoji="1" lang="zh-CN" altLang="en-US"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任意</a:t>
            </a:r>
            <a:r>
              <a:rPr kumimoji="1" lang="zh-CN" altLang="en-US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闭合路径</a:t>
            </a:r>
            <a:r>
              <a:rPr kumimoji="1" lang="en-US" altLang="zh-CN" i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L</a:t>
            </a:r>
            <a:r>
              <a:rPr kumimoji="1" lang="zh-CN" altLang="en-US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运动一周，</a:t>
            </a:r>
            <a:r>
              <a:rPr kumimoji="1" lang="zh-CN" altLang="en-US">
                <a:effectLst>
                  <a:outerShdw blurRad="38100" dist="38100" dir="2700000" algn="tl">
                    <a:srgbClr val="000000"/>
                  </a:outerShdw>
                </a:effectLst>
              </a:rPr>
              <a:t>弹性力所作的功</a:t>
            </a:r>
          </a:p>
        </p:txBody>
      </p:sp>
      <p:graphicFrame>
        <p:nvGraphicFramePr>
          <p:cNvPr id="542746" name="Object 26">
            <a:extLst>
              <a:ext uri="{FF2B5EF4-FFF2-40B4-BE49-F238E27FC236}">
                <a16:creationId xmlns:a16="http://schemas.microsoft.com/office/drawing/2014/main" id="{B7106CB4-0E6F-7667-E915-43DA53CC6E4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740525" y="5122863"/>
          <a:ext cx="14097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1394367" imgH="518215" progId="Equation.3">
                  <p:embed/>
                </p:oleObj>
              </mc:Choice>
              <mc:Fallback>
                <p:oleObj name="公式" r:id="rId16" imgW="1394367" imgH="518215" progId="Equation.3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40525" y="5122863"/>
                        <a:ext cx="1409700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2747" name="Object 27">
            <a:extLst>
              <a:ext uri="{FF2B5EF4-FFF2-40B4-BE49-F238E27FC236}">
                <a16:creationId xmlns:a16="http://schemas.microsoft.com/office/drawing/2014/main" id="{F6276E39-1B10-116A-EDE5-25AF6D49046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183563" y="5213350"/>
          <a:ext cx="4191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404078" imgH="266839" progId="Equation.3">
                  <p:embed/>
                </p:oleObj>
              </mc:Choice>
              <mc:Fallback>
                <p:oleObj name="公式" r:id="rId18" imgW="404078" imgH="266839" progId="Equation.3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83563" y="5213350"/>
                        <a:ext cx="419100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42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2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6" dur="500"/>
                                        <p:tgtEl>
                                          <p:spTgt spid="5427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2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" dur="500"/>
                                        <p:tgtEl>
                                          <p:spTgt spid="5427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2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427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5427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5427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5427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542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5427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5427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5427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5427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5427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542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542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5427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5427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2726" grpId="0" autoUpdateAnimBg="0"/>
      <p:bldP spid="542728" grpId="0" autoUpdateAnimBg="0"/>
      <p:bldP spid="542729" grpId="0" autoUpdateAnimBg="0"/>
      <p:bldP spid="542734" grpId="0" animBg="1"/>
      <p:bldP spid="542740" grpId="0" autoUpdateAnimBg="0"/>
      <p:bldP spid="542741" grpId="0" autoUpdateAnimBg="0"/>
      <p:bldP spid="542742" grpId="0" autoUpdateAnimBg="0"/>
      <p:bldP spid="542743" grpId="0" autoUpdateAnimBg="0"/>
      <p:bldP spid="542745" grpId="0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322" name="Freeform 2">
            <a:extLst>
              <a:ext uri="{FF2B5EF4-FFF2-40B4-BE49-F238E27FC236}">
                <a16:creationId xmlns:a16="http://schemas.microsoft.com/office/drawing/2014/main" id="{3C8DCDB4-E143-30B1-2900-8D1E56AC8767}"/>
              </a:ext>
            </a:extLst>
          </p:cNvPr>
          <p:cNvSpPr>
            <a:spLocks/>
          </p:cNvSpPr>
          <p:nvPr/>
        </p:nvSpPr>
        <p:spPr bwMode="auto">
          <a:xfrm>
            <a:off x="5888038" y="1371600"/>
            <a:ext cx="2006600" cy="2057400"/>
          </a:xfrm>
          <a:custGeom>
            <a:avLst/>
            <a:gdLst>
              <a:gd name="T0" fmla="*/ 2147483646 w 1264"/>
              <a:gd name="T1" fmla="*/ 2147483646 h 1296"/>
              <a:gd name="T2" fmla="*/ 2147483646 w 1264"/>
              <a:gd name="T3" fmla="*/ 2147483646 h 1296"/>
              <a:gd name="T4" fmla="*/ 2147483646 w 1264"/>
              <a:gd name="T5" fmla="*/ 2147483646 h 1296"/>
              <a:gd name="T6" fmla="*/ 2147483646 w 1264"/>
              <a:gd name="T7" fmla="*/ 2147483646 h 1296"/>
              <a:gd name="T8" fmla="*/ 2147483646 w 1264"/>
              <a:gd name="T9" fmla="*/ 2147483646 h 1296"/>
              <a:gd name="T10" fmla="*/ 2147483646 w 1264"/>
              <a:gd name="T11" fmla="*/ 2147483646 h 1296"/>
              <a:gd name="T12" fmla="*/ 2147483646 w 1264"/>
              <a:gd name="T13" fmla="*/ 2147483646 h 1296"/>
              <a:gd name="T14" fmla="*/ 2147483646 w 1264"/>
              <a:gd name="T15" fmla="*/ 2147483646 h 1296"/>
              <a:gd name="T16" fmla="*/ 0 w 1264"/>
              <a:gd name="T17" fmla="*/ 0 h 129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1264"/>
              <a:gd name="T28" fmla="*/ 0 h 1296"/>
              <a:gd name="T29" fmla="*/ 1264 w 1264"/>
              <a:gd name="T30" fmla="*/ 1296 h 129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1264" h="1296">
                <a:moveTo>
                  <a:pt x="1248" y="1296"/>
                </a:moveTo>
                <a:cubicBezTo>
                  <a:pt x="1216" y="1228"/>
                  <a:pt x="1184" y="1160"/>
                  <a:pt x="1152" y="1104"/>
                </a:cubicBezTo>
                <a:cubicBezTo>
                  <a:pt x="1120" y="1048"/>
                  <a:pt x="1072" y="1008"/>
                  <a:pt x="1056" y="960"/>
                </a:cubicBezTo>
                <a:cubicBezTo>
                  <a:pt x="1040" y="912"/>
                  <a:pt x="1024" y="880"/>
                  <a:pt x="1056" y="816"/>
                </a:cubicBezTo>
                <a:cubicBezTo>
                  <a:pt x="1088" y="752"/>
                  <a:pt x="1232" y="656"/>
                  <a:pt x="1248" y="576"/>
                </a:cubicBezTo>
                <a:cubicBezTo>
                  <a:pt x="1264" y="496"/>
                  <a:pt x="1232" y="400"/>
                  <a:pt x="1152" y="336"/>
                </a:cubicBezTo>
                <a:cubicBezTo>
                  <a:pt x="1072" y="272"/>
                  <a:pt x="920" y="224"/>
                  <a:pt x="768" y="192"/>
                </a:cubicBezTo>
                <a:cubicBezTo>
                  <a:pt x="616" y="160"/>
                  <a:pt x="368" y="176"/>
                  <a:pt x="240" y="144"/>
                </a:cubicBezTo>
                <a:cubicBezTo>
                  <a:pt x="112" y="112"/>
                  <a:pt x="56" y="56"/>
                  <a:pt x="0" y="0"/>
                </a:cubicBezTo>
              </a:path>
            </a:pathLst>
          </a:custGeom>
          <a:noFill/>
          <a:ln w="38100">
            <a:solidFill>
              <a:srgbClr val="66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12323" name="Text Box 3">
            <a:extLst>
              <a:ext uri="{FF2B5EF4-FFF2-40B4-BE49-F238E27FC236}">
                <a16:creationId xmlns:a16="http://schemas.microsoft.com/office/drawing/2014/main" id="{4C65F755-B5E8-0FD4-1061-1BFA6B05C7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188" y="277813"/>
            <a:ext cx="4587875" cy="541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None/>
            </a:pPr>
            <a:r>
              <a:rPr lang="zh-CN" altLang="en-US" sz="2800">
                <a:solidFill>
                  <a:srgbClr val="FFFF00"/>
                </a:solidFill>
                <a:latin typeface="宋体" panose="02010600030101010101" pitchFamily="2" charset="-122"/>
              </a:rPr>
              <a:t>三</a:t>
            </a:r>
            <a:r>
              <a:rPr lang="en-US" altLang="zh-CN" sz="2800">
                <a:solidFill>
                  <a:srgbClr val="FFFF00"/>
                </a:solidFill>
                <a:latin typeface="宋体" panose="02010600030101010101" pitchFamily="2" charset="-122"/>
              </a:rPr>
              <a:t>.</a:t>
            </a:r>
            <a:r>
              <a:rPr lang="zh-CN" altLang="en-US" sz="2800">
                <a:solidFill>
                  <a:srgbClr val="FFFF00"/>
                </a:solidFill>
                <a:latin typeface="宋体" panose="02010600030101010101" pitchFamily="2" charset="-122"/>
              </a:rPr>
              <a:t>万有引力的功</a:t>
            </a:r>
            <a:r>
              <a:rPr lang="zh-CN" altLang="en-US" sz="2800" b="0">
                <a:solidFill>
                  <a:srgbClr val="FFFF00"/>
                </a:solidFill>
                <a:latin typeface="宋体" panose="02010600030101010101" pitchFamily="2" charset="-122"/>
              </a:rPr>
              <a:t> </a:t>
            </a:r>
          </a:p>
        </p:txBody>
      </p:sp>
      <p:sp>
        <p:nvSpPr>
          <p:cNvPr id="312324" name="Text Box 4">
            <a:extLst>
              <a:ext uri="{FF2B5EF4-FFF2-40B4-BE49-F238E27FC236}">
                <a16:creationId xmlns:a16="http://schemas.microsoft.com/office/drawing/2014/main" id="{FDDDF160-631C-245D-AF06-00DD3F4A35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9463" y="887413"/>
            <a:ext cx="3902075" cy="534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None/>
            </a:pPr>
            <a:r>
              <a:rPr lang="en-US" altLang="zh-CN" i="1">
                <a:solidFill>
                  <a:srgbClr val="66FFFF"/>
                </a:solidFill>
              </a:rPr>
              <a:t>F </a:t>
            </a:r>
            <a:r>
              <a:rPr lang="zh-CN" altLang="en-US">
                <a:latin typeface="宋体" panose="02010600030101010101" pitchFamily="2" charset="-122"/>
              </a:rPr>
              <a:t>在位移元</a:t>
            </a:r>
            <a:r>
              <a:rPr lang="en-US" altLang="zh-CN">
                <a:solidFill>
                  <a:srgbClr val="66FFFF"/>
                </a:solidFill>
              </a:rPr>
              <a:t>d</a:t>
            </a:r>
            <a:r>
              <a:rPr lang="en-US" altLang="zh-CN" i="1">
                <a:solidFill>
                  <a:srgbClr val="66FFFF"/>
                </a:solidFill>
              </a:rPr>
              <a:t>r</a:t>
            </a:r>
            <a:r>
              <a:rPr lang="zh-CN" altLang="en-US">
                <a:latin typeface="宋体" panose="02010600030101010101" pitchFamily="2" charset="-122"/>
              </a:rPr>
              <a:t>上的元功为 </a:t>
            </a:r>
            <a:r>
              <a:rPr lang="en-US" altLang="zh-CN">
                <a:latin typeface="宋体" panose="02010600030101010101" pitchFamily="2" charset="-122"/>
              </a:rPr>
              <a:t>:</a:t>
            </a:r>
          </a:p>
        </p:txBody>
      </p:sp>
      <p:graphicFrame>
        <p:nvGraphicFramePr>
          <p:cNvPr id="312325" name="Object 2">
            <a:extLst>
              <a:ext uri="{FF2B5EF4-FFF2-40B4-BE49-F238E27FC236}">
                <a16:creationId xmlns:a16="http://schemas.microsoft.com/office/drawing/2014/main" id="{25E91730-6058-C1F6-B3F6-6E6FD0F3CC8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57250" y="1470025"/>
          <a:ext cx="2205038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217451" imgH="441905" progId="Equation.3">
                  <p:embed/>
                </p:oleObj>
              </mc:Choice>
              <mc:Fallback>
                <p:oleObj name="公式" r:id="rId2" imgW="2217451" imgH="441905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7250" y="1470025"/>
                        <a:ext cx="2205038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2326" name="Object 3">
            <a:extLst>
              <a:ext uri="{FF2B5EF4-FFF2-40B4-BE49-F238E27FC236}">
                <a16:creationId xmlns:a16="http://schemas.microsoft.com/office/drawing/2014/main" id="{4EB84CC9-D6F3-96FA-B0F7-33E8C2D7C01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49313" y="2017713"/>
          <a:ext cx="4348162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4389120" imgH="441905" progId="Equation.3">
                  <p:embed/>
                </p:oleObj>
              </mc:Choice>
              <mc:Fallback>
                <p:oleObj name="公式" r:id="rId4" imgW="4389120" imgH="441905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9313" y="2017713"/>
                        <a:ext cx="4348162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2327" name="Object 4">
            <a:extLst>
              <a:ext uri="{FF2B5EF4-FFF2-40B4-BE49-F238E27FC236}">
                <a16:creationId xmlns:a16="http://schemas.microsoft.com/office/drawing/2014/main" id="{0EF0D446-3545-4A84-EC73-C076748C1D4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25513" y="2492375"/>
          <a:ext cx="2312987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2270698" imgH="807498" progId="Equation.3">
                  <p:embed/>
                </p:oleObj>
              </mc:Choice>
              <mc:Fallback>
                <p:oleObj name="公式" r:id="rId6" imgW="2270698" imgH="807498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5513" y="2492375"/>
                        <a:ext cx="2312987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2328" name="Text Box 8">
            <a:extLst>
              <a:ext uri="{FF2B5EF4-FFF2-40B4-BE49-F238E27FC236}">
                <a16:creationId xmlns:a16="http://schemas.microsoft.com/office/drawing/2014/main" id="{53D8DED8-B31F-C1AE-73C7-D09942E28B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3213100"/>
            <a:ext cx="594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None/>
            </a:pPr>
            <a:r>
              <a:rPr lang="zh-CN" altLang="en-US">
                <a:latin typeface="宋体" panose="02010600030101010101" pitchFamily="2" charset="-122"/>
              </a:rPr>
              <a:t>万有引力</a:t>
            </a:r>
            <a:r>
              <a:rPr lang="en-US" altLang="zh-CN" i="1">
                <a:latin typeface="宋体" panose="02010600030101010101" pitchFamily="2" charset="-122"/>
              </a:rPr>
              <a:t>F</a:t>
            </a:r>
            <a:r>
              <a:rPr lang="zh-CN" altLang="en-US">
                <a:latin typeface="宋体" panose="02010600030101010101" pitchFamily="2" charset="-122"/>
              </a:rPr>
              <a:t>在全部路程中的功为 </a:t>
            </a:r>
            <a:r>
              <a:rPr lang="en-US" altLang="zh-CN">
                <a:latin typeface="宋体" panose="02010600030101010101" pitchFamily="2" charset="-122"/>
              </a:rPr>
              <a:t>:</a:t>
            </a:r>
          </a:p>
        </p:txBody>
      </p:sp>
      <p:graphicFrame>
        <p:nvGraphicFramePr>
          <p:cNvPr id="312329" name="Object 5">
            <a:extLst>
              <a:ext uri="{FF2B5EF4-FFF2-40B4-BE49-F238E27FC236}">
                <a16:creationId xmlns:a16="http://schemas.microsoft.com/office/drawing/2014/main" id="{03768F1B-ACEF-7E6D-994F-37EA0B72059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55650" y="3660775"/>
          <a:ext cx="2982913" cy="828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2941507" imgH="807498" progId="Equation.3">
                  <p:embed/>
                </p:oleObj>
              </mc:Choice>
              <mc:Fallback>
                <p:oleObj name="公式" r:id="rId8" imgW="2941507" imgH="807498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650" y="3660775"/>
                        <a:ext cx="2982913" cy="828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2330" name="Object 6">
            <a:extLst>
              <a:ext uri="{FF2B5EF4-FFF2-40B4-BE49-F238E27FC236}">
                <a16:creationId xmlns:a16="http://schemas.microsoft.com/office/drawing/2014/main" id="{A1D05B4B-091C-49C6-C97F-35AC5EE5191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05238" y="3644900"/>
          <a:ext cx="2257425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2247807" imgH="899271" progId="Equation.3">
                  <p:embed/>
                </p:oleObj>
              </mc:Choice>
              <mc:Fallback>
                <p:oleObj name="公式" r:id="rId10" imgW="2247807" imgH="899271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05238" y="3644900"/>
                        <a:ext cx="2257425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2331" name="Text Box 11">
            <a:extLst>
              <a:ext uri="{FF2B5EF4-FFF2-40B4-BE49-F238E27FC236}">
                <a16:creationId xmlns:a16="http://schemas.microsoft.com/office/drawing/2014/main" id="{72E4A929-16BF-0E4F-36DE-DE9B1D06A8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4724400"/>
            <a:ext cx="7962900" cy="952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715963" indent="-715963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>
              <a:lnSpc>
                <a:spcPct val="125000"/>
              </a:lnSpc>
              <a:buClr>
                <a:schemeClr val="tx2"/>
              </a:buClr>
              <a:buFont typeface="Monotype Sorts" pitchFamily="2" charset="2"/>
              <a:buNone/>
            </a:pPr>
            <a:r>
              <a:rPr lang="zh-CN" altLang="en-US">
                <a:solidFill>
                  <a:srgbClr val="66FFFF"/>
                </a:solidFill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>
                <a:solidFill>
                  <a:srgbClr val="66FFFF"/>
                </a:solidFill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>
                <a:solidFill>
                  <a:srgbClr val="66FFFF"/>
                </a:solidFill>
                <a:latin typeface="楷体_GB2312" pitchFamily="49" charset="-122"/>
                <a:ea typeface="楷体_GB2312" pitchFamily="49" charset="-122"/>
              </a:rPr>
              <a:t>）万有引力的功，也是只与始、末位置有关，而与  　　 质点所行经的路径无关。 </a:t>
            </a:r>
          </a:p>
        </p:txBody>
      </p:sp>
      <p:sp>
        <p:nvSpPr>
          <p:cNvPr id="312332" name="Oval 12">
            <a:extLst>
              <a:ext uri="{FF2B5EF4-FFF2-40B4-BE49-F238E27FC236}">
                <a16:creationId xmlns:a16="http://schemas.microsoft.com/office/drawing/2014/main" id="{1700C095-8434-B8DC-65A1-64D6C15BB3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86488" y="2971800"/>
            <a:ext cx="228600" cy="228600"/>
          </a:xfrm>
          <a:prstGeom prst="ellipse">
            <a:avLst/>
          </a:prstGeom>
          <a:gradFill rotWithShape="0">
            <a:gsLst>
              <a:gs pos="0">
                <a:srgbClr val="FF99FF"/>
              </a:gs>
              <a:gs pos="100000">
                <a:srgbClr val="D60093"/>
              </a:gs>
            </a:gsLst>
            <a:path path="shape">
              <a:fillToRect l="50000" t="50000" r="50000" b="50000"/>
            </a:path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</a:pPr>
            <a:endParaRPr lang="zh-CN" altLang="en-US"/>
          </a:p>
        </p:txBody>
      </p:sp>
      <p:sp>
        <p:nvSpPr>
          <p:cNvPr id="312333" name="Text Box 13">
            <a:extLst>
              <a:ext uri="{FF2B5EF4-FFF2-40B4-BE49-F238E27FC236}">
                <a16:creationId xmlns:a16="http://schemas.microsoft.com/office/drawing/2014/main" id="{020DC781-FA60-2CD9-C86A-4128C26C75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8800" y="2895600"/>
            <a:ext cx="339725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None/>
            </a:pPr>
            <a:r>
              <a:rPr lang="en-US" altLang="zh-CN" i="1"/>
              <a:t>M</a:t>
            </a:r>
          </a:p>
        </p:txBody>
      </p:sp>
      <p:sp>
        <p:nvSpPr>
          <p:cNvPr id="312334" name="Oval 14">
            <a:extLst>
              <a:ext uri="{FF2B5EF4-FFF2-40B4-BE49-F238E27FC236}">
                <a16:creationId xmlns:a16="http://schemas.microsoft.com/office/drawing/2014/main" id="{4B6832FC-C1FE-9EE5-A5FA-FBD2A6227B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21413" y="1541463"/>
            <a:ext cx="76200" cy="76200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</a:pPr>
            <a:endParaRPr lang="zh-CN" altLang="en-US"/>
          </a:p>
        </p:txBody>
      </p:sp>
      <p:sp>
        <p:nvSpPr>
          <p:cNvPr id="312335" name="Text Box 15">
            <a:extLst>
              <a:ext uri="{FF2B5EF4-FFF2-40B4-BE49-F238E27FC236}">
                <a16:creationId xmlns:a16="http://schemas.microsoft.com/office/drawing/2014/main" id="{566BFD69-2EBA-23CB-73DE-3DA67CF6EB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47013" y="2874963"/>
            <a:ext cx="549275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None/>
            </a:pPr>
            <a:r>
              <a:rPr lang="en-US" altLang="zh-CN" i="1"/>
              <a:t>a</a:t>
            </a:r>
          </a:p>
        </p:txBody>
      </p:sp>
      <p:sp>
        <p:nvSpPr>
          <p:cNvPr id="312336" name="Text Box 16">
            <a:extLst>
              <a:ext uri="{FF2B5EF4-FFF2-40B4-BE49-F238E27FC236}">
                <a16:creationId xmlns:a16="http://schemas.microsoft.com/office/drawing/2014/main" id="{4D4FD444-C622-4EA2-6A99-E2BB16935B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08700" y="1004888"/>
            <a:ext cx="687388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None/>
            </a:pPr>
            <a:r>
              <a:rPr lang="en-US" altLang="zh-CN" i="1"/>
              <a:t>b</a:t>
            </a:r>
          </a:p>
        </p:txBody>
      </p:sp>
      <p:sp>
        <p:nvSpPr>
          <p:cNvPr id="312337" name="Oval 17">
            <a:extLst>
              <a:ext uri="{FF2B5EF4-FFF2-40B4-BE49-F238E27FC236}">
                <a16:creationId xmlns:a16="http://schemas.microsoft.com/office/drawing/2014/main" id="{D0A0B3B1-138F-334A-0339-34D4CE945C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93025" y="3100388"/>
            <a:ext cx="76200" cy="76200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</a:pPr>
            <a:endParaRPr lang="zh-CN" altLang="en-US"/>
          </a:p>
        </p:txBody>
      </p:sp>
      <p:grpSp>
        <p:nvGrpSpPr>
          <p:cNvPr id="2" name="Group 18">
            <a:extLst>
              <a:ext uri="{FF2B5EF4-FFF2-40B4-BE49-F238E27FC236}">
                <a16:creationId xmlns:a16="http://schemas.microsoft.com/office/drawing/2014/main" id="{3340D310-2503-F5BB-56FB-EDE95C96F064}"/>
              </a:ext>
            </a:extLst>
          </p:cNvPr>
          <p:cNvGrpSpPr>
            <a:grpSpLocks/>
          </p:cNvGrpSpPr>
          <p:nvPr/>
        </p:nvGrpSpPr>
        <p:grpSpPr bwMode="auto">
          <a:xfrm>
            <a:off x="6415088" y="3124200"/>
            <a:ext cx="1295400" cy="609600"/>
            <a:chOff x="4272" y="1584"/>
            <a:chExt cx="816" cy="384"/>
          </a:xfrm>
        </p:grpSpPr>
        <p:sp>
          <p:nvSpPr>
            <p:cNvPr id="20517" name="Line 19">
              <a:extLst>
                <a:ext uri="{FF2B5EF4-FFF2-40B4-BE49-F238E27FC236}">
                  <a16:creationId xmlns:a16="http://schemas.microsoft.com/office/drawing/2014/main" id="{0539746E-83A5-C6B6-BF97-7EA163BC68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72" y="1584"/>
              <a:ext cx="816" cy="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0518" name="Object 11">
              <a:extLst>
                <a:ext uri="{FF2B5EF4-FFF2-40B4-BE49-F238E27FC236}">
                  <a16:creationId xmlns:a16="http://schemas.microsoft.com/office/drawing/2014/main" id="{ECADA1D9-1F7B-F539-BD74-86A46ED2F98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608" y="1584"/>
            <a:ext cx="248" cy="3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121920" imgH="198009" progId="Equation.3">
                    <p:embed/>
                  </p:oleObj>
                </mc:Choice>
                <mc:Fallback>
                  <p:oleObj name="Equation" r:id="rId12" imgW="121920" imgH="198009" progId="Equation.3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08" y="1584"/>
                          <a:ext cx="248" cy="3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21">
            <a:extLst>
              <a:ext uri="{FF2B5EF4-FFF2-40B4-BE49-F238E27FC236}">
                <a16:creationId xmlns:a16="http://schemas.microsoft.com/office/drawing/2014/main" id="{49032543-002E-F539-0525-45FD30FAFE61}"/>
              </a:ext>
            </a:extLst>
          </p:cNvPr>
          <p:cNvGrpSpPr>
            <a:grpSpLocks/>
          </p:cNvGrpSpPr>
          <p:nvPr/>
        </p:nvGrpSpPr>
        <p:grpSpPr bwMode="auto">
          <a:xfrm>
            <a:off x="5792788" y="1617663"/>
            <a:ext cx="469900" cy="1371600"/>
            <a:chOff x="3880" y="635"/>
            <a:chExt cx="296" cy="864"/>
          </a:xfrm>
        </p:grpSpPr>
        <p:sp>
          <p:nvSpPr>
            <p:cNvPr id="20515" name="Line 22">
              <a:extLst>
                <a:ext uri="{FF2B5EF4-FFF2-40B4-BE49-F238E27FC236}">
                  <a16:creationId xmlns:a16="http://schemas.microsoft.com/office/drawing/2014/main" id="{D1B1CF52-1F74-8EF6-364C-4B8ED07708B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76" y="635"/>
              <a:ext cx="0" cy="864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0516" name="Object 10">
              <a:extLst>
                <a:ext uri="{FF2B5EF4-FFF2-40B4-BE49-F238E27FC236}">
                  <a16:creationId xmlns:a16="http://schemas.microsoft.com/office/drawing/2014/main" id="{9507AE9E-7AC9-DD09-E1B5-FCC130660A3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880" y="912"/>
            <a:ext cx="248" cy="3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121920" imgH="198009" progId="Equation.3">
                    <p:embed/>
                  </p:oleObj>
                </mc:Choice>
                <mc:Fallback>
                  <p:oleObj name="Equation" r:id="rId14" imgW="121920" imgH="198009" progId="Equation.3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80" y="912"/>
                          <a:ext cx="248" cy="3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12344" name="Oval 24">
            <a:extLst>
              <a:ext uri="{FF2B5EF4-FFF2-40B4-BE49-F238E27FC236}">
                <a16:creationId xmlns:a16="http://schemas.microsoft.com/office/drawing/2014/main" id="{BD1F934D-0ECA-9C7E-F9C9-F8736C86B2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29513" y="2625725"/>
            <a:ext cx="76200" cy="76200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</a:pPr>
            <a:endParaRPr lang="zh-CN" altLang="en-US"/>
          </a:p>
        </p:txBody>
      </p:sp>
      <p:sp>
        <p:nvSpPr>
          <p:cNvPr id="312345" name="Line 25">
            <a:extLst>
              <a:ext uri="{FF2B5EF4-FFF2-40B4-BE49-F238E27FC236}">
                <a16:creationId xmlns:a16="http://schemas.microsoft.com/office/drawing/2014/main" id="{E6219FA1-9D12-D673-28F9-A2277EB3156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415088" y="2667000"/>
            <a:ext cx="1143000" cy="381000"/>
          </a:xfrm>
          <a:prstGeom prst="line">
            <a:avLst/>
          </a:prstGeom>
          <a:noFill/>
          <a:ln w="28575">
            <a:solidFill>
              <a:srgbClr val="00FF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2346" name="Line 26">
            <a:extLst>
              <a:ext uri="{FF2B5EF4-FFF2-40B4-BE49-F238E27FC236}">
                <a16:creationId xmlns:a16="http://schemas.microsoft.com/office/drawing/2014/main" id="{94D8A3C1-8F1F-0248-A0F3-5F3AD083CCF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338888" y="1905000"/>
            <a:ext cx="1371600" cy="1143000"/>
          </a:xfrm>
          <a:prstGeom prst="line">
            <a:avLst/>
          </a:prstGeom>
          <a:noFill/>
          <a:ln w="28575">
            <a:solidFill>
              <a:srgbClr val="00FF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2347" name="Line 27">
            <a:extLst>
              <a:ext uri="{FF2B5EF4-FFF2-40B4-BE49-F238E27FC236}">
                <a16:creationId xmlns:a16="http://schemas.microsoft.com/office/drawing/2014/main" id="{81300875-C741-019B-270A-19EF7257B3C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558088" y="1905000"/>
            <a:ext cx="152400" cy="762000"/>
          </a:xfrm>
          <a:prstGeom prst="line">
            <a:avLst/>
          </a:prstGeom>
          <a:noFill/>
          <a:ln w="28575">
            <a:solidFill>
              <a:srgbClr val="FFFF66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2348" name="Line 28">
            <a:extLst>
              <a:ext uri="{FF2B5EF4-FFF2-40B4-BE49-F238E27FC236}">
                <a16:creationId xmlns:a16="http://schemas.microsoft.com/office/drawing/2014/main" id="{FFF01539-60D3-92D7-9CDB-9D708A271F7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913563" y="2667000"/>
            <a:ext cx="609600" cy="22860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2349" name="Line 29">
            <a:extLst>
              <a:ext uri="{FF2B5EF4-FFF2-40B4-BE49-F238E27FC236}">
                <a16:creationId xmlns:a16="http://schemas.microsoft.com/office/drawing/2014/main" id="{C2B2BAB0-66D6-8C74-A97B-7C15E4D4B6F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558088" y="2438400"/>
            <a:ext cx="457200" cy="228600"/>
          </a:xfrm>
          <a:prstGeom prst="line">
            <a:avLst/>
          </a:prstGeom>
          <a:noFill/>
          <a:ln w="28575">
            <a:solidFill>
              <a:schemeClr val="bg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2350" name="Line 30">
            <a:extLst>
              <a:ext uri="{FF2B5EF4-FFF2-40B4-BE49-F238E27FC236}">
                <a16:creationId xmlns:a16="http://schemas.microsoft.com/office/drawing/2014/main" id="{D973F8C5-F928-637E-4465-BD3A4C89C28E}"/>
              </a:ext>
            </a:extLst>
          </p:cNvPr>
          <p:cNvSpPr>
            <a:spLocks noChangeShapeType="1"/>
          </p:cNvSpPr>
          <p:nvPr/>
        </p:nvSpPr>
        <p:spPr bwMode="auto">
          <a:xfrm>
            <a:off x="7710488" y="1905000"/>
            <a:ext cx="304800" cy="533400"/>
          </a:xfrm>
          <a:prstGeom prst="line">
            <a:avLst/>
          </a:prstGeom>
          <a:noFill/>
          <a:ln w="28575">
            <a:solidFill>
              <a:schemeClr val="bg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2351" name="Text Box 31">
            <a:extLst>
              <a:ext uri="{FF2B5EF4-FFF2-40B4-BE49-F238E27FC236}">
                <a16:creationId xmlns:a16="http://schemas.microsoft.com/office/drawing/2014/main" id="{9F559322-0E23-C530-AFB6-31E1B03675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59688" y="2555875"/>
            <a:ext cx="6604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None/>
            </a:pPr>
            <a:r>
              <a:rPr lang="en-US" altLang="zh-CN" i="1"/>
              <a:t>m</a:t>
            </a:r>
          </a:p>
        </p:txBody>
      </p:sp>
      <p:graphicFrame>
        <p:nvGraphicFramePr>
          <p:cNvPr id="312352" name="Object 7">
            <a:extLst>
              <a:ext uri="{FF2B5EF4-FFF2-40B4-BE49-F238E27FC236}">
                <a16:creationId xmlns:a16="http://schemas.microsoft.com/office/drawing/2014/main" id="{26EED874-4C1B-5121-9597-2BA5BA4AD59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229475" y="2743200"/>
          <a:ext cx="328613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52276" imgH="175066" progId="Equation.3">
                  <p:embed/>
                </p:oleObj>
              </mc:Choice>
              <mc:Fallback>
                <p:oleObj name="Equation" r:id="rId16" imgW="152276" imgH="175066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29475" y="2743200"/>
                        <a:ext cx="328613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2353" name="Object 8">
            <a:extLst>
              <a:ext uri="{FF2B5EF4-FFF2-40B4-BE49-F238E27FC236}">
                <a16:creationId xmlns:a16="http://schemas.microsoft.com/office/drawing/2014/main" id="{33BD8FFE-D95C-D18B-386E-F407BDDB1DB5}"/>
              </a:ext>
            </a:extLst>
          </p:cNvPr>
          <p:cNvGraphicFramePr>
            <a:graphicFrameLocks/>
          </p:cNvGraphicFramePr>
          <p:nvPr/>
        </p:nvGraphicFramePr>
        <p:xfrm>
          <a:off x="7635875" y="1528763"/>
          <a:ext cx="392113" cy="315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381187" imgH="304745" progId="Equation.3">
                  <p:embed/>
                </p:oleObj>
              </mc:Choice>
              <mc:Fallback>
                <p:oleObj name="公式" r:id="rId18" imgW="381187" imgH="304745" progId="Equation.3">
                  <p:embed/>
                  <p:pic>
                    <p:nvPicPr>
                      <p:cNvPr id="0" name="Object 8"/>
                      <p:cNvPicPr>
                        <a:picLocks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35875" y="1528763"/>
                        <a:ext cx="392113" cy="315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2354" name="Object 9">
            <a:extLst>
              <a:ext uri="{FF2B5EF4-FFF2-40B4-BE49-F238E27FC236}">
                <a16:creationId xmlns:a16="http://schemas.microsoft.com/office/drawing/2014/main" id="{AC25D629-4DBD-13AB-4077-E3B6DF32858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129463" y="2297113"/>
          <a:ext cx="307975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21920" imgH="160103" progId="Equation.3">
                  <p:embed/>
                </p:oleObj>
              </mc:Choice>
              <mc:Fallback>
                <p:oleObj name="Equation" r:id="rId20" imgW="121920" imgH="160103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29463" y="2297113"/>
                        <a:ext cx="307975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2355" name="Freeform 35">
            <a:extLst>
              <a:ext uri="{FF2B5EF4-FFF2-40B4-BE49-F238E27FC236}">
                <a16:creationId xmlns:a16="http://schemas.microsoft.com/office/drawing/2014/main" id="{595C2BE7-C82E-AB29-3126-DD719C993796}"/>
              </a:ext>
            </a:extLst>
          </p:cNvPr>
          <p:cNvSpPr>
            <a:spLocks/>
          </p:cNvSpPr>
          <p:nvPr/>
        </p:nvSpPr>
        <p:spPr bwMode="auto">
          <a:xfrm>
            <a:off x="6338888" y="1104900"/>
            <a:ext cx="2044700" cy="2019300"/>
          </a:xfrm>
          <a:custGeom>
            <a:avLst/>
            <a:gdLst>
              <a:gd name="T0" fmla="*/ 0 w 1288"/>
              <a:gd name="T1" fmla="*/ 2147483646 h 1272"/>
              <a:gd name="T2" fmla="*/ 2147483646 w 1288"/>
              <a:gd name="T3" fmla="*/ 2147483646 h 1272"/>
              <a:gd name="T4" fmla="*/ 2147483646 w 1288"/>
              <a:gd name="T5" fmla="*/ 2147483646 h 1272"/>
              <a:gd name="T6" fmla="*/ 2147483646 w 1288"/>
              <a:gd name="T7" fmla="*/ 2147483646 h 1272"/>
              <a:gd name="T8" fmla="*/ 2147483646 w 1288"/>
              <a:gd name="T9" fmla="*/ 2147483646 h 1272"/>
              <a:gd name="T10" fmla="*/ 2147483646 w 1288"/>
              <a:gd name="T11" fmla="*/ 2147483646 h 127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288"/>
              <a:gd name="T19" fmla="*/ 0 h 1272"/>
              <a:gd name="T20" fmla="*/ 1288 w 1288"/>
              <a:gd name="T21" fmla="*/ 1272 h 1272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288" h="1272">
                <a:moveTo>
                  <a:pt x="0" y="264"/>
                </a:moveTo>
                <a:cubicBezTo>
                  <a:pt x="140" y="156"/>
                  <a:pt x="280" y="48"/>
                  <a:pt x="432" y="24"/>
                </a:cubicBezTo>
                <a:cubicBezTo>
                  <a:pt x="584" y="0"/>
                  <a:pt x="776" y="32"/>
                  <a:pt x="912" y="120"/>
                </a:cubicBezTo>
                <a:cubicBezTo>
                  <a:pt x="1048" y="208"/>
                  <a:pt x="1208" y="392"/>
                  <a:pt x="1248" y="552"/>
                </a:cubicBezTo>
                <a:cubicBezTo>
                  <a:pt x="1288" y="712"/>
                  <a:pt x="1208" y="960"/>
                  <a:pt x="1152" y="1080"/>
                </a:cubicBezTo>
                <a:cubicBezTo>
                  <a:pt x="1096" y="1200"/>
                  <a:pt x="1004" y="1236"/>
                  <a:pt x="912" y="1272"/>
                </a:cubicBezTo>
              </a:path>
            </a:pathLst>
          </a:custGeom>
          <a:noFill/>
          <a:ln w="57150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2356" name="Freeform 36">
            <a:extLst>
              <a:ext uri="{FF2B5EF4-FFF2-40B4-BE49-F238E27FC236}">
                <a16:creationId xmlns:a16="http://schemas.microsoft.com/office/drawing/2014/main" id="{BB3D39B2-D053-3EAF-A932-4C5E6E18A7F7}"/>
              </a:ext>
            </a:extLst>
          </p:cNvPr>
          <p:cNvSpPr>
            <a:spLocks/>
          </p:cNvSpPr>
          <p:nvPr/>
        </p:nvSpPr>
        <p:spPr bwMode="auto">
          <a:xfrm>
            <a:off x="7329488" y="2497138"/>
            <a:ext cx="228600" cy="228600"/>
          </a:xfrm>
          <a:custGeom>
            <a:avLst/>
            <a:gdLst>
              <a:gd name="T0" fmla="*/ 2147483646 w 144"/>
              <a:gd name="T1" fmla="*/ 0 h 144"/>
              <a:gd name="T2" fmla="*/ 2147483646 w 144"/>
              <a:gd name="T3" fmla="*/ 2147483646 h 144"/>
              <a:gd name="T4" fmla="*/ 0 w 144"/>
              <a:gd name="T5" fmla="*/ 2147483646 h 144"/>
              <a:gd name="T6" fmla="*/ 0 60000 65536"/>
              <a:gd name="T7" fmla="*/ 0 60000 65536"/>
              <a:gd name="T8" fmla="*/ 0 60000 65536"/>
              <a:gd name="T9" fmla="*/ 0 w 144"/>
              <a:gd name="T10" fmla="*/ 0 h 144"/>
              <a:gd name="T11" fmla="*/ 144 w 144"/>
              <a:gd name="T12" fmla="*/ 144 h 14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44" h="144">
                <a:moveTo>
                  <a:pt x="144" y="0"/>
                </a:moveTo>
                <a:cubicBezTo>
                  <a:pt x="108" y="12"/>
                  <a:pt x="72" y="24"/>
                  <a:pt x="48" y="48"/>
                </a:cubicBezTo>
                <a:cubicBezTo>
                  <a:pt x="24" y="72"/>
                  <a:pt x="12" y="108"/>
                  <a:pt x="0" y="144"/>
                </a:cubicBezTo>
              </a:path>
            </a:pathLst>
          </a:custGeom>
          <a:noFill/>
          <a:ln w="28575">
            <a:solidFill>
              <a:srgbClr val="FF99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12357" name="Rectangle 37">
            <a:extLst>
              <a:ext uri="{FF2B5EF4-FFF2-40B4-BE49-F238E27FC236}">
                <a16:creationId xmlns:a16="http://schemas.microsoft.com/office/drawing/2014/main" id="{47630855-776D-F87A-3CA1-0D3205DCC1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4437063"/>
            <a:ext cx="95885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None/>
            </a:pPr>
            <a:r>
              <a:rPr lang="zh-CN" altLang="en-US"/>
              <a:t>结论</a:t>
            </a:r>
            <a:r>
              <a:rPr lang="en-US" altLang="zh-CN"/>
              <a:t>:</a:t>
            </a:r>
          </a:p>
        </p:txBody>
      </p:sp>
      <p:sp>
        <p:nvSpPr>
          <p:cNvPr id="312358" name="Text Box 38">
            <a:extLst>
              <a:ext uri="{FF2B5EF4-FFF2-40B4-BE49-F238E27FC236}">
                <a16:creationId xmlns:a16="http://schemas.microsoft.com/office/drawing/2014/main" id="{0EC8A516-FBA8-0890-72AD-4621A40C96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6413" y="5589588"/>
            <a:ext cx="7966075" cy="952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814388" indent="-814388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>
              <a:lnSpc>
                <a:spcPct val="125000"/>
              </a:lnSpc>
              <a:buClr>
                <a:schemeClr val="tx2"/>
              </a:buClr>
              <a:buFont typeface="Monotype Sorts" pitchFamily="2" charset="2"/>
              <a:buNone/>
            </a:pPr>
            <a:r>
              <a:rPr lang="zh-CN" altLang="en-US">
                <a:solidFill>
                  <a:srgbClr val="66FFFF"/>
                </a:solidFill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>
                <a:solidFill>
                  <a:srgbClr val="66FFFF"/>
                </a:solidFill>
                <a:latin typeface="楷体_GB2312" pitchFamily="49" charset="-122"/>
                <a:ea typeface="楷体_GB2312" pitchFamily="49" charset="-122"/>
              </a:rPr>
              <a:t>2</a:t>
            </a:r>
            <a:r>
              <a:rPr lang="zh-CN" altLang="en-US">
                <a:solidFill>
                  <a:srgbClr val="66FFFF"/>
                </a:solidFill>
                <a:latin typeface="楷体_GB2312" pitchFamily="49" charset="-122"/>
                <a:ea typeface="楷体_GB2312" pitchFamily="49" charset="-122"/>
              </a:rPr>
              <a:t>）质点移近质点时，万有引力作正功；质点</a:t>
            </a:r>
            <a:r>
              <a:rPr lang="en-US" altLang="zh-CN" i="1">
                <a:solidFill>
                  <a:srgbClr val="66FFFF"/>
                </a:solidFill>
                <a:latin typeface="楷体_GB2312" pitchFamily="49" charset="-122"/>
                <a:ea typeface="楷体_GB2312" pitchFamily="49" charset="-122"/>
              </a:rPr>
              <a:t>A</a:t>
            </a:r>
            <a:r>
              <a:rPr lang="en-US" altLang="zh-CN" i="1">
                <a:solidFill>
                  <a:srgbClr val="66FFFF"/>
                </a:solidFill>
                <a:ea typeface="楷体_GB2312" pitchFamily="49" charset="-122"/>
              </a:rPr>
              <a:t> </a:t>
            </a:r>
            <a:r>
              <a:rPr lang="zh-CN" altLang="en-US">
                <a:solidFill>
                  <a:srgbClr val="66FFFF"/>
                </a:solidFill>
                <a:latin typeface="楷体_GB2312" pitchFamily="49" charset="-122"/>
                <a:ea typeface="楷体_GB2312" pitchFamily="49" charset="-122"/>
              </a:rPr>
              <a:t>远离质　　   点</a:t>
            </a:r>
            <a:r>
              <a:rPr lang="en-US" altLang="zh-CN" i="1">
                <a:solidFill>
                  <a:srgbClr val="66FFFF"/>
                </a:solidFill>
                <a:latin typeface="楷体_GB2312" pitchFamily="49" charset="-122"/>
                <a:ea typeface="楷体_GB2312" pitchFamily="49" charset="-122"/>
              </a:rPr>
              <a:t>O </a:t>
            </a:r>
            <a:r>
              <a:rPr lang="zh-CN" altLang="en-US">
                <a:solidFill>
                  <a:srgbClr val="66FFFF"/>
                </a:solidFill>
                <a:latin typeface="楷体_GB2312" pitchFamily="49" charset="-122"/>
                <a:ea typeface="楷体_GB2312" pitchFamily="49" charset="-122"/>
              </a:rPr>
              <a:t>时，万有引力作负功。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12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2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2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2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2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312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2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2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312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2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2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12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312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2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0" dur="500"/>
                                        <p:tgtEl>
                                          <p:spTgt spid="312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2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2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2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312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312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95" dur="500"/>
                                        <p:tgtEl>
                                          <p:spTgt spid="312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7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99" dur="500"/>
                                        <p:tgtEl>
                                          <p:spTgt spid="312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 nodeType="clickPar">
                      <p:stCondLst>
                        <p:cond delay="indefinite"/>
                      </p:stCondLst>
                      <p:childTnLst>
                        <p:par>
                          <p:cTn id="1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312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 nodeType="clickPar">
                      <p:stCondLst>
                        <p:cond delay="indefinite"/>
                      </p:stCondLst>
                      <p:childTnLst>
                        <p:par>
                          <p:cTn id="1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312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 nodeType="clickPar">
                      <p:stCondLst>
                        <p:cond delay="indefinite"/>
                      </p:stCondLst>
                      <p:childTnLst>
                        <p:par>
                          <p:cTn id="1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312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 nodeType="clickPar">
                      <p:stCondLst>
                        <p:cond delay="indefinite"/>
                      </p:stCondLst>
                      <p:childTnLst>
                        <p:par>
                          <p:cTn id="1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500"/>
                                        <p:tgtEl>
                                          <p:spTgt spid="312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 nodeType="clickPar">
                      <p:stCondLst>
                        <p:cond delay="indefinite"/>
                      </p:stCondLst>
                      <p:childTnLst>
                        <p:par>
                          <p:cTn id="1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312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 nodeType="clickPar">
                      <p:stCondLst>
                        <p:cond delay="indefinite"/>
                      </p:stCondLst>
                      <p:childTnLst>
                        <p:par>
                          <p:cTn id="1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500"/>
                                        <p:tgtEl>
                                          <p:spTgt spid="312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 nodeType="clickPar">
                      <p:stCondLst>
                        <p:cond delay="indefinite"/>
                      </p:stCondLst>
                      <p:childTnLst>
                        <p:par>
                          <p:cTn id="1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4" dur="500"/>
                                        <p:tgtEl>
                                          <p:spTgt spid="312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 nodeType="clickPar">
                      <p:stCondLst>
                        <p:cond delay="indefinite"/>
                      </p:stCondLst>
                      <p:childTnLst>
                        <p:par>
                          <p:cTn id="1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9" dur="500"/>
                                        <p:tgtEl>
                                          <p:spTgt spid="312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 nodeType="clickPar">
                      <p:stCondLst>
                        <p:cond delay="indefinite"/>
                      </p:stCondLst>
                      <p:childTnLst>
                        <p:par>
                          <p:cTn id="1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4" dur="500"/>
                                        <p:tgtEl>
                                          <p:spTgt spid="312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2323" grpId="0" autoUpdateAnimBg="0"/>
      <p:bldP spid="312324" grpId="0" autoUpdateAnimBg="0"/>
      <p:bldP spid="312328" grpId="0" autoUpdateAnimBg="0"/>
      <p:bldP spid="312331" grpId="0" autoUpdateAnimBg="0"/>
      <p:bldP spid="312332" grpId="0" animBg="1"/>
      <p:bldP spid="312333" grpId="0" autoUpdateAnimBg="0"/>
      <p:bldP spid="312334" grpId="0" animBg="1"/>
      <p:bldP spid="312335" grpId="0" autoUpdateAnimBg="0"/>
      <p:bldP spid="312336" grpId="0" autoUpdateAnimBg="0"/>
      <p:bldP spid="312337" grpId="0" animBg="1"/>
      <p:bldP spid="312344" grpId="0" animBg="1"/>
      <p:bldP spid="312351" grpId="0" autoUpdateAnimBg="0"/>
      <p:bldP spid="312357" grpId="0" autoUpdateAnimBg="0"/>
      <p:bldP spid="312358" grpId="0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794" name="Text Box 2">
            <a:extLst>
              <a:ext uri="{FF2B5EF4-FFF2-40B4-BE49-F238E27FC236}">
                <a16:creationId xmlns:a16="http://schemas.microsoft.com/office/drawing/2014/main" id="{EE1BDC8A-7C40-1DD1-ED1F-17732AB830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404813"/>
            <a:ext cx="3962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/>
            <a:r>
              <a:rPr kumimoji="1" lang="zh-CN" altLang="en-US" sz="2800">
                <a:solidFill>
                  <a:srgbClr val="FFFF6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四</a:t>
            </a:r>
            <a:r>
              <a:rPr kumimoji="1" lang="en-US" altLang="zh-CN" sz="2800">
                <a:solidFill>
                  <a:srgbClr val="FFFF6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  <a:r>
              <a:rPr kumimoji="1" lang="zh-CN" altLang="en-US" sz="2800">
                <a:solidFill>
                  <a:srgbClr val="FFFF6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摩擦力的功</a:t>
            </a:r>
          </a:p>
        </p:txBody>
      </p:sp>
      <p:sp>
        <p:nvSpPr>
          <p:cNvPr id="545795" name="Text Box 3">
            <a:extLst>
              <a:ext uri="{FF2B5EF4-FFF2-40B4-BE49-F238E27FC236}">
                <a16:creationId xmlns:a16="http://schemas.microsoft.com/office/drawing/2014/main" id="{4385F0E9-7CF0-10C7-A5A3-B895673F81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6125" y="1052513"/>
            <a:ext cx="5035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/>
            <a:r>
              <a:rPr kumimoji="1"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摩擦力</a:t>
            </a:r>
            <a:r>
              <a:rPr kumimoji="1" lang="en-US" altLang="zh-CN" i="1">
                <a:solidFill>
                  <a:srgbClr val="66FF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 </a:t>
            </a:r>
            <a:r>
              <a:rPr kumimoji="1"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在这个过程中所作的功为</a:t>
            </a:r>
            <a:r>
              <a:rPr kumimoji="1" lang="zh-CN" altLang="en-US" b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kumimoji="1" lang="en-US" altLang="zh-CN">
                <a:latin typeface="宋体" panose="02010600030101010101" pitchFamily="2" charset="-122"/>
                <a:ea typeface="宋体" panose="02010600030101010101" pitchFamily="2" charset="-122"/>
              </a:rPr>
              <a:t>:</a:t>
            </a:r>
          </a:p>
        </p:txBody>
      </p:sp>
      <p:graphicFrame>
        <p:nvGraphicFramePr>
          <p:cNvPr id="545796" name="Object 4">
            <a:extLst>
              <a:ext uri="{FF2B5EF4-FFF2-40B4-BE49-F238E27FC236}">
                <a16:creationId xmlns:a16="http://schemas.microsoft.com/office/drawing/2014/main" id="{DD0D7E32-9CF8-8007-A786-8C1205BA60E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00113" y="1628775"/>
          <a:ext cx="2082800" cy="669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057213" imgH="655375" progId="Equation.3">
                  <p:embed/>
                </p:oleObj>
              </mc:Choice>
              <mc:Fallback>
                <p:oleObj name="公式" r:id="rId2" imgW="2057213" imgH="655375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3" y="1628775"/>
                        <a:ext cx="2082800" cy="669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5797" name="AutoShape 5">
            <a:extLst>
              <a:ext uri="{FF2B5EF4-FFF2-40B4-BE49-F238E27FC236}">
                <a16:creationId xmlns:a16="http://schemas.microsoft.com/office/drawing/2014/main" id="{DF90078C-7A56-C4F5-05E6-E6C60E2DEE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9763" y="1557338"/>
            <a:ext cx="2967037" cy="1295400"/>
          </a:xfrm>
          <a:prstGeom prst="parallelogram">
            <a:avLst>
              <a:gd name="adj" fmla="val 57261"/>
            </a:avLst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ctr" eaLnBrk="1" hangingPunct="1"/>
            <a:endParaRPr kumimoji="1" lang="zh-CN" altLang="zh-CN" b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45798" name="Oval 6">
            <a:extLst>
              <a:ext uri="{FF2B5EF4-FFF2-40B4-BE49-F238E27FC236}">
                <a16:creationId xmlns:a16="http://schemas.microsoft.com/office/drawing/2014/main" id="{7E02AF0A-F6A5-5195-4778-0895AD46CB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9363" y="2366963"/>
            <a:ext cx="76200" cy="76200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45799" name="Oval 7">
            <a:extLst>
              <a:ext uri="{FF2B5EF4-FFF2-40B4-BE49-F238E27FC236}">
                <a16:creationId xmlns:a16="http://schemas.microsoft.com/office/drawing/2014/main" id="{C3873576-AF8E-4C0C-2642-84EEF0EE29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70825" y="2214563"/>
            <a:ext cx="76200" cy="76200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545800" name="Object 8">
            <a:extLst>
              <a:ext uri="{FF2B5EF4-FFF2-40B4-BE49-F238E27FC236}">
                <a16:creationId xmlns:a16="http://schemas.microsoft.com/office/drawing/2014/main" id="{87F13092-85EA-CC98-F65A-37DD528A23F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48363" y="2366963"/>
          <a:ext cx="457200" cy="409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28413" imgH="198009" progId="Equation.3">
                  <p:embed/>
                </p:oleObj>
              </mc:Choice>
              <mc:Fallback>
                <p:oleObj name="Equation" r:id="rId4" imgW="228413" imgH="198009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8363" y="2366963"/>
                        <a:ext cx="457200" cy="409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5801" name="Object 9">
            <a:extLst>
              <a:ext uri="{FF2B5EF4-FFF2-40B4-BE49-F238E27FC236}">
                <a16:creationId xmlns:a16="http://schemas.microsoft.com/office/drawing/2014/main" id="{8ABFA012-25AE-733D-26B1-E5E1F6DC647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583488" y="2279650"/>
          <a:ext cx="5080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36376" imgH="198009" progId="Equation.3">
                  <p:embed/>
                </p:oleObj>
              </mc:Choice>
              <mc:Fallback>
                <p:oleObj name="Equation" r:id="rId6" imgW="236376" imgH="198009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83488" y="2279650"/>
                        <a:ext cx="5080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5802" name="Freeform 10">
            <a:extLst>
              <a:ext uri="{FF2B5EF4-FFF2-40B4-BE49-F238E27FC236}">
                <a16:creationId xmlns:a16="http://schemas.microsoft.com/office/drawing/2014/main" id="{6FBD2431-A6FB-3706-CF94-221B0C589853}"/>
              </a:ext>
            </a:extLst>
          </p:cNvPr>
          <p:cNvSpPr>
            <a:spLocks/>
          </p:cNvSpPr>
          <p:nvPr/>
        </p:nvSpPr>
        <p:spPr bwMode="auto">
          <a:xfrm>
            <a:off x="6388100" y="1795463"/>
            <a:ext cx="1524000" cy="571500"/>
          </a:xfrm>
          <a:custGeom>
            <a:avLst/>
            <a:gdLst/>
            <a:ahLst/>
            <a:cxnLst>
              <a:cxn ang="0">
                <a:pos x="0" y="360"/>
              </a:cxn>
              <a:cxn ang="0">
                <a:pos x="144" y="120"/>
              </a:cxn>
              <a:cxn ang="0">
                <a:pos x="432" y="120"/>
              </a:cxn>
              <a:cxn ang="0">
                <a:pos x="768" y="24"/>
              </a:cxn>
              <a:cxn ang="0">
                <a:pos x="960" y="264"/>
              </a:cxn>
            </a:cxnLst>
            <a:rect l="0" t="0" r="r" b="b"/>
            <a:pathLst>
              <a:path w="960" h="360">
                <a:moveTo>
                  <a:pt x="0" y="360"/>
                </a:moveTo>
                <a:cubicBezTo>
                  <a:pt x="36" y="260"/>
                  <a:pt x="72" y="160"/>
                  <a:pt x="144" y="120"/>
                </a:cubicBezTo>
                <a:cubicBezTo>
                  <a:pt x="216" y="80"/>
                  <a:pt x="328" y="136"/>
                  <a:pt x="432" y="120"/>
                </a:cubicBezTo>
                <a:cubicBezTo>
                  <a:pt x="536" y="104"/>
                  <a:pt x="680" y="0"/>
                  <a:pt x="768" y="24"/>
                </a:cubicBezTo>
                <a:cubicBezTo>
                  <a:pt x="856" y="48"/>
                  <a:pt x="908" y="156"/>
                  <a:pt x="960" y="264"/>
                </a:cubicBezTo>
              </a:path>
            </a:pathLst>
          </a:custGeom>
          <a:noFill/>
          <a:ln w="38100" cmpd="sng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45803" name="Line 11">
            <a:extLst>
              <a:ext uri="{FF2B5EF4-FFF2-40B4-BE49-F238E27FC236}">
                <a16:creationId xmlns:a16="http://schemas.microsoft.com/office/drawing/2014/main" id="{49AB47F8-3790-0F12-77D5-6967EC64572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313613" y="1646238"/>
            <a:ext cx="609600" cy="2286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45804" name="Oval 12">
            <a:extLst>
              <a:ext uri="{FF2B5EF4-FFF2-40B4-BE49-F238E27FC236}">
                <a16:creationId xmlns:a16="http://schemas.microsoft.com/office/drawing/2014/main" id="{65D04554-337C-D84A-081B-7F7EA54D2A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50113" y="1874838"/>
            <a:ext cx="76200" cy="76200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45805" name="Line 13">
            <a:extLst>
              <a:ext uri="{FF2B5EF4-FFF2-40B4-BE49-F238E27FC236}">
                <a16:creationId xmlns:a16="http://schemas.microsoft.com/office/drawing/2014/main" id="{1D49C1F6-1D6B-69A7-3BDA-2A3DA10FE2E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575425" y="1912938"/>
            <a:ext cx="677863" cy="225425"/>
          </a:xfrm>
          <a:prstGeom prst="line">
            <a:avLst/>
          </a:prstGeom>
          <a:noFill/>
          <a:ln w="38100">
            <a:solidFill>
              <a:srgbClr val="0099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545806" name="Object 14">
            <a:extLst>
              <a:ext uri="{FF2B5EF4-FFF2-40B4-BE49-F238E27FC236}">
                <a16:creationId xmlns:a16="http://schemas.microsoft.com/office/drawing/2014/main" id="{9B2EA64D-5773-72F4-CB85-04930F3C3B2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924800" y="1706563"/>
          <a:ext cx="252413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53890" imgH="291973" progId="Equation.3">
                  <p:embed/>
                </p:oleObj>
              </mc:Choice>
              <mc:Fallback>
                <p:oleObj name="Equation" r:id="rId8" imgW="253890" imgH="291973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24800" y="1706563"/>
                        <a:ext cx="252413" cy="29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5807" name="Object 15">
            <a:extLst>
              <a:ext uri="{FF2B5EF4-FFF2-40B4-BE49-F238E27FC236}">
                <a16:creationId xmlns:a16="http://schemas.microsoft.com/office/drawing/2014/main" id="{7399CC50-7433-8563-B936-D49A6953E64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523038" y="2149475"/>
          <a:ext cx="411162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52276" imgH="175066" progId="Equation.3">
                  <p:embed/>
                </p:oleObj>
              </mc:Choice>
              <mc:Fallback>
                <p:oleObj name="Equation" r:id="rId10" imgW="152276" imgH="175066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23038" y="2149475"/>
                        <a:ext cx="411162" cy="476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5808" name="Object 16">
            <a:extLst>
              <a:ext uri="{FF2B5EF4-FFF2-40B4-BE49-F238E27FC236}">
                <a16:creationId xmlns:a16="http://schemas.microsoft.com/office/drawing/2014/main" id="{AD9A4792-1F7C-59C0-F670-C661026E0F8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59113" y="1671638"/>
          <a:ext cx="1839912" cy="631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1813373" imgH="617469" progId="Equation.3">
                  <p:embed/>
                </p:oleObj>
              </mc:Choice>
              <mc:Fallback>
                <p:oleObj name="公式" r:id="rId12" imgW="1813373" imgH="617469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9113" y="1671638"/>
                        <a:ext cx="1839912" cy="631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5809" name="Object 17">
            <a:extLst>
              <a:ext uri="{FF2B5EF4-FFF2-40B4-BE49-F238E27FC236}">
                <a16:creationId xmlns:a16="http://schemas.microsoft.com/office/drawing/2014/main" id="{3E29547C-35EC-E014-2E8B-D77F7270479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87450" y="2420938"/>
          <a:ext cx="1508125" cy="631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1485931" imgH="617469" progId="Equation.3">
                  <p:embed/>
                </p:oleObj>
              </mc:Choice>
              <mc:Fallback>
                <p:oleObj name="公式" r:id="rId14" imgW="1485931" imgH="617469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450" y="2420938"/>
                        <a:ext cx="1508125" cy="631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5810" name="Object 18">
            <a:extLst>
              <a:ext uri="{FF2B5EF4-FFF2-40B4-BE49-F238E27FC236}">
                <a16:creationId xmlns:a16="http://schemas.microsoft.com/office/drawing/2014/main" id="{A6C20CD8-54EE-EC26-AA5A-AAC2BBCF7DC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96975" y="3295650"/>
          <a:ext cx="1214438" cy="277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1188844" imgH="266839" progId="Equation.3">
                  <p:embed/>
                </p:oleObj>
              </mc:Choice>
              <mc:Fallback>
                <p:oleObj name="公式" r:id="rId16" imgW="1188844" imgH="266839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6975" y="3295650"/>
                        <a:ext cx="1214438" cy="277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5811" name="Text Box 19">
            <a:extLst>
              <a:ext uri="{FF2B5EF4-FFF2-40B4-BE49-F238E27FC236}">
                <a16:creationId xmlns:a16="http://schemas.microsoft.com/office/drawing/2014/main" id="{F9B02B3A-56DA-D7DF-1E39-BC24912AE9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0888" y="5445125"/>
            <a:ext cx="766445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/>
            <a:r>
              <a:rPr kumimoji="1" lang="zh-CN" altLang="en-US">
                <a:solidFill>
                  <a:srgbClr val="66FF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摩擦力的功，不仅与始、末位置有关，而且与质点</a:t>
            </a:r>
          </a:p>
          <a:p>
            <a:pPr eaLnBrk="1" hangingPunct="1"/>
            <a:r>
              <a:rPr kumimoji="1" lang="zh-CN" altLang="en-US">
                <a:solidFill>
                  <a:srgbClr val="66FF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所行经的路径有关 。</a:t>
            </a:r>
          </a:p>
        </p:txBody>
      </p:sp>
      <p:sp>
        <p:nvSpPr>
          <p:cNvPr id="545812" name="Text Box 20">
            <a:extLst>
              <a:ext uri="{FF2B5EF4-FFF2-40B4-BE49-F238E27FC236}">
                <a16:creationId xmlns:a16="http://schemas.microsoft.com/office/drawing/2014/main" id="{2FFC25CF-52A6-5D62-86F8-A0D41AD91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8350" y="3789363"/>
            <a:ext cx="7010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/>
            <a:r>
              <a:rPr kumimoji="1"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摩擦力方向始终与质点速度方向相反</a:t>
            </a:r>
          </a:p>
        </p:txBody>
      </p:sp>
      <p:sp>
        <p:nvSpPr>
          <p:cNvPr id="545813" name="Rectangle 21">
            <a:extLst>
              <a:ext uri="{FF2B5EF4-FFF2-40B4-BE49-F238E27FC236}">
                <a16:creationId xmlns:a16="http://schemas.microsoft.com/office/drawing/2014/main" id="{709CD4B2-87A1-CA07-9454-2EB47A1875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1525" y="4987925"/>
            <a:ext cx="895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ctr" eaLnBrk="1" hangingPunct="1"/>
            <a:r>
              <a:rPr kumimoji="1" lang="zh-CN" altLang="en-US">
                <a:solidFill>
                  <a:srgbClr val="FFFF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结论</a:t>
            </a:r>
            <a:r>
              <a:rPr kumimoji="1" lang="en-US" altLang="zh-CN">
                <a:solidFill>
                  <a:srgbClr val="FFFF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:</a:t>
            </a:r>
          </a:p>
        </p:txBody>
      </p:sp>
      <p:graphicFrame>
        <p:nvGraphicFramePr>
          <p:cNvPr id="545814" name="Object 22">
            <a:extLst>
              <a:ext uri="{FF2B5EF4-FFF2-40B4-BE49-F238E27FC236}">
                <a16:creationId xmlns:a16="http://schemas.microsoft.com/office/drawing/2014/main" id="{98C2F725-BA90-0FDE-7193-174B145FE36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00113" y="4448175"/>
          <a:ext cx="1482725" cy="315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1455576" imgH="304745" progId="Equation.3">
                  <p:embed/>
                </p:oleObj>
              </mc:Choice>
              <mc:Fallback>
                <p:oleObj name="公式" r:id="rId18" imgW="1455576" imgH="304745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3" y="4448175"/>
                        <a:ext cx="1482725" cy="315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5815" name="Freeform 23">
            <a:extLst>
              <a:ext uri="{FF2B5EF4-FFF2-40B4-BE49-F238E27FC236}">
                <a16:creationId xmlns:a16="http://schemas.microsoft.com/office/drawing/2014/main" id="{A30400D8-D695-73B1-6640-74EE2502942A}"/>
              </a:ext>
            </a:extLst>
          </p:cNvPr>
          <p:cNvSpPr>
            <a:spLocks/>
          </p:cNvSpPr>
          <p:nvPr/>
        </p:nvSpPr>
        <p:spPr bwMode="auto">
          <a:xfrm>
            <a:off x="6405563" y="2290763"/>
            <a:ext cx="1447800" cy="393700"/>
          </a:xfrm>
          <a:custGeom>
            <a:avLst/>
            <a:gdLst/>
            <a:ahLst/>
            <a:cxnLst>
              <a:cxn ang="0">
                <a:pos x="0" y="96"/>
              </a:cxn>
              <a:cxn ang="0">
                <a:pos x="144" y="240"/>
              </a:cxn>
              <a:cxn ang="0">
                <a:pos x="576" y="144"/>
              </a:cxn>
              <a:cxn ang="0">
                <a:pos x="912" y="0"/>
              </a:cxn>
            </a:cxnLst>
            <a:rect l="0" t="0" r="r" b="b"/>
            <a:pathLst>
              <a:path w="912" h="248">
                <a:moveTo>
                  <a:pt x="0" y="96"/>
                </a:moveTo>
                <a:cubicBezTo>
                  <a:pt x="24" y="164"/>
                  <a:pt x="48" y="232"/>
                  <a:pt x="144" y="240"/>
                </a:cubicBezTo>
                <a:cubicBezTo>
                  <a:pt x="240" y="248"/>
                  <a:pt x="448" y="184"/>
                  <a:pt x="576" y="144"/>
                </a:cubicBezTo>
                <a:cubicBezTo>
                  <a:pt x="704" y="104"/>
                  <a:pt x="808" y="52"/>
                  <a:pt x="912" y="0"/>
                </a:cubicBezTo>
              </a:path>
            </a:pathLst>
          </a:custGeom>
          <a:noFill/>
          <a:ln w="28575" cap="flat" cmpd="sng">
            <a:solidFill>
              <a:srgbClr val="FF0000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545816" name="Picture 24" descr="j0293240">
            <a:extLst>
              <a:ext uri="{FF2B5EF4-FFF2-40B4-BE49-F238E27FC236}">
                <a16:creationId xmlns:a16="http://schemas.microsoft.com/office/drawing/2014/main" id="{B3BCB845-1276-F473-9AEF-89EAADFAA1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9325" y="6381750"/>
            <a:ext cx="611188" cy="452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457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545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5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5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5458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5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5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5457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5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5458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5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2" dur="500"/>
                                        <p:tgtEl>
                                          <p:spTgt spid="545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5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545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5458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5458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5458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5458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5458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5458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5458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5458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5458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5458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5794" grpId="0" autoUpdateAnimBg="0"/>
      <p:bldP spid="545795" grpId="0" autoUpdateAnimBg="0"/>
      <p:bldP spid="545797" grpId="0" animBg="1" autoUpdateAnimBg="0"/>
      <p:bldP spid="545798" grpId="0" animBg="1"/>
      <p:bldP spid="545799" grpId="0" animBg="1"/>
      <p:bldP spid="545804" grpId="0" animBg="1"/>
      <p:bldP spid="545811" grpId="0" autoUpdateAnimBg="0"/>
      <p:bldP spid="545812" grpId="0" autoUpdateAnimBg="0"/>
      <p:bldP spid="545813" grpId="0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62" name="Text Box 2">
            <a:extLst>
              <a:ext uri="{FF2B5EF4-FFF2-40B4-BE49-F238E27FC236}">
                <a16:creationId xmlns:a16="http://schemas.microsoft.com/office/drawing/2014/main" id="{CE649DAA-1D5C-4186-88F2-10B2BB16CD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5450" y="476250"/>
            <a:ext cx="584993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/>
            <a:r>
              <a:rPr kumimoji="1" lang="en-US" altLang="zh-CN" sz="3200">
                <a:solidFill>
                  <a:srgbClr val="00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§3.4  </a:t>
            </a:r>
            <a:r>
              <a:rPr kumimoji="1" lang="zh-CN" altLang="en-US" sz="3200">
                <a:solidFill>
                  <a:srgbClr val="00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势能  机械能守恒定律</a:t>
            </a:r>
            <a:r>
              <a:rPr kumimoji="1" lang="zh-CN" altLang="en-US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</a:p>
        </p:txBody>
      </p:sp>
      <p:sp>
        <p:nvSpPr>
          <p:cNvPr id="552963" name="Text Box 3">
            <a:extLst>
              <a:ext uri="{FF2B5EF4-FFF2-40B4-BE49-F238E27FC236}">
                <a16:creationId xmlns:a16="http://schemas.microsoft.com/office/drawing/2014/main" id="{7AAECA35-C323-877A-570E-F9EB4ECF07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9550" y="1122363"/>
            <a:ext cx="29908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/>
            <a:r>
              <a:rPr kumimoji="1" lang="zh-CN" altLang="en-US" sz="2800">
                <a:solidFill>
                  <a:srgbClr val="FFFF6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一</a:t>
            </a:r>
            <a:r>
              <a:rPr kumimoji="1" lang="en-US" altLang="zh-CN" sz="2800">
                <a:solidFill>
                  <a:srgbClr val="FFFF6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  <a:r>
              <a:rPr kumimoji="1" lang="zh-CN" altLang="en-US" sz="2800">
                <a:solidFill>
                  <a:srgbClr val="FFFF6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保守力</a:t>
            </a:r>
          </a:p>
        </p:txBody>
      </p:sp>
      <p:sp>
        <p:nvSpPr>
          <p:cNvPr id="552964" name="Text Box 4">
            <a:extLst>
              <a:ext uri="{FF2B5EF4-FFF2-40B4-BE49-F238E27FC236}">
                <a16:creationId xmlns:a16="http://schemas.microsoft.com/office/drawing/2014/main" id="{D41BF72D-1375-5ECC-F2E0-16A04FC4A5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9463" y="1628775"/>
            <a:ext cx="780415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kumimoji="1" lang="zh-CN" altLang="en-US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如果力所做的功与路径无关，而只决定于物体的始末</a:t>
            </a:r>
          </a:p>
          <a:p>
            <a:pPr eaLnBrk="1" hangingPunct="1">
              <a:lnSpc>
                <a:spcPct val="125000"/>
              </a:lnSpc>
            </a:pPr>
            <a:r>
              <a:rPr kumimoji="1" lang="zh-CN" altLang="en-US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相对位置，这样的力</a:t>
            </a:r>
            <a:r>
              <a:rPr kumimoji="1" lang="zh-CN" altLang="en-US">
                <a:solidFill>
                  <a:srgbClr val="FF99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称为</a:t>
            </a:r>
            <a:r>
              <a:rPr kumimoji="1" lang="zh-CN" altLang="en-US">
                <a:solidFill>
                  <a:srgbClr val="66FF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保守力</a:t>
            </a:r>
            <a:r>
              <a:rPr kumimoji="1" lang="zh-CN" altLang="en-US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  <a:endParaRPr kumimoji="1" lang="zh-CN" altLang="en-US" b="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52965" name="Text Box 5">
            <a:extLst>
              <a:ext uri="{FF2B5EF4-FFF2-40B4-BE49-F238E27FC236}">
                <a16:creationId xmlns:a16="http://schemas.microsoft.com/office/drawing/2014/main" id="{C9D22D0C-0C4F-66F1-A803-1FCE87AF01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9625" y="2767013"/>
            <a:ext cx="54229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/>
            <a:r>
              <a:rPr kumimoji="1"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保守力沿闭合路径一周所做的功为零。</a:t>
            </a:r>
            <a:r>
              <a:rPr kumimoji="1" lang="zh-CN" altLang="en-US" b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552966" name="Rectangle 6">
            <a:extLst>
              <a:ext uri="{FF2B5EF4-FFF2-40B4-BE49-F238E27FC236}">
                <a16:creationId xmlns:a16="http://schemas.microsoft.com/office/drawing/2014/main" id="{8C8827E2-3AD3-42D2-CE7C-943474CD22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67425" y="2767013"/>
            <a:ext cx="2438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/>
            <a:r>
              <a:rPr kumimoji="1" lang="en-US" altLang="zh-CN" sz="18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kumimoji="1" lang="en-US" altLang="zh-CN" sz="1800" b="0"/>
              <a:t> </a:t>
            </a:r>
            <a:r>
              <a:rPr kumimoji="1"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即   </a:t>
            </a:r>
          </a:p>
        </p:txBody>
      </p:sp>
      <p:sp>
        <p:nvSpPr>
          <p:cNvPr id="552967" name="Text Box 7">
            <a:extLst>
              <a:ext uri="{FF2B5EF4-FFF2-40B4-BE49-F238E27FC236}">
                <a16:creationId xmlns:a16="http://schemas.microsoft.com/office/drawing/2014/main" id="{7DF97D20-45D8-AF35-578B-55B0ABA6FD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8350" y="4489450"/>
            <a:ext cx="60277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/>
            <a:r>
              <a:rPr kumimoji="1"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例如重力、万有引力、弹性力都是保守力。</a:t>
            </a:r>
            <a:r>
              <a:rPr kumimoji="1" lang="zh-CN" altLang="en-US" b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552968" name="Text Box 8">
            <a:extLst>
              <a:ext uri="{FF2B5EF4-FFF2-40B4-BE49-F238E27FC236}">
                <a16:creationId xmlns:a16="http://schemas.microsoft.com/office/drawing/2014/main" id="{D494C476-50E7-1EB0-7474-2E234C8A33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7238" y="5099050"/>
            <a:ext cx="5137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/>
            <a:r>
              <a:rPr kumimoji="1"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作功与路径有关的力</a:t>
            </a:r>
            <a:r>
              <a:rPr kumimoji="1" lang="zh-CN" altLang="en-US">
                <a:solidFill>
                  <a:srgbClr val="FF99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称为</a:t>
            </a:r>
            <a:r>
              <a:rPr kumimoji="1" lang="zh-CN" altLang="en-US">
                <a:solidFill>
                  <a:srgbClr val="66FF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非保守力</a:t>
            </a:r>
            <a:r>
              <a:rPr kumimoji="1"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  <a:r>
              <a:rPr kumimoji="1" lang="zh-CN" altLang="en-US" b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552969" name="Text Box 9">
            <a:extLst>
              <a:ext uri="{FF2B5EF4-FFF2-40B4-BE49-F238E27FC236}">
                <a16:creationId xmlns:a16="http://schemas.microsoft.com/office/drawing/2014/main" id="{8BFDBD8D-70B5-D24B-07EA-A4A4D55860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1050" y="5708650"/>
            <a:ext cx="2667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/>
            <a:r>
              <a:rPr kumimoji="1"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例如</a:t>
            </a:r>
            <a:r>
              <a:rPr kumimoji="1" lang="en-US" altLang="zh-CN">
                <a:latin typeface="宋体" panose="02010600030101010101" pitchFamily="2" charset="-122"/>
                <a:ea typeface="宋体" panose="02010600030101010101" pitchFamily="2" charset="-122"/>
              </a:rPr>
              <a:t>: </a:t>
            </a:r>
            <a:r>
              <a:rPr kumimoji="1"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摩擦力</a:t>
            </a:r>
          </a:p>
        </p:txBody>
      </p:sp>
      <p:graphicFrame>
        <p:nvGraphicFramePr>
          <p:cNvPr id="552970" name="Object 10">
            <a:extLst>
              <a:ext uri="{FF2B5EF4-FFF2-40B4-BE49-F238E27FC236}">
                <a16:creationId xmlns:a16="http://schemas.microsoft.com/office/drawing/2014/main" id="{A7B64F44-8017-4A1F-81FB-BC20D35D1DA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89150" y="3573463"/>
          <a:ext cx="1620838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607851" imgH="785054" progId="Equation.3">
                  <p:embed/>
                </p:oleObj>
              </mc:Choice>
              <mc:Fallback>
                <p:oleObj name="Equation" r:id="rId2" imgW="1607851" imgH="785054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89150" y="3573463"/>
                        <a:ext cx="1620838" cy="800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52971" name="Picture 11" descr="j0293240">
            <a:extLst>
              <a:ext uri="{FF2B5EF4-FFF2-40B4-BE49-F238E27FC236}">
                <a16:creationId xmlns:a16="http://schemas.microsoft.com/office/drawing/2014/main" id="{713E2AE9-C443-C234-8D18-675F21F201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9325" y="6381750"/>
            <a:ext cx="611188" cy="452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529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529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52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529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2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2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5529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5529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5529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5529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5529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2962" grpId="0" autoUpdateAnimBg="0"/>
      <p:bldP spid="552963" grpId="0" autoUpdateAnimBg="0"/>
      <p:bldP spid="552964" grpId="0" autoUpdateAnimBg="0"/>
      <p:bldP spid="552965" grpId="0" autoUpdateAnimBg="0"/>
      <p:bldP spid="552966" grpId="0" autoUpdateAnimBg="0"/>
      <p:bldP spid="552967" grpId="0" autoUpdateAnimBg="0"/>
      <p:bldP spid="552968" grpId="0" autoUpdateAnimBg="0"/>
      <p:bldP spid="552969" grpId="0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53986" name="Object 2">
            <a:extLst>
              <a:ext uri="{FF2B5EF4-FFF2-40B4-BE49-F238E27FC236}">
                <a16:creationId xmlns:a16="http://schemas.microsoft.com/office/drawing/2014/main" id="{732EB0FF-6E1E-FE49-6EBA-6DD222C9CB6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49525" y="2068513"/>
          <a:ext cx="2338388" cy="784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309016" imgH="769592" progId="Equation.3">
                  <p:embed/>
                </p:oleObj>
              </mc:Choice>
              <mc:Fallback>
                <p:oleObj name="Equation" r:id="rId2" imgW="2309016" imgH="769592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49525" y="2068513"/>
                        <a:ext cx="2338388" cy="784225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rgbClr val="66FFFF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3987" name="Rectangle 3">
            <a:extLst>
              <a:ext uri="{FF2B5EF4-FFF2-40B4-BE49-F238E27FC236}">
                <a16:creationId xmlns:a16="http://schemas.microsoft.com/office/drawing/2014/main" id="{39E3B9B4-D016-3F3B-2600-4E8006C871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6925" y="765175"/>
            <a:ext cx="800100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kumimoji="1"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质点在保守力场中某点的势能，在量值上等于质点从</a:t>
            </a:r>
            <a:r>
              <a:rPr kumimoji="1" lang="en-US" altLang="zh-CN" i="1">
                <a:solidFill>
                  <a:srgbClr val="66FF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</a:t>
            </a:r>
          </a:p>
          <a:p>
            <a:pPr eaLnBrk="1" hangingPunct="1">
              <a:lnSpc>
                <a:spcPct val="125000"/>
              </a:lnSpc>
            </a:pPr>
            <a:r>
              <a:rPr kumimoji="1"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点移动至零势能点</a:t>
            </a:r>
            <a:r>
              <a:rPr kumimoji="1" lang="en-US" altLang="zh-CN" i="1">
                <a:solidFill>
                  <a:srgbClr val="66FF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</a:t>
            </a:r>
            <a:r>
              <a:rPr kumimoji="1" lang="en-US" altLang="zh-CN" baseline="-30000">
                <a:solidFill>
                  <a:srgbClr val="66FF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r>
              <a:rPr kumimoji="1"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的过程中保守力</a:t>
            </a:r>
            <a:r>
              <a:rPr kumimoji="1" lang="en-US" altLang="zh-CN" i="1">
                <a:latin typeface="宋体" panose="02010600030101010101" pitchFamily="2" charset="-122"/>
                <a:ea typeface="宋体" panose="02010600030101010101" pitchFamily="2" charset="-122"/>
              </a:rPr>
              <a:t>F</a:t>
            </a:r>
            <a:r>
              <a:rPr kumimoji="1"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所作的功。 </a:t>
            </a:r>
          </a:p>
        </p:txBody>
      </p:sp>
      <p:sp>
        <p:nvSpPr>
          <p:cNvPr id="553988" name="Text Box 4">
            <a:extLst>
              <a:ext uri="{FF2B5EF4-FFF2-40B4-BE49-F238E27FC236}">
                <a16:creationId xmlns:a16="http://schemas.microsoft.com/office/drawing/2014/main" id="{4FB9681E-19B0-C9E6-ACBD-5C78562DE2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2997200"/>
            <a:ext cx="18478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/>
            <a:r>
              <a:rPr kumimoji="1" lang="en-US" altLang="zh-CN">
                <a:solidFill>
                  <a:srgbClr val="FFFF6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1.</a:t>
            </a:r>
            <a:r>
              <a:rPr kumimoji="1" lang="zh-CN" altLang="en-US">
                <a:solidFill>
                  <a:srgbClr val="FFFF6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重力势能</a:t>
            </a:r>
            <a:r>
              <a:rPr kumimoji="1" lang="zh-CN" altLang="en-US" b="0">
                <a:solidFill>
                  <a:schemeClr val="tx1"/>
                </a:solidFill>
              </a:rPr>
              <a:t> </a:t>
            </a:r>
          </a:p>
        </p:txBody>
      </p:sp>
      <p:graphicFrame>
        <p:nvGraphicFramePr>
          <p:cNvPr id="553989" name="Object 5">
            <a:extLst>
              <a:ext uri="{FF2B5EF4-FFF2-40B4-BE49-F238E27FC236}">
                <a16:creationId xmlns:a16="http://schemas.microsoft.com/office/drawing/2014/main" id="{7C3C3FE8-4302-3156-67B2-D8164ABAE6B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43000" y="3505200"/>
          <a:ext cx="2976563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933544" imgH="769592" progId="Equation.3">
                  <p:embed/>
                </p:oleObj>
              </mc:Choice>
              <mc:Fallback>
                <p:oleObj name="Equation" r:id="rId4" imgW="2933544" imgH="769592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3505200"/>
                        <a:ext cx="2976563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3990" name="Text Box 6">
            <a:extLst>
              <a:ext uri="{FF2B5EF4-FFF2-40B4-BE49-F238E27FC236}">
                <a16:creationId xmlns:a16="http://schemas.microsoft.com/office/drawing/2014/main" id="{2BB7FF69-B2C7-E13A-C2BA-DFB453BD93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4292600"/>
            <a:ext cx="18573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/>
            <a:r>
              <a:rPr kumimoji="1" lang="en-US" altLang="zh-CN">
                <a:solidFill>
                  <a:srgbClr val="FFFF6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2.</a:t>
            </a:r>
            <a:r>
              <a:rPr kumimoji="1" lang="zh-CN" altLang="en-US">
                <a:solidFill>
                  <a:srgbClr val="FFFF6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弹性势能</a:t>
            </a:r>
            <a:r>
              <a:rPr kumimoji="1" lang="zh-CN" altLang="en-US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</a:p>
        </p:txBody>
      </p:sp>
      <p:graphicFrame>
        <p:nvGraphicFramePr>
          <p:cNvPr id="553991" name="Object 7">
            <a:extLst>
              <a:ext uri="{FF2B5EF4-FFF2-40B4-BE49-F238E27FC236}">
                <a16:creationId xmlns:a16="http://schemas.microsoft.com/office/drawing/2014/main" id="{8149AF71-8BAA-52FA-19D1-31BC9456FEF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76338" y="4805363"/>
          <a:ext cx="2557462" cy="784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537429" imgH="769592" progId="Equation.3">
                  <p:embed/>
                </p:oleObj>
              </mc:Choice>
              <mc:Fallback>
                <p:oleObj name="Equation" r:id="rId6" imgW="2537429" imgH="769592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76338" y="4805363"/>
                        <a:ext cx="2557462" cy="784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8">
            <a:extLst>
              <a:ext uri="{FF2B5EF4-FFF2-40B4-BE49-F238E27FC236}">
                <a16:creationId xmlns:a16="http://schemas.microsoft.com/office/drawing/2014/main" id="{82D66445-A2E2-DE03-7C63-1695A592A7E0}"/>
              </a:ext>
            </a:extLst>
          </p:cNvPr>
          <p:cNvGrpSpPr>
            <a:grpSpLocks/>
          </p:cNvGrpSpPr>
          <p:nvPr/>
        </p:nvGrpSpPr>
        <p:grpSpPr bwMode="auto">
          <a:xfrm>
            <a:off x="5486400" y="1862138"/>
            <a:ext cx="2841625" cy="2354262"/>
            <a:chOff x="3264" y="261"/>
            <a:chExt cx="1790" cy="1483"/>
          </a:xfrm>
        </p:grpSpPr>
        <p:sp>
          <p:nvSpPr>
            <p:cNvPr id="553993" name="Line 9">
              <a:extLst>
                <a:ext uri="{FF2B5EF4-FFF2-40B4-BE49-F238E27FC236}">
                  <a16:creationId xmlns:a16="http://schemas.microsoft.com/office/drawing/2014/main" id="{22745809-4F5A-FEDA-1A7D-0259014BC7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80" y="1275"/>
              <a:ext cx="1248" cy="0"/>
            </a:xfrm>
            <a:prstGeom prst="line">
              <a:avLst/>
            </a:prstGeom>
            <a:noFill/>
            <a:ln w="28575">
              <a:solidFill>
                <a:srgbClr val="CCFFFF"/>
              </a:solidFill>
              <a:round/>
              <a:headEnd/>
              <a:tailEnd type="triangle" w="med" len="lg"/>
            </a:ln>
            <a:effectLst/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53994" name="Line 10">
              <a:extLst>
                <a:ext uri="{FF2B5EF4-FFF2-40B4-BE49-F238E27FC236}">
                  <a16:creationId xmlns:a16="http://schemas.microsoft.com/office/drawing/2014/main" id="{77FBE764-5DF9-0C37-FAC3-806ED7B44BB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529" y="1264"/>
              <a:ext cx="240" cy="480"/>
            </a:xfrm>
            <a:prstGeom prst="line">
              <a:avLst/>
            </a:prstGeom>
            <a:noFill/>
            <a:ln w="28575">
              <a:solidFill>
                <a:srgbClr val="CCFFFF"/>
              </a:solidFill>
              <a:round/>
              <a:headEnd/>
              <a:tailEnd type="triangle" w="med" len="lg"/>
            </a:ln>
            <a:effectLst/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53995" name="Line 11">
              <a:extLst>
                <a:ext uri="{FF2B5EF4-FFF2-40B4-BE49-F238E27FC236}">
                  <a16:creationId xmlns:a16="http://schemas.microsoft.com/office/drawing/2014/main" id="{BBB50BCE-FAB9-D222-C7B1-02B90BA0B85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80" y="315"/>
              <a:ext cx="0" cy="960"/>
            </a:xfrm>
            <a:prstGeom prst="line">
              <a:avLst/>
            </a:prstGeom>
            <a:noFill/>
            <a:ln w="28575">
              <a:solidFill>
                <a:srgbClr val="CCFFFF"/>
              </a:solidFill>
              <a:round/>
              <a:headEnd/>
              <a:tailEnd type="triangle" w="med" len="lg"/>
            </a:ln>
            <a:effectLst/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3582" name="Text Box 12">
              <a:extLst>
                <a:ext uri="{FF2B5EF4-FFF2-40B4-BE49-F238E27FC236}">
                  <a16:creationId xmlns:a16="http://schemas.microsoft.com/office/drawing/2014/main" id="{D9FDA04A-7BBB-6701-635D-8BFF1083ACC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64" y="1413"/>
              <a:ext cx="22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9pPr>
            </a:lstStyle>
            <a:p>
              <a:pPr eaLnBrk="1" hangingPunct="1"/>
              <a:r>
                <a:rPr kumimoji="1" lang="en-US" altLang="zh-CN" sz="2800">
                  <a:solidFill>
                    <a:srgbClr val="FFFF66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x</a:t>
              </a:r>
            </a:p>
          </p:txBody>
        </p:sp>
        <p:sp>
          <p:nvSpPr>
            <p:cNvPr id="23583" name="Text Box 13">
              <a:extLst>
                <a:ext uri="{FF2B5EF4-FFF2-40B4-BE49-F238E27FC236}">
                  <a16:creationId xmlns:a16="http://schemas.microsoft.com/office/drawing/2014/main" id="{8BF2A392-790B-2BFA-3D90-5A6CC4BFB1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26" y="900"/>
              <a:ext cx="22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9pPr>
            </a:lstStyle>
            <a:p>
              <a:pPr eaLnBrk="1" hangingPunct="1"/>
              <a:r>
                <a:rPr kumimoji="1" lang="en-US" altLang="zh-CN" sz="2800">
                  <a:solidFill>
                    <a:srgbClr val="FFFF66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y</a:t>
              </a:r>
            </a:p>
          </p:txBody>
        </p:sp>
        <p:sp>
          <p:nvSpPr>
            <p:cNvPr id="23584" name="Text Box 14">
              <a:extLst>
                <a:ext uri="{FF2B5EF4-FFF2-40B4-BE49-F238E27FC236}">
                  <a16:creationId xmlns:a16="http://schemas.microsoft.com/office/drawing/2014/main" id="{410F2866-60B5-C1D5-8B10-BC56D6FFD11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69" y="261"/>
              <a:ext cx="215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9pPr>
            </a:lstStyle>
            <a:p>
              <a:pPr eaLnBrk="1" hangingPunct="1"/>
              <a:r>
                <a:rPr kumimoji="1" lang="en-US" altLang="zh-CN" sz="2800">
                  <a:solidFill>
                    <a:srgbClr val="FFFF66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z</a:t>
              </a:r>
            </a:p>
          </p:txBody>
        </p:sp>
        <p:sp>
          <p:nvSpPr>
            <p:cNvPr id="23585" name="Text Box 15">
              <a:extLst>
                <a:ext uri="{FF2B5EF4-FFF2-40B4-BE49-F238E27FC236}">
                  <a16:creationId xmlns:a16="http://schemas.microsoft.com/office/drawing/2014/main" id="{4D37BE79-E4D7-DBCB-0C9B-DC6CCF0D1B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82" y="1029"/>
              <a:ext cx="22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9pPr>
            </a:lstStyle>
            <a:p>
              <a:pPr eaLnBrk="1" hangingPunct="1"/>
              <a:r>
                <a:rPr kumimoji="1" lang="en-US" altLang="zh-CN" sz="2800">
                  <a:solidFill>
                    <a:srgbClr val="FFFF66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o</a:t>
              </a:r>
            </a:p>
          </p:txBody>
        </p:sp>
      </p:grpSp>
      <p:sp>
        <p:nvSpPr>
          <p:cNvPr id="554000" name="Oval 16">
            <a:extLst>
              <a:ext uri="{FF2B5EF4-FFF2-40B4-BE49-F238E27FC236}">
                <a16:creationId xmlns:a16="http://schemas.microsoft.com/office/drawing/2014/main" id="{7C598E8E-981B-A6D6-1522-EE015E1899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42213" y="3929063"/>
            <a:ext cx="76200" cy="76200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554001" name="Object 17">
            <a:extLst>
              <a:ext uri="{FF2B5EF4-FFF2-40B4-BE49-F238E27FC236}">
                <a16:creationId xmlns:a16="http://schemas.microsoft.com/office/drawing/2014/main" id="{A83C11E9-E963-25D8-DE68-9E9E5BF3EBB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38950" y="4029075"/>
          <a:ext cx="1981200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952469" imgH="213471" progId="Equation.3">
                  <p:embed/>
                </p:oleObj>
              </mc:Choice>
              <mc:Fallback>
                <p:oleObj name="Equation" r:id="rId8" imgW="952469" imgH="213471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38950" y="4029075"/>
                        <a:ext cx="1981200" cy="466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4002" name="Freeform 18">
            <a:extLst>
              <a:ext uri="{FF2B5EF4-FFF2-40B4-BE49-F238E27FC236}">
                <a16:creationId xmlns:a16="http://schemas.microsoft.com/office/drawing/2014/main" id="{088CB0B1-5644-7358-1FB2-5FB6856AE9F3}"/>
              </a:ext>
            </a:extLst>
          </p:cNvPr>
          <p:cNvSpPr>
            <a:spLocks/>
          </p:cNvSpPr>
          <p:nvPr/>
        </p:nvSpPr>
        <p:spPr bwMode="auto">
          <a:xfrm>
            <a:off x="6762750" y="2405063"/>
            <a:ext cx="952500" cy="1524000"/>
          </a:xfrm>
          <a:custGeom>
            <a:avLst/>
            <a:gdLst/>
            <a:ahLst/>
            <a:cxnLst>
              <a:cxn ang="0">
                <a:pos x="528" y="960"/>
              </a:cxn>
              <a:cxn ang="0">
                <a:pos x="576" y="576"/>
              </a:cxn>
              <a:cxn ang="0">
                <a:pos x="384" y="192"/>
              </a:cxn>
              <a:cxn ang="0">
                <a:pos x="0" y="0"/>
              </a:cxn>
            </a:cxnLst>
            <a:rect l="0" t="0" r="r" b="b"/>
            <a:pathLst>
              <a:path w="600" h="960">
                <a:moveTo>
                  <a:pt x="528" y="960"/>
                </a:moveTo>
                <a:cubicBezTo>
                  <a:pt x="564" y="832"/>
                  <a:pt x="600" y="704"/>
                  <a:pt x="576" y="576"/>
                </a:cubicBezTo>
                <a:cubicBezTo>
                  <a:pt x="552" y="448"/>
                  <a:pt x="480" y="288"/>
                  <a:pt x="384" y="192"/>
                </a:cubicBezTo>
                <a:cubicBezTo>
                  <a:pt x="288" y="96"/>
                  <a:pt x="144" y="48"/>
                  <a:pt x="0" y="0"/>
                </a:cubicBezTo>
              </a:path>
            </a:pathLst>
          </a:custGeom>
          <a:noFill/>
          <a:ln w="28575" cmpd="sng">
            <a:solidFill>
              <a:srgbClr val="00FF99"/>
            </a:solidFill>
            <a:round/>
            <a:headEnd/>
            <a:tailEnd/>
          </a:ln>
          <a:effectLst/>
        </p:spPr>
        <p:txBody>
          <a:bodyPr/>
          <a:lstStyle/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54003" name="Oval 19">
            <a:extLst>
              <a:ext uri="{FF2B5EF4-FFF2-40B4-BE49-F238E27FC236}">
                <a16:creationId xmlns:a16="http://schemas.microsoft.com/office/drawing/2014/main" id="{7660BE59-FA8A-C3E2-E0A5-C94D71247E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80200" y="2370138"/>
            <a:ext cx="76200" cy="76200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554004" name="Object 20">
            <a:extLst>
              <a:ext uri="{FF2B5EF4-FFF2-40B4-BE49-F238E27FC236}">
                <a16:creationId xmlns:a16="http://schemas.microsoft.com/office/drawing/2014/main" id="{9C25FBF0-A853-831F-45A2-71B5D7F8FAE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762750" y="2024063"/>
          <a:ext cx="1447800" cy="398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724056" imgH="190528" progId="Equation.3">
                  <p:embed/>
                </p:oleObj>
              </mc:Choice>
              <mc:Fallback>
                <p:oleObj name="Equation" r:id="rId10" imgW="724056" imgH="190528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62750" y="2024063"/>
                        <a:ext cx="1447800" cy="398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4005" name="Line 21">
            <a:extLst>
              <a:ext uri="{FF2B5EF4-FFF2-40B4-BE49-F238E27FC236}">
                <a16:creationId xmlns:a16="http://schemas.microsoft.com/office/drawing/2014/main" id="{3D39CC83-DF92-CF87-6696-3B5F95641590}"/>
              </a:ext>
            </a:extLst>
          </p:cNvPr>
          <p:cNvSpPr>
            <a:spLocks noChangeShapeType="1"/>
          </p:cNvSpPr>
          <p:nvPr/>
        </p:nvSpPr>
        <p:spPr bwMode="auto">
          <a:xfrm>
            <a:off x="7372350" y="2709863"/>
            <a:ext cx="0" cy="609600"/>
          </a:xfrm>
          <a:prstGeom prst="line">
            <a:avLst/>
          </a:prstGeom>
          <a:noFill/>
          <a:ln w="38100">
            <a:solidFill>
              <a:srgbClr val="FFFF66"/>
            </a:solidFill>
            <a:round/>
            <a:headEnd/>
            <a:tailEnd type="triangle" w="med" len="lg"/>
          </a:ln>
          <a:effectLst/>
        </p:spPr>
        <p:txBody>
          <a:bodyPr/>
          <a:lstStyle/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54006" name="Text Box 22">
            <a:extLst>
              <a:ext uri="{FF2B5EF4-FFF2-40B4-BE49-F238E27FC236}">
                <a16:creationId xmlns:a16="http://schemas.microsoft.com/office/drawing/2014/main" id="{F70B7A60-597B-3443-DFA2-A73E2958CC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51625" y="2903538"/>
            <a:ext cx="7810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/>
            <a:r>
              <a:rPr kumimoji="1" lang="en-US" altLang="zh-CN" i="1">
                <a:solidFill>
                  <a:srgbClr val="FFFF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mg</a:t>
            </a:r>
          </a:p>
        </p:txBody>
      </p:sp>
      <p:pic>
        <p:nvPicPr>
          <p:cNvPr id="554007" name="Picture 23">
            <a:extLst>
              <a:ext uri="{FF2B5EF4-FFF2-40B4-BE49-F238E27FC236}">
                <a16:creationId xmlns:a16="http://schemas.microsoft.com/office/drawing/2014/main" id="{740AD965-74EF-2CE1-963D-EB86957F73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5525" y="5006975"/>
            <a:ext cx="3413125" cy="936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" name="Group 24">
            <a:extLst>
              <a:ext uri="{FF2B5EF4-FFF2-40B4-BE49-F238E27FC236}">
                <a16:creationId xmlns:a16="http://schemas.microsoft.com/office/drawing/2014/main" id="{80B1A175-97D2-693A-5136-54B05E160901}"/>
              </a:ext>
            </a:extLst>
          </p:cNvPr>
          <p:cNvGrpSpPr>
            <a:grpSpLocks/>
          </p:cNvGrpSpPr>
          <p:nvPr/>
        </p:nvGrpSpPr>
        <p:grpSpPr bwMode="auto">
          <a:xfrm>
            <a:off x="6115050" y="4997450"/>
            <a:ext cx="2571750" cy="747713"/>
            <a:chOff x="3686" y="2058"/>
            <a:chExt cx="1620" cy="471"/>
          </a:xfrm>
        </p:grpSpPr>
        <p:sp>
          <p:nvSpPr>
            <p:cNvPr id="554009" name="Line 25">
              <a:extLst>
                <a:ext uri="{FF2B5EF4-FFF2-40B4-BE49-F238E27FC236}">
                  <a16:creationId xmlns:a16="http://schemas.microsoft.com/office/drawing/2014/main" id="{5A225941-D102-391D-EDB2-9B6484D9696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0" y="2529"/>
              <a:ext cx="1392" cy="0"/>
            </a:xfrm>
            <a:prstGeom prst="line">
              <a:avLst/>
            </a:prstGeom>
            <a:noFill/>
            <a:ln w="28575">
              <a:solidFill>
                <a:srgbClr val="FFFF00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3577" name="Text Box 26">
              <a:extLst>
                <a:ext uri="{FF2B5EF4-FFF2-40B4-BE49-F238E27FC236}">
                  <a16:creationId xmlns:a16="http://schemas.microsoft.com/office/drawing/2014/main" id="{7A03DB24-C489-1B67-AD9F-9C2B4FBABC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86" y="2058"/>
              <a:ext cx="22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9pPr>
            </a:lstStyle>
            <a:p>
              <a:pPr eaLnBrk="1" hangingPunct="1"/>
              <a:r>
                <a:rPr kumimoji="1" lang="en-US" altLang="zh-CN" sz="2800">
                  <a:solidFill>
                    <a:srgbClr val="FFFF66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o</a:t>
              </a:r>
            </a:p>
          </p:txBody>
        </p:sp>
        <p:sp>
          <p:nvSpPr>
            <p:cNvPr id="23578" name="Text Box 27">
              <a:extLst>
                <a:ext uri="{FF2B5EF4-FFF2-40B4-BE49-F238E27FC236}">
                  <a16:creationId xmlns:a16="http://schemas.microsoft.com/office/drawing/2014/main" id="{482C0421-22D5-D64F-2A36-33E359A24B5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78" y="2106"/>
              <a:ext cx="22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9pPr>
            </a:lstStyle>
            <a:p>
              <a:pPr eaLnBrk="1" hangingPunct="1"/>
              <a:r>
                <a:rPr kumimoji="1" lang="en-US" altLang="zh-CN" sz="2800" i="1">
                  <a:solidFill>
                    <a:srgbClr val="FFFF66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x</a:t>
              </a:r>
            </a:p>
          </p:txBody>
        </p:sp>
      </p:grpSp>
      <p:sp>
        <p:nvSpPr>
          <p:cNvPr id="554012" name="Line 28">
            <a:extLst>
              <a:ext uri="{FF2B5EF4-FFF2-40B4-BE49-F238E27FC236}">
                <a16:creationId xmlns:a16="http://schemas.microsoft.com/office/drawing/2014/main" id="{A01A5168-9311-B0C0-DA5F-E1CA4C80461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775450" y="5732463"/>
            <a:ext cx="762000" cy="0"/>
          </a:xfrm>
          <a:prstGeom prst="line">
            <a:avLst/>
          </a:prstGeom>
          <a:noFill/>
          <a:ln w="57150">
            <a:solidFill>
              <a:srgbClr val="FF33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554013" name="Object 29">
            <a:extLst>
              <a:ext uri="{FF2B5EF4-FFF2-40B4-BE49-F238E27FC236}">
                <a16:creationId xmlns:a16="http://schemas.microsoft.com/office/drawing/2014/main" id="{A8F2EB5F-5558-C021-614D-CA1CF229E41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64325" y="5083175"/>
          <a:ext cx="411163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52276" imgH="175066" progId="Equation.3">
                  <p:embed/>
                </p:oleObj>
              </mc:Choice>
              <mc:Fallback>
                <p:oleObj name="Equation" r:id="rId13" imgW="152276" imgH="175066" progId="Equation.3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64325" y="5083175"/>
                        <a:ext cx="411163" cy="476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4014" name="Object 30">
            <a:extLst>
              <a:ext uri="{FF2B5EF4-FFF2-40B4-BE49-F238E27FC236}">
                <a16:creationId xmlns:a16="http://schemas.microsoft.com/office/drawing/2014/main" id="{731AF912-D3A2-DEF5-0068-E4683F7B80C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84663" y="3832225"/>
          <a:ext cx="1019175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998251" imgH="304745" progId="Equation.3">
                  <p:embed/>
                </p:oleObj>
              </mc:Choice>
              <mc:Fallback>
                <p:oleObj name="Equation" r:id="rId15" imgW="998251" imgH="304745" progId="Equation.3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84663" y="3832225"/>
                        <a:ext cx="1019175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4015" name="Object 31">
            <a:extLst>
              <a:ext uri="{FF2B5EF4-FFF2-40B4-BE49-F238E27FC236}">
                <a16:creationId xmlns:a16="http://schemas.microsoft.com/office/drawing/2014/main" id="{8F6AE32D-CA19-165F-790D-2ED1522D22E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01800" y="5661025"/>
          <a:ext cx="1082675" cy="828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1066924" imgH="807498" progId="Equation.3">
                  <p:embed/>
                </p:oleObj>
              </mc:Choice>
              <mc:Fallback>
                <p:oleObj name="Equation" r:id="rId17" imgW="1066924" imgH="807498" progId="Equation.3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1800" y="5661025"/>
                        <a:ext cx="1082675" cy="828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4016" name="Text Box 32">
            <a:extLst>
              <a:ext uri="{FF2B5EF4-FFF2-40B4-BE49-F238E27FC236}">
                <a16:creationId xmlns:a16="http://schemas.microsoft.com/office/drawing/2014/main" id="{F159D01D-0711-2D8B-8A89-9C7D367C7D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1613" y="333375"/>
            <a:ext cx="29305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/>
            <a:r>
              <a:rPr kumimoji="1" lang="zh-CN" altLang="en-US" sz="2800">
                <a:solidFill>
                  <a:srgbClr val="FFFF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二</a:t>
            </a:r>
            <a:r>
              <a:rPr kumimoji="1" lang="en-US" altLang="zh-CN" sz="2800">
                <a:solidFill>
                  <a:srgbClr val="FFFF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. </a:t>
            </a:r>
            <a:r>
              <a:rPr kumimoji="1" lang="zh-CN" altLang="en-US" sz="2800">
                <a:solidFill>
                  <a:srgbClr val="FFFF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势能</a:t>
            </a:r>
          </a:p>
        </p:txBody>
      </p:sp>
      <p:pic>
        <p:nvPicPr>
          <p:cNvPr id="554017" name="Picture 33" descr="j0293240">
            <a:extLst>
              <a:ext uri="{FF2B5EF4-FFF2-40B4-BE49-F238E27FC236}">
                <a16:creationId xmlns:a16="http://schemas.microsoft.com/office/drawing/2014/main" id="{919B7D1C-66D0-63E3-FA0B-FD9EF15245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9325" y="6381750"/>
            <a:ext cx="611188" cy="452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540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539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3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539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4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4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5540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4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4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5540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4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3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4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5539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1" dur="500"/>
                                        <p:tgtEl>
                                          <p:spTgt spid="5540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1" dur="500"/>
                                        <p:tgtEl>
                                          <p:spTgt spid="5540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4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3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4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5540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5540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3987" grpId="0" autoUpdateAnimBg="0"/>
      <p:bldP spid="553988" grpId="0" autoUpdateAnimBg="0"/>
      <p:bldP spid="553990" grpId="0" autoUpdateAnimBg="0"/>
      <p:bldP spid="554000" grpId="0" animBg="1"/>
      <p:bldP spid="554003" grpId="0" animBg="1"/>
      <p:bldP spid="554006" grpId="0" autoUpdateAnimBg="0"/>
      <p:bldP spid="554016" grpId="0" autoUpdateAnimBg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010" name="Text Box 2">
            <a:extLst>
              <a:ext uri="{FF2B5EF4-FFF2-40B4-BE49-F238E27FC236}">
                <a16:creationId xmlns:a16="http://schemas.microsoft.com/office/drawing/2014/main" id="{E1383EDE-E16E-2914-7718-156643BA23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269875"/>
            <a:ext cx="2495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/>
            <a:r>
              <a:rPr kumimoji="1" lang="en-US" altLang="zh-CN">
                <a:solidFill>
                  <a:srgbClr val="FFFF6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3.</a:t>
            </a:r>
            <a:r>
              <a:rPr kumimoji="1" lang="zh-CN" altLang="en-US">
                <a:solidFill>
                  <a:srgbClr val="FFFF6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万有引力势能</a:t>
            </a:r>
            <a:r>
              <a:rPr kumimoji="1" lang="zh-CN" altLang="en-US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</a:p>
        </p:txBody>
      </p:sp>
      <p:graphicFrame>
        <p:nvGraphicFramePr>
          <p:cNvPr id="555011" name="Object 3">
            <a:extLst>
              <a:ext uri="{FF2B5EF4-FFF2-40B4-BE49-F238E27FC236}">
                <a16:creationId xmlns:a16="http://schemas.microsoft.com/office/drawing/2014/main" id="{60AEED3D-046F-063D-6C78-EAA15A1DF9E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43000" y="762000"/>
          <a:ext cx="3227388" cy="828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185347" imgH="807498" progId="Equation.3">
                  <p:embed/>
                </p:oleObj>
              </mc:Choice>
              <mc:Fallback>
                <p:oleObj name="Equation" r:id="rId2" imgW="3185347" imgH="807498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762000"/>
                        <a:ext cx="3227388" cy="828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5012" name="Oval 4">
            <a:extLst>
              <a:ext uri="{FF2B5EF4-FFF2-40B4-BE49-F238E27FC236}">
                <a16:creationId xmlns:a16="http://schemas.microsoft.com/office/drawing/2014/main" id="{3D62AB9F-ECFC-744B-76BA-D5C78AB3E4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35675" y="1731963"/>
            <a:ext cx="228600" cy="228600"/>
          </a:xfrm>
          <a:prstGeom prst="ellipse">
            <a:avLst/>
          </a:prstGeom>
          <a:gradFill rotWithShape="0">
            <a:gsLst>
              <a:gs pos="0">
                <a:srgbClr val="FFFFFF"/>
              </a:gs>
              <a:gs pos="100000">
                <a:srgbClr val="FF7C80"/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55013" name="Line 5">
            <a:extLst>
              <a:ext uri="{FF2B5EF4-FFF2-40B4-BE49-F238E27FC236}">
                <a16:creationId xmlns:a16="http://schemas.microsoft.com/office/drawing/2014/main" id="{3F21B786-E847-C545-EFA4-0E43475CDFD5}"/>
              </a:ext>
            </a:extLst>
          </p:cNvPr>
          <p:cNvSpPr>
            <a:spLocks noChangeShapeType="1"/>
          </p:cNvSpPr>
          <p:nvPr/>
        </p:nvSpPr>
        <p:spPr bwMode="auto">
          <a:xfrm>
            <a:off x="6135688" y="1849438"/>
            <a:ext cx="2438400" cy="0"/>
          </a:xfrm>
          <a:prstGeom prst="line">
            <a:avLst/>
          </a:prstGeom>
          <a:noFill/>
          <a:ln w="28575">
            <a:solidFill>
              <a:srgbClr val="CCFFFF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55014" name="Oval 6">
            <a:extLst>
              <a:ext uri="{FF2B5EF4-FFF2-40B4-BE49-F238E27FC236}">
                <a16:creationId xmlns:a16="http://schemas.microsoft.com/office/drawing/2014/main" id="{3C5C883D-7C7A-2D0E-7C9E-64C0A6AD7F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5875" y="1773238"/>
            <a:ext cx="152400" cy="152400"/>
          </a:xfrm>
          <a:prstGeom prst="ellipse">
            <a:avLst/>
          </a:prstGeom>
          <a:solidFill>
            <a:srgbClr val="00FF99"/>
          </a:solidFill>
          <a:ln w="9525">
            <a:solidFill>
              <a:srgbClr val="00FF99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55015" name="Text Box 7">
            <a:extLst>
              <a:ext uri="{FF2B5EF4-FFF2-40B4-BE49-F238E27FC236}">
                <a16:creationId xmlns:a16="http://schemas.microsoft.com/office/drawing/2014/main" id="{C88C2B34-B5AD-F01C-06B9-9B30FDED1C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04213" y="1189038"/>
            <a:ext cx="39846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/>
            <a:r>
              <a:rPr kumimoji="1" lang="en-US" altLang="zh-CN" sz="2800" i="1">
                <a:solidFill>
                  <a:srgbClr val="FFFF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</a:p>
        </p:txBody>
      </p:sp>
      <p:sp>
        <p:nvSpPr>
          <p:cNvPr id="555016" name="Text Box 8">
            <a:extLst>
              <a:ext uri="{FF2B5EF4-FFF2-40B4-BE49-F238E27FC236}">
                <a16:creationId xmlns:a16="http://schemas.microsoft.com/office/drawing/2014/main" id="{CB623679-E768-8138-6322-9E314D0C65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1198563"/>
            <a:ext cx="7016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/>
            <a:r>
              <a:rPr kumimoji="1" lang="en-US" altLang="zh-CN" i="1">
                <a:solidFill>
                  <a:srgbClr val="FF999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</a:t>
            </a:r>
          </a:p>
        </p:txBody>
      </p:sp>
      <p:sp>
        <p:nvSpPr>
          <p:cNvPr id="555017" name="Text Box 9">
            <a:extLst>
              <a:ext uri="{FF2B5EF4-FFF2-40B4-BE49-F238E27FC236}">
                <a16:creationId xmlns:a16="http://schemas.microsoft.com/office/drawing/2014/main" id="{3053D4A2-BEDE-4298-B4C3-DBD2FF7C75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67600" y="1239838"/>
            <a:ext cx="6254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/>
            <a:r>
              <a:rPr kumimoji="1" lang="en-US" altLang="zh-CN" i="1">
                <a:solidFill>
                  <a:srgbClr val="00FF9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</a:t>
            </a:r>
          </a:p>
        </p:txBody>
      </p:sp>
      <p:sp>
        <p:nvSpPr>
          <p:cNvPr id="555018" name="Line 10">
            <a:extLst>
              <a:ext uri="{FF2B5EF4-FFF2-40B4-BE49-F238E27FC236}">
                <a16:creationId xmlns:a16="http://schemas.microsoft.com/office/drawing/2014/main" id="{B5152E54-B909-34E2-8D79-45F52CB1ECD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102475" y="1849438"/>
            <a:ext cx="609600" cy="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555019" name="Object 11">
            <a:extLst>
              <a:ext uri="{FF2B5EF4-FFF2-40B4-BE49-F238E27FC236}">
                <a16:creationId xmlns:a16="http://schemas.microsoft.com/office/drawing/2014/main" id="{2172168F-6F22-1BD7-9B18-A5F35FCFB90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950075" y="1960563"/>
          <a:ext cx="411163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52276" imgH="175066" progId="Equation.3">
                  <p:embed/>
                </p:oleObj>
              </mc:Choice>
              <mc:Fallback>
                <p:oleObj name="Equation" r:id="rId4" imgW="152276" imgH="175066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50075" y="1960563"/>
                        <a:ext cx="411163" cy="476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5020" name="Oval 12">
            <a:extLst>
              <a:ext uri="{FF2B5EF4-FFF2-40B4-BE49-F238E27FC236}">
                <a16:creationId xmlns:a16="http://schemas.microsoft.com/office/drawing/2014/main" id="{8947AACF-4A1B-96AA-BD63-BEEA4191AB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30888" y="1557338"/>
            <a:ext cx="609600" cy="609600"/>
          </a:xfrm>
          <a:prstGeom prst="ellipse">
            <a:avLst/>
          </a:prstGeom>
          <a:noFill/>
          <a:ln w="28575">
            <a:solidFill>
              <a:srgbClr val="FFFF00"/>
            </a:solidFill>
            <a:prstDash val="dash"/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55021" name="Oval 13">
            <a:extLst>
              <a:ext uri="{FF2B5EF4-FFF2-40B4-BE49-F238E27FC236}">
                <a16:creationId xmlns:a16="http://schemas.microsoft.com/office/drawing/2014/main" id="{7C5C8571-0CB7-E8FE-458D-BA082195A8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02288" y="1274763"/>
            <a:ext cx="1066800" cy="1143000"/>
          </a:xfrm>
          <a:prstGeom prst="ellipse">
            <a:avLst/>
          </a:prstGeom>
          <a:noFill/>
          <a:ln w="28575">
            <a:solidFill>
              <a:srgbClr val="FFFF00"/>
            </a:solidFill>
            <a:prstDash val="dash"/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55022" name="Oval 14">
            <a:extLst>
              <a:ext uri="{FF2B5EF4-FFF2-40B4-BE49-F238E27FC236}">
                <a16:creationId xmlns:a16="http://schemas.microsoft.com/office/drawing/2014/main" id="{C2740294-5A5A-1066-3536-4C3071A21A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21288" y="954088"/>
            <a:ext cx="1828800" cy="1828800"/>
          </a:xfrm>
          <a:prstGeom prst="ellipse">
            <a:avLst/>
          </a:prstGeom>
          <a:noFill/>
          <a:ln w="28575">
            <a:solidFill>
              <a:srgbClr val="FFFF00"/>
            </a:solidFill>
            <a:prstDash val="dash"/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55023" name="Text Box 15">
            <a:extLst>
              <a:ext uri="{FF2B5EF4-FFF2-40B4-BE49-F238E27FC236}">
                <a16:creationId xmlns:a16="http://schemas.microsoft.com/office/drawing/2014/main" id="{431A10D0-C54E-83E7-243F-9A4F58E6E1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8800" y="381000"/>
            <a:ext cx="11080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/>
            <a:r>
              <a:rPr kumimoji="1" lang="zh-CN" altLang="en-US">
                <a:solidFill>
                  <a:srgbClr val="00FF00"/>
                </a:solidFill>
                <a:latin typeface="Times New Roman" panose="02020603050405020304" pitchFamily="18" charset="0"/>
              </a:rPr>
              <a:t>等势面</a:t>
            </a:r>
          </a:p>
        </p:txBody>
      </p:sp>
      <p:graphicFrame>
        <p:nvGraphicFramePr>
          <p:cNvPr id="555024" name="Object 16">
            <a:extLst>
              <a:ext uri="{FF2B5EF4-FFF2-40B4-BE49-F238E27FC236}">
                <a16:creationId xmlns:a16="http://schemas.microsoft.com/office/drawing/2014/main" id="{D8D2EEEF-0900-BF89-FC48-8CEAE1250DC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06563" y="1711325"/>
          <a:ext cx="15113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493396" imgH="807498" progId="Equation.3">
                  <p:embed/>
                </p:oleObj>
              </mc:Choice>
              <mc:Fallback>
                <p:oleObj name="Equation" r:id="rId6" imgW="1493396" imgH="807498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6563" y="1711325"/>
                        <a:ext cx="1511300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5025" name="Rectangle 17">
            <a:extLst>
              <a:ext uri="{FF2B5EF4-FFF2-40B4-BE49-F238E27FC236}">
                <a16:creationId xmlns:a16="http://schemas.microsoft.com/office/drawing/2014/main" id="{94FE1FB2-54EE-42B4-A520-C9FCAA3F37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8350" y="2514600"/>
            <a:ext cx="15160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ctr" eaLnBrk="1" hangingPunct="1"/>
            <a:r>
              <a:rPr kumimoji="1" lang="zh-CN" altLang="en-US">
                <a:solidFill>
                  <a:srgbClr val="FFFF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讨论</a:t>
            </a:r>
          </a:p>
        </p:txBody>
      </p:sp>
      <p:sp>
        <p:nvSpPr>
          <p:cNvPr id="555026" name="Text Box 18">
            <a:extLst>
              <a:ext uri="{FF2B5EF4-FFF2-40B4-BE49-F238E27FC236}">
                <a16:creationId xmlns:a16="http://schemas.microsoft.com/office/drawing/2014/main" id="{95B17AFC-7E63-243E-BE47-7038D2A9DD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5813" y="3048000"/>
            <a:ext cx="79660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/>
            <a:r>
              <a:rPr kumimoji="1" lang="zh-CN" altLang="en-US">
                <a:solidFill>
                  <a:srgbClr val="FFFF66"/>
                </a:solidFill>
                <a:latin typeface="楷体_GB2312" pitchFamily="49" charset="-122"/>
                <a:ea typeface="楷体_GB2312" pitchFamily="49" charset="-122"/>
              </a:rPr>
              <a:t>在质量为</a:t>
            </a:r>
            <a:r>
              <a:rPr kumimoji="1" lang="en-US" altLang="zh-CN" i="1">
                <a:solidFill>
                  <a:srgbClr val="66FFFF"/>
                </a:solidFill>
                <a:latin typeface="Times New Roman" panose="02020603050405020304" pitchFamily="18" charset="0"/>
                <a:ea typeface="楷体_GB2312" pitchFamily="49" charset="-122"/>
              </a:rPr>
              <a:t>M</a:t>
            </a:r>
            <a:r>
              <a:rPr kumimoji="1" lang="zh-CN" altLang="en-US">
                <a:solidFill>
                  <a:srgbClr val="FFFF66"/>
                </a:solidFill>
                <a:latin typeface="楷体_GB2312" pitchFamily="49" charset="-122"/>
                <a:ea typeface="楷体_GB2312" pitchFamily="49" charset="-122"/>
              </a:rPr>
              <a:t>、半径为</a:t>
            </a:r>
            <a:r>
              <a:rPr kumimoji="1" lang="en-US" altLang="zh-CN" i="1">
                <a:solidFill>
                  <a:srgbClr val="66FFFF"/>
                </a:solidFill>
                <a:latin typeface="Times New Roman" panose="02020603050405020304" pitchFamily="18" charset="0"/>
                <a:ea typeface="楷体_GB2312" pitchFamily="49" charset="-122"/>
              </a:rPr>
              <a:t>R</a:t>
            </a:r>
            <a:r>
              <a:rPr kumimoji="1" lang="zh-CN" altLang="en-US">
                <a:solidFill>
                  <a:srgbClr val="FFFF66"/>
                </a:solidFill>
                <a:latin typeface="楷体_GB2312" pitchFamily="49" charset="-122"/>
                <a:ea typeface="楷体_GB2312" pitchFamily="49" charset="-122"/>
              </a:rPr>
              <a:t>、密度为</a:t>
            </a:r>
            <a:r>
              <a:rPr kumimoji="1" lang="zh-CN" altLang="en-US">
                <a:solidFill>
                  <a:srgbClr val="66FFFF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 </a:t>
            </a:r>
            <a:r>
              <a:rPr kumimoji="1" lang="zh-CN" altLang="en-US">
                <a:solidFill>
                  <a:srgbClr val="FFFF66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的球体的万有引力场中</a:t>
            </a:r>
            <a:endParaRPr kumimoji="1" lang="zh-CN" altLang="en-US">
              <a:solidFill>
                <a:srgbClr val="FFFF66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555027" name="Object 19">
            <a:extLst>
              <a:ext uri="{FF2B5EF4-FFF2-40B4-BE49-F238E27FC236}">
                <a16:creationId xmlns:a16="http://schemas.microsoft.com/office/drawing/2014/main" id="{53F24E9F-A278-03FE-F8D5-9516DFC624B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06538" y="4606925"/>
          <a:ext cx="1649412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607851" imgH="807498" progId="Equation.3">
                  <p:embed/>
                </p:oleObj>
              </mc:Choice>
              <mc:Fallback>
                <p:oleObj name="Equation" r:id="rId8" imgW="1607851" imgH="807498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06538" y="4606925"/>
                        <a:ext cx="1649412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5028" name="Object 20">
            <a:extLst>
              <a:ext uri="{FF2B5EF4-FFF2-40B4-BE49-F238E27FC236}">
                <a16:creationId xmlns:a16="http://schemas.microsoft.com/office/drawing/2014/main" id="{54D5AB34-E3C5-4945-8D79-96166BBBA31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63675" y="5697538"/>
          <a:ext cx="4556125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4495613" imgH="807498" progId="Equation.3">
                  <p:embed/>
                </p:oleObj>
              </mc:Choice>
              <mc:Fallback>
                <p:oleObj name="Equation" r:id="rId10" imgW="4495613" imgH="807498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63675" y="5697538"/>
                        <a:ext cx="4556125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5029" name="Oval 21">
            <a:extLst>
              <a:ext uri="{FF2B5EF4-FFF2-40B4-BE49-F238E27FC236}">
                <a16:creationId xmlns:a16="http://schemas.microsoft.com/office/drawing/2014/main" id="{CCE34F0B-8AAB-DB7A-CF26-43F0746CC8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97538" y="4208463"/>
            <a:ext cx="1601787" cy="1600200"/>
          </a:xfrm>
          <a:prstGeom prst="ellipse">
            <a:avLst/>
          </a:prstGeom>
          <a:gradFill rotWithShape="0">
            <a:gsLst>
              <a:gs pos="0">
                <a:srgbClr val="FFCC00"/>
              </a:gs>
              <a:gs pos="100000">
                <a:srgbClr val="996600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996600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ctr" eaLnBrk="1" hangingPunct="1"/>
            <a:endParaRPr kumimoji="1" lang="zh-CN" altLang="zh-CN" b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55030" name="Text Box 22">
            <a:extLst>
              <a:ext uri="{FF2B5EF4-FFF2-40B4-BE49-F238E27FC236}">
                <a16:creationId xmlns:a16="http://schemas.microsoft.com/office/drawing/2014/main" id="{F5FCF5B3-42EB-787E-7841-027F43DA9E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54650" y="4114800"/>
            <a:ext cx="6238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/>
            <a:r>
              <a:rPr kumimoji="1" lang="en-US" altLang="zh-CN" i="1">
                <a:solidFill>
                  <a:srgbClr val="66FF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</a:t>
            </a:r>
          </a:p>
        </p:txBody>
      </p:sp>
      <p:sp>
        <p:nvSpPr>
          <p:cNvPr id="555031" name="Line 23">
            <a:extLst>
              <a:ext uri="{FF2B5EF4-FFF2-40B4-BE49-F238E27FC236}">
                <a16:creationId xmlns:a16="http://schemas.microsoft.com/office/drawing/2014/main" id="{ED4B4C1E-37A1-0CCC-5481-180E8D84478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489700" y="4419600"/>
            <a:ext cx="568325" cy="568325"/>
          </a:xfrm>
          <a:prstGeom prst="line">
            <a:avLst/>
          </a:prstGeom>
          <a:noFill/>
          <a:ln w="28575">
            <a:solidFill>
              <a:srgbClr val="0066FF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55032" name="Text Box 24">
            <a:extLst>
              <a:ext uri="{FF2B5EF4-FFF2-40B4-BE49-F238E27FC236}">
                <a16:creationId xmlns:a16="http://schemas.microsoft.com/office/drawing/2014/main" id="{F41306ED-9968-D5C1-F93D-5B66898828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24613" y="4332288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/>
            <a:r>
              <a:rPr kumimoji="1"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</a:p>
        </p:txBody>
      </p:sp>
      <p:sp>
        <p:nvSpPr>
          <p:cNvPr id="555033" name="Line 25">
            <a:extLst>
              <a:ext uri="{FF2B5EF4-FFF2-40B4-BE49-F238E27FC236}">
                <a16:creationId xmlns:a16="http://schemas.microsoft.com/office/drawing/2014/main" id="{E00D935A-5252-7E4F-2DEE-0B08EC511EB1}"/>
              </a:ext>
            </a:extLst>
          </p:cNvPr>
          <p:cNvSpPr>
            <a:spLocks noChangeShapeType="1"/>
          </p:cNvSpPr>
          <p:nvPr/>
        </p:nvSpPr>
        <p:spPr bwMode="auto">
          <a:xfrm>
            <a:off x="6524625" y="4987925"/>
            <a:ext cx="2133600" cy="0"/>
          </a:xfrm>
          <a:prstGeom prst="line">
            <a:avLst/>
          </a:prstGeom>
          <a:noFill/>
          <a:ln w="28575">
            <a:solidFill>
              <a:srgbClr val="00FF00"/>
            </a:solidFill>
            <a:round/>
            <a:headEnd/>
            <a:tailEnd type="triangle" w="med" len="lg"/>
          </a:ln>
          <a:effectLst/>
        </p:spPr>
        <p:txBody>
          <a:bodyPr/>
          <a:lstStyle/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55034" name="Text Box 26">
            <a:extLst>
              <a:ext uri="{FF2B5EF4-FFF2-40B4-BE49-F238E27FC236}">
                <a16:creationId xmlns:a16="http://schemas.microsoft.com/office/drawing/2014/main" id="{FE9DDEC5-573C-27C8-3F13-8351EBE3F0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24863" y="5087938"/>
            <a:ext cx="4048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/>
            <a:r>
              <a:rPr kumimoji="1" lang="en-US" altLang="zh-CN">
                <a:solidFill>
                  <a:srgbClr val="FFFF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</a:p>
        </p:txBody>
      </p:sp>
      <p:sp>
        <p:nvSpPr>
          <p:cNvPr id="555035" name="Oval 27">
            <a:extLst>
              <a:ext uri="{FF2B5EF4-FFF2-40B4-BE49-F238E27FC236}">
                <a16:creationId xmlns:a16="http://schemas.microsoft.com/office/drawing/2014/main" id="{BB204E41-0B0D-E40D-F83A-E9A829C482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83538" y="4953000"/>
            <a:ext cx="76200" cy="76200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55036" name="Text Box 28">
            <a:extLst>
              <a:ext uri="{FF2B5EF4-FFF2-40B4-BE49-F238E27FC236}">
                <a16:creationId xmlns:a16="http://schemas.microsoft.com/office/drawing/2014/main" id="{7AF0655B-C11C-4CA7-B719-9E085D4A30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15263" y="4437063"/>
            <a:ext cx="6254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/>
            <a:r>
              <a:rPr kumimoji="1" lang="en-US" altLang="zh-CN" i="1">
                <a:solidFill>
                  <a:srgbClr val="FFFF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</a:t>
            </a:r>
          </a:p>
        </p:txBody>
      </p:sp>
      <p:sp>
        <p:nvSpPr>
          <p:cNvPr id="555037" name="Text Box 29">
            <a:extLst>
              <a:ext uri="{FF2B5EF4-FFF2-40B4-BE49-F238E27FC236}">
                <a16:creationId xmlns:a16="http://schemas.microsoft.com/office/drawing/2014/main" id="{1236CCBB-4BFD-E87E-DB22-05A3F9245B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0875" y="3500438"/>
            <a:ext cx="6967538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kumimoji="1" lang="zh-CN" altLang="en-US">
                <a:latin typeface="楷体_GB2312" pitchFamily="49" charset="-122"/>
                <a:ea typeface="楷体_GB2312" pitchFamily="49" charset="-122"/>
              </a:rPr>
              <a:t>（</a:t>
            </a:r>
            <a:r>
              <a:rPr kumimoji="1" lang="en-US" altLang="zh-CN">
                <a:latin typeface="楷体_GB2312" pitchFamily="49" charset="-122"/>
                <a:ea typeface="楷体_GB2312" pitchFamily="49" charset="-122"/>
              </a:rPr>
              <a:t>1</a:t>
            </a:r>
            <a:r>
              <a:rPr kumimoji="1" lang="zh-CN" altLang="en-US">
                <a:latin typeface="楷体_GB2312" pitchFamily="49" charset="-122"/>
                <a:ea typeface="楷体_GB2312" pitchFamily="49" charset="-122"/>
              </a:rPr>
              <a:t>）质点在球外任一点</a:t>
            </a:r>
            <a:r>
              <a:rPr kumimoji="1" lang="en-US" altLang="zh-CN" i="1">
                <a:solidFill>
                  <a:srgbClr val="66FFFF"/>
                </a:solidFill>
                <a:latin typeface="Times New Roman" panose="02020603050405020304" pitchFamily="18" charset="0"/>
                <a:ea typeface="楷体_GB2312" pitchFamily="49" charset="-122"/>
              </a:rPr>
              <a:t>C</a:t>
            </a:r>
            <a:r>
              <a:rPr kumimoji="1" lang="en-US" altLang="zh-CN">
                <a:solidFill>
                  <a:srgbClr val="66FFFF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zh-CN" altLang="en-US">
                <a:latin typeface="楷体_GB2312" pitchFamily="49" charset="-122"/>
                <a:ea typeface="楷体_GB2312" pitchFamily="49" charset="-122"/>
              </a:rPr>
              <a:t>，与球心距离为</a:t>
            </a:r>
            <a:r>
              <a:rPr kumimoji="1" lang="en-US" altLang="zh-CN" i="1">
                <a:solidFill>
                  <a:srgbClr val="66FFFF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kumimoji="1" lang="zh-CN" altLang="en-US">
                <a:latin typeface="楷体_GB2312" pitchFamily="49" charset="-122"/>
                <a:ea typeface="楷体_GB2312" pitchFamily="49" charset="-122"/>
              </a:rPr>
              <a:t>，</a:t>
            </a:r>
          </a:p>
          <a:p>
            <a:pPr eaLnBrk="1" hangingPunct="1">
              <a:lnSpc>
                <a:spcPct val="125000"/>
              </a:lnSpc>
            </a:pPr>
            <a:r>
              <a:rPr kumimoji="1" lang="zh-CN" altLang="en-US">
                <a:latin typeface="楷体_GB2312" pitchFamily="49" charset="-122"/>
                <a:ea typeface="楷体_GB2312" pitchFamily="49" charset="-122"/>
              </a:rPr>
              <a:t>     质点受到的万有引力为</a:t>
            </a:r>
            <a:r>
              <a:rPr kumimoji="1" lang="en-US" altLang="zh-CN">
                <a:latin typeface="楷体_GB2312" pitchFamily="49" charset="-122"/>
                <a:ea typeface="楷体_GB2312" pitchFamily="49" charset="-122"/>
              </a:rPr>
              <a:t>:</a:t>
            </a:r>
          </a:p>
        </p:txBody>
      </p:sp>
      <p:pic>
        <p:nvPicPr>
          <p:cNvPr id="555038" name="Picture 30" descr="j0293240">
            <a:extLst>
              <a:ext uri="{FF2B5EF4-FFF2-40B4-BE49-F238E27FC236}">
                <a16:creationId xmlns:a16="http://schemas.microsoft.com/office/drawing/2014/main" id="{CDAE87A7-9199-EBB3-A1A4-B266EC3D07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9325" y="6381750"/>
            <a:ext cx="611188" cy="452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55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5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5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5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5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5550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5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" dur="500"/>
                                        <p:tgtEl>
                                          <p:spTgt spid="5550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5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5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5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0" dur="500"/>
                                        <p:tgtEl>
                                          <p:spTgt spid="555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2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4" dur="500"/>
                                        <p:tgtEl>
                                          <p:spTgt spid="555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6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8" dur="500"/>
                                        <p:tgtEl>
                                          <p:spTgt spid="555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5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5550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555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7" dur="500"/>
                                        <p:tgtEl>
                                          <p:spTgt spid="555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5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500"/>
                                        <p:tgtEl>
                                          <p:spTgt spid="5550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5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555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5550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5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 nodeType="clickPar">
                      <p:stCondLst>
                        <p:cond delay="indefinite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5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5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 nodeType="clickPar">
                      <p:stCondLst>
                        <p:cond delay="indefinite"/>
                      </p:stCondLst>
                      <p:childTnLst>
                        <p:par>
                          <p:cTn id="1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5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 nodeType="clickPar">
                      <p:stCondLst>
                        <p:cond delay="indefinite"/>
                      </p:stCondLst>
                      <p:childTnLst>
                        <p:par>
                          <p:cTn id="1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5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 nodeType="clickPar">
                      <p:stCondLst>
                        <p:cond delay="indefinite"/>
                      </p:stCondLst>
                      <p:childTnLst>
                        <p:par>
                          <p:cTn id="1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5550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5550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5010" grpId="0" autoUpdateAnimBg="0"/>
      <p:bldP spid="555012" grpId="0" animBg="1"/>
      <p:bldP spid="555014" grpId="0" animBg="1"/>
      <p:bldP spid="555015" grpId="0" autoUpdateAnimBg="0"/>
      <p:bldP spid="555016" grpId="0" autoUpdateAnimBg="0"/>
      <p:bldP spid="555017" grpId="0" autoUpdateAnimBg="0"/>
      <p:bldP spid="555020" grpId="0" animBg="1"/>
      <p:bldP spid="555021" grpId="0" animBg="1"/>
      <p:bldP spid="555022" grpId="0" animBg="1"/>
      <p:bldP spid="555023" grpId="0" autoUpdateAnimBg="0"/>
      <p:bldP spid="555025" grpId="0" autoUpdateAnimBg="0"/>
      <p:bldP spid="555026" grpId="0" autoUpdateAnimBg="0"/>
      <p:bldP spid="555029" grpId="0" animBg="1" autoUpdateAnimBg="0"/>
      <p:bldP spid="555030" grpId="0" autoUpdateAnimBg="0"/>
      <p:bldP spid="555032" grpId="0" autoUpdateAnimBg="0"/>
      <p:bldP spid="555034" grpId="0" autoUpdateAnimBg="0"/>
      <p:bldP spid="555035" grpId="0" animBg="1"/>
      <p:bldP spid="555036" grpId="0" autoUpdateAnimBg="0"/>
      <p:bldP spid="555037" grpId="0" autoUpdateAnimBg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034" name="Text Box 2">
            <a:extLst>
              <a:ext uri="{FF2B5EF4-FFF2-40B4-BE49-F238E27FC236}">
                <a16:creationId xmlns:a16="http://schemas.microsoft.com/office/drawing/2014/main" id="{0C90F661-A176-FDCA-C563-3ECD42ACF7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4525" y="346075"/>
            <a:ext cx="4460875" cy="146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kumimoji="1" lang="zh-CN" altLang="en-US">
                <a:latin typeface="楷体_GB2312" pitchFamily="49" charset="-122"/>
                <a:ea typeface="楷体_GB2312" pitchFamily="49" charset="-122"/>
              </a:rPr>
              <a:t>（</a:t>
            </a:r>
            <a:r>
              <a:rPr kumimoji="1" lang="en-US" altLang="zh-CN">
                <a:latin typeface="楷体_GB2312" pitchFamily="49" charset="-122"/>
                <a:ea typeface="楷体_GB2312" pitchFamily="49" charset="-122"/>
              </a:rPr>
              <a:t>2</a:t>
            </a:r>
            <a:r>
              <a:rPr kumimoji="1" lang="zh-CN" altLang="en-US">
                <a:latin typeface="楷体_GB2312" pitchFamily="49" charset="-122"/>
                <a:ea typeface="楷体_GB2312" pitchFamily="49" charset="-122"/>
              </a:rPr>
              <a:t>）质点在球内任一点</a:t>
            </a:r>
            <a:r>
              <a:rPr kumimoji="1" lang="en-US" altLang="zh-CN" i="1">
                <a:solidFill>
                  <a:srgbClr val="66FFFF"/>
                </a:solidFill>
                <a:latin typeface="Times New Roman" panose="02020603050405020304" pitchFamily="18" charset="0"/>
                <a:ea typeface="楷体_GB2312" pitchFamily="49" charset="-122"/>
              </a:rPr>
              <a:t>C</a:t>
            </a:r>
            <a:r>
              <a:rPr kumimoji="1" lang="zh-CN" altLang="en-US">
                <a:latin typeface="楷体_GB2312" pitchFamily="49" charset="-122"/>
                <a:ea typeface="楷体_GB2312" pitchFamily="49" charset="-122"/>
              </a:rPr>
              <a:t>，与        　　 球心距离为</a:t>
            </a:r>
            <a:r>
              <a:rPr kumimoji="1" lang="en-US" altLang="zh-CN" i="1">
                <a:solidFill>
                  <a:srgbClr val="66FFFF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kumimoji="1" lang="zh-CN" altLang="en-US">
                <a:latin typeface="楷体_GB2312" pitchFamily="49" charset="-122"/>
                <a:ea typeface="楷体_GB2312" pitchFamily="49" charset="-122"/>
              </a:rPr>
              <a:t>，质点受到的万有引力为</a:t>
            </a:r>
          </a:p>
        </p:txBody>
      </p:sp>
      <p:graphicFrame>
        <p:nvGraphicFramePr>
          <p:cNvPr id="556035" name="Object 3">
            <a:extLst>
              <a:ext uri="{FF2B5EF4-FFF2-40B4-BE49-F238E27FC236}">
                <a16:creationId xmlns:a16="http://schemas.microsoft.com/office/drawing/2014/main" id="{AC6A92BE-BDA7-1569-0D40-B536F7DCC83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14475" y="1914525"/>
          <a:ext cx="2120900" cy="828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080104" imgH="807498" progId="Equation.3">
                  <p:embed/>
                </p:oleObj>
              </mc:Choice>
              <mc:Fallback>
                <p:oleObj name="Equation" r:id="rId2" imgW="2080104" imgH="807498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14475" y="1914525"/>
                        <a:ext cx="2120900" cy="828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6036" name="Object 4">
            <a:extLst>
              <a:ext uri="{FF2B5EF4-FFF2-40B4-BE49-F238E27FC236}">
                <a16:creationId xmlns:a16="http://schemas.microsoft.com/office/drawing/2014/main" id="{7271D1D5-2410-7186-27E3-7FCB38056B4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31913" y="2924175"/>
          <a:ext cx="7216775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7132569" imgH="807498" progId="Equation.3">
                  <p:embed/>
                </p:oleObj>
              </mc:Choice>
              <mc:Fallback>
                <p:oleObj name="公式" r:id="rId4" imgW="7132569" imgH="807498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913" y="2924175"/>
                        <a:ext cx="7216775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5">
            <a:extLst>
              <a:ext uri="{FF2B5EF4-FFF2-40B4-BE49-F238E27FC236}">
                <a16:creationId xmlns:a16="http://schemas.microsoft.com/office/drawing/2014/main" id="{B82E2676-C445-53B0-2F91-410A9532E4DE}"/>
              </a:ext>
            </a:extLst>
          </p:cNvPr>
          <p:cNvGrpSpPr>
            <a:grpSpLocks/>
          </p:cNvGrpSpPr>
          <p:nvPr/>
        </p:nvGrpSpPr>
        <p:grpSpPr bwMode="auto">
          <a:xfrm>
            <a:off x="5302250" y="515938"/>
            <a:ext cx="3460750" cy="1770062"/>
            <a:chOff x="3249" y="277"/>
            <a:chExt cx="2180" cy="1115"/>
          </a:xfrm>
        </p:grpSpPr>
        <p:sp>
          <p:nvSpPr>
            <p:cNvPr id="25613" name="Oval 6">
              <a:extLst>
                <a:ext uri="{FF2B5EF4-FFF2-40B4-BE49-F238E27FC236}">
                  <a16:creationId xmlns:a16="http://schemas.microsoft.com/office/drawing/2014/main" id="{0C683368-0883-3182-C3DA-94AA94B7A1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6" y="384"/>
              <a:ext cx="1009" cy="1008"/>
            </a:xfrm>
            <a:prstGeom prst="ellipse">
              <a:avLst/>
            </a:prstGeom>
            <a:gradFill rotWithShape="0">
              <a:gsLst>
                <a:gs pos="0">
                  <a:srgbClr val="FFCC00"/>
                </a:gs>
                <a:gs pos="100000">
                  <a:srgbClr val="9966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9966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9pPr>
            </a:lstStyle>
            <a:p>
              <a:pPr algn="ctr" eaLnBrk="1" hangingPunct="1"/>
              <a:endParaRPr kumimoji="1" lang="zh-CN" altLang="zh-CN" b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56039" name="Line 7">
              <a:extLst>
                <a:ext uri="{FF2B5EF4-FFF2-40B4-BE49-F238E27FC236}">
                  <a16:creationId xmlns:a16="http://schemas.microsoft.com/office/drawing/2014/main" id="{60A59C4F-3A8F-5AB2-8937-2B3AA8E140E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55" y="517"/>
              <a:ext cx="358" cy="358"/>
            </a:xfrm>
            <a:prstGeom prst="line">
              <a:avLst/>
            </a:prstGeom>
            <a:noFill/>
            <a:ln w="28575">
              <a:solidFill>
                <a:srgbClr val="0066FF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5615" name="Text Box 8">
              <a:extLst>
                <a:ext uri="{FF2B5EF4-FFF2-40B4-BE49-F238E27FC236}">
                  <a16:creationId xmlns:a16="http://schemas.microsoft.com/office/drawing/2014/main" id="{3587A346-DEC7-EDDD-CA1E-5C8B849EE2F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18" y="462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9pPr>
            </a:lstStyle>
            <a:p>
              <a:pPr eaLnBrk="1" hangingPunct="1"/>
              <a:r>
                <a:rPr kumimoji="1" lang="en-US" altLang="zh-CN" i="1"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</a:p>
          </p:txBody>
        </p:sp>
        <p:sp>
          <p:nvSpPr>
            <p:cNvPr id="556041" name="Line 9">
              <a:extLst>
                <a:ext uri="{FF2B5EF4-FFF2-40B4-BE49-F238E27FC236}">
                  <a16:creationId xmlns:a16="http://schemas.microsoft.com/office/drawing/2014/main" id="{0C351D5D-140D-E6C9-7465-17608847E65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77" y="875"/>
              <a:ext cx="1344" cy="0"/>
            </a:xfrm>
            <a:prstGeom prst="line">
              <a:avLst/>
            </a:prstGeom>
            <a:noFill/>
            <a:ln w="28575">
              <a:solidFill>
                <a:srgbClr val="00FF00"/>
              </a:solidFill>
              <a:round/>
              <a:headEnd/>
              <a:tailEnd type="triangle" w="med" len="lg"/>
            </a:ln>
            <a:effectLst/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5617" name="Text Box 10">
              <a:extLst>
                <a:ext uri="{FF2B5EF4-FFF2-40B4-BE49-F238E27FC236}">
                  <a16:creationId xmlns:a16="http://schemas.microsoft.com/office/drawing/2014/main" id="{473FF469-CFB4-492D-4EFB-F7CBE47DCE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74" y="938"/>
              <a:ext cx="25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9pPr>
            </a:lstStyle>
            <a:p>
              <a:pPr eaLnBrk="1" hangingPunct="1"/>
              <a:r>
                <a:rPr kumimoji="1" lang="en-US" altLang="zh-CN">
                  <a:solidFill>
                    <a:srgbClr val="FFFF66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X</a:t>
              </a:r>
            </a:p>
          </p:txBody>
        </p:sp>
        <p:sp>
          <p:nvSpPr>
            <p:cNvPr id="25618" name="Text Box 11">
              <a:extLst>
                <a:ext uri="{FF2B5EF4-FFF2-40B4-BE49-F238E27FC236}">
                  <a16:creationId xmlns:a16="http://schemas.microsoft.com/office/drawing/2014/main" id="{EA67B065-CB33-B4DA-E406-EA45953D21D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49" y="277"/>
              <a:ext cx="39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9pPr>
            </a:lstStyle>
            <a:p>
              <a:pPr eaLnBrk="1" hangingPunct="1"/>
              <a:r>
                <a:rPr kumimoji="1" lang="en-US" altLang="zh-CN" i="1">
                  <a:solidFill>
                    <a:srgbClr val="66FF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M</a:t>
              </a:r>
            </a:p>
          </p:txBody>
        </p:sp>
      </p:grpSp>
      <p:sp>
        <p:nvSpPr>
          <p:cNvPr id="556044" name="Oval 12">
            <a:extLst>
              <a:ext uri="{FF2B5EF4-FFF2-40B4-BE49-F238E27FC236}">
                <a16:creationId xmlns:a16="http://schemas.microsoft.com/office/drawing/2014/main" id="{49BC0EAE-A798-5C8F-8E03-3AE3D65575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9588" y="1406525"/>
            <a:ext cx="76200" cy="76200"/>
          </a:xfrm>
          <a:prstGeom prst="ellipse">
            <a:avLst/>
          </a:prstGeom>
          <a:solidFill>
            <a:srgbClr val="FF3300"/>
          </a:solidFill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56045" name="Text Box 13">
            <a:extLst>
              <a:ext uri="{FF2B5EF4-FFF2-40B4-BE49-F238E27FC236}">
                <a16:creationId xmlns:a16="http://schemas.microsoft.com/office/drawing/2014/main" id="{356EC937-4A55-FFEC-A561-029867D1D5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7363" y="966788"/>
            <a:ext cx="5603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/>
            <a:r>
              <a:rPr kumimoji="1" lang="en-US" altLang="zh-CN" i="1">
                <a:solidFill>
                  <a:srgbClr val="FFCC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</a:t>
            </a:r>
          </a:p>
        </p:txBody>
      </p:sp>
      <p:sp>
        <p:nvSpPr>
          <p:cNvPr id="556046" name="Oval 14">
            <a:extLst>
              <a:ext uri="{FF2B5EF4-FFF2-40B4-BE49-F238E27FC236}">
                <a16:creationId xmlns:a16="http://schemas.microsoft.com/office/drawing/2014/main" id="{B6119F4F-4414-9888-902D-16CF7EA9CF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89638" y="1004888"/>
            <a:ext cx="914400" cy="914400"/>
          </a:xfrm>
          <a:prstGeom prst="ellipse">
            <a:avLst/>
          </a:prstGeom>
          <a:noFill/>
          <a:ln w="28575">
            <a:solidFill>
              <a:srgbClr val="00FFFF"/>
            </a:solidFill>
            <a:prstDash val="dash"/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556047" name="Object 15">
            <a:extLst>
              <a:ext uri="{FF2B5EF4-FFF2-40B4-BE49-F238E27FC236}">
                <a16:creationId xmlns:a16="http://schemas.microsoft.com/office/drawing/2014/main" id="{2CF8E508-8637-97DD-7AD3-852A9A79A47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63713" y="5146675"/>
          <a:ext cx="2921000" cy="873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941507" imgH="860866" progId="Equation.3">
                  <p:embed/>
                </p:oleObj>
              </mc:Choice>
              <mc:Fallback>
                <p:oleObj name="Equation" r:id="rId6" imgW="2941507" imgH="860866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713" y="5146675"/>
                        <a:ext cx="2921000" cy="873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6048" name="Object 16">
            <a:extLst>
              <a:ext uri="{FF2B5EF4-FFF2-40B4-BE49-F238E27FC236}">
                <a16:creationId xmlns:a16="http://schemas.microsoft.com/office/drawing/2014/main" id="{98401486-66A5-7848-5F7E-BF1F87BBF52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09750" y="4122738"/>
          <a:ext cx="4491038" cy="830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4419476" imgH="807498" progId="Equation.3">
                  <p:embed/>
                </p:oleObj>
              </mc:Choice>
              <mc:Fallback>
                <p:oleObj name="Equation" r:id="rId8" imgW="4419476" imgH="807498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09750" y="4122738"/>
                        <a:ext cx="4491038" cy="830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6049" name="Rectangle 17">
            <a:extLst>
              <a:ext uri="{FF2B5EF4-FFF2-40B4-BE49-F238E27FC236}">
                <a16:creationId xmlns:a16="http://schemas.microsoft.com/office/drawing/2014/main" id="{E134C0D6-6709-24F5-1DFD-F33DE5F0B9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8475" y="1412875"/>
            <a:ext cx="387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ctr" eaLnBrk="1" hangingPunct="1"/>
            <a:r>
              <a:rPr kumimoji="1" lang="en-US" altLang="zh-CN" i="1">
                <a:solidFill>
                  <a:srgbClr val="66FF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</a:p>
        </p:txBody>
      </p:sp>
      <p:pic>
        <p:nvPicPr>
          <p:cNvPr id="556050" name="Picture 18" descr="j0293240">
            <a:extLst>
              <a:ext uri="{FF2B5EF4-FFF2-40B4-BE49-F238E27FC236}">
                <a16:creationId xmlns:a16="http://schemas.microsoft.com/office/drawing/2014/main" id="{36FBB5EF-360C-ED63-C17A-4078DFA082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9325" y="6381750"/>
            <a:ext cx="611188" cy="452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6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6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6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556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5560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6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6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6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6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556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556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6034" grpId="0" autoUpdateAnimBg="0"/>
      <p:bldP spid="556044" grpId="0" animBg="1"/>
      <p:bldP spid="556045" grpId="0" autoUpdateAnimBg="0"/>
      <p:bldP spid="556046" grpId="0" animBg="1"/>
      <p:bldP spid="556049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058" name="Text Box 2">
            <a:extLst>
              <a:ext uri="{FF2B5EF4-FFF2-40B4-BE49-F238E27FC236}">
                <a16:creationId xmlns:a16="http://schemas.microsoft.com/office/drawing/2014/main" id="{EEE245FE-6CF1-F3FD-9857-6CF9466339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0225" y="549275"/>
            <a:ext cx="4222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/>
            <a:r>
              <a:rPr kumimoji="1"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保守力作功与势能的关系</a:t>
            </a:r>
          </a:p>
        </p:txBody>
      </p:sp>
      <p:sp>
        <p:nvSpPr>
          <p:cNvPr id="557059" name="Rectangle 3">
            <a:extLst>
              <a:ext uri="{FF2B5EF4-FFF2-40B4-BE49-F238E27FC236}">
                <a16:creationId xmlns:a16="http://schemas.microsoft.com/office/drawing/2014/main" id="{2E619CDF-7C3D-D8F3-B3CA-C0A4398BE3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1268413"/>
            <a:ext cx="7704137" cy="1081087"/>
          </a:xfrm>
          <a:prstGeom prst="rect">
            <a:avLst/>
          </a:prstGeom>
          <a:solidFill>
            <a:srgbClr val="0000FF">
              <a:alpha val="20000"/>
            </a:srgbClr>
          </a:solidFill>
          <a:ln w="9525">
            <a:solidFill>
              <a:srgbClr val="0000FF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ctr" eaLnBrk="1" hangingPunct="1"/>
            <a:r>
              <a:rPr lang="en-US" altLang="zh-CN" sz="1800" b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557060" name="Text Box 4">
            <a:extLst>
              <a:ext uri="{FF2B5EF4-FFF2-40B4-BE49-F238E27FC236}">
                <a16:creationId xmlns:a16="http://schemas.microsoft.com/office/drawing/2014/main" id="{2264927B-C3A4-BC5E-8A2F-101F321B0F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1268413"/>
            <a:ext cx="754380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kumimoji="1" lang="zh-CN" altLang="en-US">
                <a:solidFill>
                  <a:srgbClr val="FFFF6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在保守力场中，质点从起始位置</a:t>
            </a:r>
            <a:r>
              <a:rPr kumimoji="1" lang="zh-CN" altLang="en-US">
                <a:solidFill>
                  <a:srgbClr val="FFFF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kumimoji="1" lang="en-US" altLang="zh-CN">
                <a:solidFill>
                  <a:srgbClr val="FFFF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 </a:t>
            </a:r>
            <a:r>
              <a:rPr kumimoji="1" lang="zh-CN" altLang="en-US">
                <a:solidFill>
                  <a:srgbClr val="FFFF6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到末了位置 </a:t>
            </a:r>
            <a:r>
              <a:rPr kumimoji="1" lang="en-US" altLang="zh-CN">
                <a:solidFill>
                  <a:srgbClr val="FFFF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kumimoji="1" lang="zh-CN" altLang="en-US">
                <a:solidFill>
                  <a:srgbClr val="FFFF6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，保守力的功</a:t>
            </a:r>
            <a:r>
              <a:rPr kumimoji="1" lang="zh-CN" altLang="en-US">
                <a:solidFill>
                  <a:srgbClr val="FFFF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kumimoji="1" lang="en-US" altLang="zh-CN" i="1">
                <a:solidFill>
                  <a:srgbClr val="FFFF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 </a:t>
            </a:r>
            <a:r>
              <a:rPr kumimoji="1" lang="zh-CN" altLang="en-US">
                <a:solidFill>
                  <a:srgbClr val="FFFF6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等于质点在始末两位置势能增量的负值 </a:t>
            </a:r>
          </a:p>
        </p:txBody>
      </p:sp>
      <p:graphicFrame>
        <p:nvGraphicFramePr>
          <p:cNvPr id="557061" name="Object 5">
            <a:extLst>
              <a:ext uri="{FF2B5EF4-FFF2-40B4-BE49-F238E27FC236}">
                <a16:creationId xmlns:a16="http://schemas.microsoft.com/office/drawing/2014/main" id="{37C3FD71-4D2B-4ED4-098D-D45029117F5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98600" y="2533650"/>
          <a:ext cx="2133600" cy="682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890009" imgH="670338" progId="Equation.3">
                  <p:embed/>
                </p:oleObj>
              </mc:Choice>
              <mc:Fallback>
                <p:oleObj name="公式" r:id="rId2" imgW="1890009" imgH="670338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98600" y="2533650"/>
                        <a:ext cx="2133600" cy="682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66FF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7062" name="Text Box 6">
            <a:extLst>
              <a:ext uri="{FF2B5EF4-FFF2-40B4-BE49-F238E27FC236}">
                <a16:creationId xmlns:a16="http://schemas.microsoft.com/office/drawing/2014/main" id="{C2A4B3D1-64E1-D78C-7179-679BC3506A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6113" y="4537075"/>
            <a:ext cx="792480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kumimoji="1" lang="zh-CN" altLang="en-US">
                <a:latin typeface="楷体_GB2312" pitchFamily="49" charset="-122"/>
                <a:ea typeface="楷体_GB2312" pitchFamily="49" charset="-122"/>
              </a:rPr>
              <a:t>（</a:t>
            </a:r>
            <a:r>
              <a:rPr kumimoji="1" lang="en-US" altLang="zh-CN">
                <a:latin typeface="楷体_GB2312" pitchFamily="49" charset="-122"/>
                <a:ea typeface="楷体_GB2312" pitchFamily="49" charset="-122"/>
              </a:rPr>
              <a:t>1</a:t>
            </a:r>
            <a:r>
              <a:rPr kumimoji="1" lang="zh-CN" altLang="en-US">
                <a:latin typeface="楷体_GB2312" pitchFamily="49" charset="-122"/>
                <a:ea typeface="楷体_GB2312" pitchFamily="49" charset="-122"/>
              </a:rPr>
              <a:t>）由于势能零点可以任意选取，所以某一点的势能</a:t>
            </a:r>
          </a:p>
          <a:p>
            <a:pPr eaLnBrk="1" hangingPunct="1">
              <a:lnSpc>
                <a:spcPct val="125000"/>
              </a:lnSpc>
            </a:pPr>
            <a:r>
              <a:rPr kumimoji="1" lang="zh-CN" altLang="en-US">
                <a:latin typeface="楷体_GB2312" pitchFamily="49" charset="-122"/>
                <a:ea typeface="楷体_GB2312" pitchFamily="49" charset="-122"/>
              </a:rPr>
              <a:t>     值是相对的。</a:t>
            </a:r>
          </a:p>
        </p:txBody>
      </p:sp>
      <p:sp>
        <p:nvSpPr>
          <p:cNvPr id="557063" name="Text Box 7">
            <a:extLst>
              <a:ext uri="{FF2B5EF4-FFF2-40B4-BE49-F238E27FC236}">
                <a16:creationId xmlns:a16="http://schemas.microsoft.com/office/drawing/2014/main" id="{07D9BA5B-B8F8-A134-9D17-D0D31B3EE1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4525" y="5472113"/>
            <a:ext cx="738505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kumimoji="1" lang="zh-CN" altLang="en-US">
                <a:latin typeface="楷体_GB2312" pitchFamily="49" charset="-122"/>
                <a:ea typeface="楷体_GB2312" pitchFamily="49" charset="-122"/>
              </a:rPr>
              <a:t>（</a:t>
            </a:r>
            <a:r>
              <a:rPr kumimoji="1" lang="en-US" altLang="zh-CN">
                <a:latin typeface="楷体_GB2312" pitchFamily="49" charset="-122"/>
                <a:ea typeface="楷体_GB2312" pitchFamily="49" charset="-122"/>
              </a:rPr>
              <a:t>2</a:t>
            </a:r>
            <a:r>
              <a:rPr kumimoji="1" lang="zh-CN" altLang="en-US">
                <a:latin typeface="楷体_GB2312" pitchFamily="49" charset="-122"/>
                <a:ea typeface="楷体_GB2312" pitchFamily="49" charset="-122"/>
              </a:rPr>
              <a:t>）保守力场中任意两点间的势能差与势能零点选取</a:t>
            </a:r>
          </a:p>
          <a:p>
            <a:pPr eaLnBrk="1" hangingPunct="1">
              <a:lnSpc>
                <a:spcPct val="125000"/>
              </a:lnSpc>
            </a:pPr>
            <a:r>
              <a:rPr kumimoji="1" lang="zh-CN" altLang="en-US">
                <a:latin typeface="楷体_GB2312" pitchFamily="49" charset="-122"/>
                <a:ea typeface="楷体_GB2312" pitchFamily="49" charset="-122"/>
              </a:rPr>
              <a:t>     无关。</a:t>
            </a:r>
          </a:p>
        </p:txBody>
      </p:sp>
      <p:sp>
        <p:nvSpPr>
          <p:cNvPr id="557064" name="Rectangle 8">
            <a:extLst>
              <a:ext uri="{FF2B5EF4-FFF2-40B4-BE49-F238E27FC236}">
                <a16:creationId xmlns:a16="http://schemas.microsoft.com/office/drawing/2014/main" id="{0827200F-E0F1-D9C9-6754-60CDDD1657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8988" y="4149725"/>
            <a:ext cx="12620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ctr" eaLnBrk="1" hangingPunct="1"/>
            <a:r>
              <a:rPr kumimoji="1" lang="zh-CN" altLang="en-US">
                <a:solidFill>
                  <a:srgbClr val="FFFF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说明</a:t>
            </a:r>
          </a:p>
        </p:txBody>
      </p:sp>
      <p:graphicFrame>
        <p:nvGraphicFramePr>
          <p:cNvPr id="557065" name="Object 9">
            <a:extLst>
              <a:ext uri="{FF2B5EF4-FFF2-40B4-BE49-F238E27FC236}">
                <a16:creationId xmlns:a16="http://schemas.microsoft.com/office/drawing/2014/main" id="{EB1A77A5-110B-E5D6-2C4F-FF4C899873B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89063" y="3538538"/>
          <a:ext cx="5919787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5265451" imgH="457366" progId="Equation.3">
                  <p:embed/>
                </p:oleObj>
              </mc:Choice>
              <mc:Fallback>
                <p:oleObj name="公式" r:id="rId4" imgW="5265451" imgH="457366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89063" y="3538538"/>
                        <a:ext cx="5919787" cy="466725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rgbClr val="0099CC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7066" name="Object 10">
            <a:extLst>
              <a:ext uri="{FF2B5EF4-FFF2-40B4-BE49-F238E27FC236}">
                <a16:creationId xmlns:a16="http://schemas.microsoft.com/office/drawing/2014/main" id="{9BEB51D7-9A31-DD8F-CDA2-D4B4C367C59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38563" y="2492375"/>
          <a:ext cx="3570287" cy="682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3169920" imgH="670338" progId="Equation.3">
                  <p:embed/>
                </p:oleObj>
              </mc:Choice>
              <mc:Fallback>
                <p:oleObj name="公式" r:id="rId6" imgW="3169920" imgH="670338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8563" y="2492375"/>
                        <a:ext cx="3570287" cy="682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66FF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57067" name="Picture 11" descr="j0293240">
            <a:extLst>
              <a:ext uri="{FF2B5EF4-FFF2-40B4-BE49-F238E27FC236}">
                <a16:creationId xmlns:a16="http://schemas.microsoft.com/office/drawing/2014/main" id="{61D766D8-2EF0-5B5F-6CD8-53D1EAA48B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9325" y="6381750"/>
            <a:ext cx="611188" cy="452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57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57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7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557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7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7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570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57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570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5570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5570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7058" grpId="0" autoUpdateAnimBg="0"/>
      <p:bldP spid="557059" grpId="0" animBg="1"/>
      <p:bldP spid="557060" grpId="0" autoUpdateAnimBg="0"/>
      <p:bldP spid="557062" grpId="0" autoUpdateAnimBg="0"/>
      <p:bldP spid="557063" grpId="0" autoUpdateAnimBg="0"/>
      <p:bldP spid="557064" grpId="0" autoUpdateAnimBg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082" name="Rectangle 2">
            <a:extLst>
              <a:ext uri="{FF2B5EF4-FFF2-40B4-BE49-F238E27FC236}">
                <a16:creationId xmlns:a16="http://schemas.microsoft.com/office/drawing/2014/main" id="{708F121E-62C7-FA94-B25E-F59D3A02E6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1050" y="260350"/>
            <a:ext cx="7772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/>
            <a:r>
              <a:rPr kumimoji="1" lang="en-US" altLang="zh-CN" sz="2000">
                <a:solidFill>
                  <a:srgbClr val="FF9900"/>
                </a:solidFill>
                <a:latin typeface="楷体_GB2312" pitchFamily="49" charset="-122"/>
                <a:ea typeface="楷体_GB2312" pitchFamily="49" charset="-122"/>
              </a:rPr>
              <a:t>(</a:t>
            </a:r>
            <a:r>
              <a:rPr kumimoji="1" lang="zh-CN" altLang="en-US" sz="2000">
                <a:solidFill>
                  <a:srgbClr val="FF9900"/>
                </a:solidFill>
                <a:latin typeface="楷体_GB2312" pitchFamily="49" charset="-122"/>
                <a:ea typeface="楷体_GB2312" pitchFamily="49" charset="-122"/>
              </a:rPr>
              <a:t>质点的势能与位置的关系可以用图线表示出来</a:t>
            </a:r>
            <a:r>
              <a:rPr kumimoji="1" lang="en-US" altLang="zh-CN" sz="2000">
                <a:solidFill>
                  <a:srgbClr val="FF9900"/>
                </a:solidFill>
                <a:latin typeface="楷体_GB2312" pitchFamily="49" charset="-122"/>
                <a:ea typeface="楷体_GB2312" pitchFamily="49" charset="-122"/>
              </a:rPr>
              <a:t>)</a:t>
            </a:r>
          </a:p>
        </p:txBody>
      </p:sp>
      <p:sp>
        <p:nvSpPr>
          <p:cNvPr id="558083" name="Text Box 3">
            <a:extLst>
              <a:ext uri="{FF2B5EF4-FFF2-40B4-BE49-F238E27FC236}">
                <a16:creationId xmlns:a16="http://schemas.microsoft.com/office/drawing/2014/main" id="{ED09A724-E533-D2B4-66D8-491E07B665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307975"/>
            <a:ext cx="441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/>
            <a:r>
              <a:rPr kumimoji="1" lang="zh-CN" altLang="en-US">
                <a:solidFill>
                  <a:srgbClr val="FFFF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三</a:t>
            </a:r>
            <a:r>
              <a:rPr kumimoji="1" lang="en-US" altLang="zh-CN">
                <a:solidFill>
                  <a:srgbClr val="FFFF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. </a:t>
            </a:r>
            <a:r>
              <a:rPr kumimoji="1" lang="zh-CN" altLang="en-US">
                <a:solidFill>
                  <a:srgbClr val="FFFF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势能曲线</a:t>
            </a:r>
          </a:p>
        </p:txBody>
      </p:sp>
      <p:sp>
        <p:nvSpPr>
          <p:cNvPr id="558084" name="Text Box 4">
            <a:extLst>
              <a:ext uri="{FF2B5EF4-FFF2-40B4-BE49-F238E27FC236}">
                <a16:creationId xmlns:a16="http://schemas.microsoft.com/office/drawing/2014/main" id="{09A27751-1010-82B8-BE1D-72DA999F5A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3388" y="3332163"/>
            <a:ext cx="3810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/>
            <a:r>
              <a:rPr kumimoji="1" lang="en-US" altLang="zh-CN">
                <a:solidFill>
                  <a:srgbClr val="FFFF6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1.</a:t>
            </a:r>
            <a:r>
              <a:rPr kumimoji="1" lang="zh-CN" altLang="en-US">
                <a:solidFill>
                  <a:srgbClr val="FFFF6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由势能函数求保守力</a:t>
            </a:r>
            <a:r>
              <a:rPr kumimoji="1" lang="zh-CN" altLang="en-US">
                <a:solidFill>
                  <a:srgbClr val="0000FF"/>
                </a:solidFill>
              </a:rPr>
              <a:t> </a:t>
            </a:r>
            <a:endParaRPr kumimoji="1" lang="zh-CN" altLang="en-US" b="0">
              <a:solidFill>
                <a:schemeClr val="tx1"/>
              </a:solidFill>
            </a:endParaRPr>
          </a:p>
        </p:txBody>
      </p:sp>
      <p:grpSp>
        <p:nvGrpSpPr>
          <p:cNvPr id="2" name="Group 5">
            <a:extLst>
              <a:ext uri="{FF2B5EF4-FFF2-40B4-BE49-F238E27FC236}">
                <a16:creationId xmlns:a16="http://schemas.microsoft.com/office/drawing/2014/main" id="{7F5C9F60-FF1D-7135-3CEB-4335BE02B064}"/>
              </a:ext>
            </a:extLst>
          </p:cNvPr>
          <p:cNvGrpSpPr>
            <a:grpSpLocks/>
          </p:cNvGrpSpPr>
          <p:nvPr/>
        </p:nvGrpSpPr>
        <p:grpSpPr bwMode="auto">
          <a:xfrm>
            <a:off x="822325" y="841375"/>
            <a:ext cx="2606675" cy="2057400"/>
            <a:chOff x="326" y="240"/>
            <a:chExt cx="1642" cy="1296"/>
          </a:xfrm>
        </p:grpSpPr>
        <p:sp>
          <p:nvSpPr>
            <p:cNvPr id="558086" name="Line 6">
              <a:extLst>
                <a:ext uri="{FF2B5EF4-FFF2-40B4-BE49-F238E27FC236}">
                  <a16:creationId xmlns:a16="http://schemas.microsoft.com/office/drawing/2014/main" id="{04C24BEC-D5CA-96CD-F961-3B070DE17A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6" y="1296"/>
              <a:ext cx="1152" cy="0"/>
            </a:xfrm>
            <a:prstGeom prst="line">
              <a:avLst/>
            </a:prstGeom>
            <a:noFill/>
            <a:ln w="28575">
              <a:solidFill>
                <a:srgbClr val="CCFFFF"/>
              </a:solidFill>
              <a:round/>
              <a:headEnd/>
              <a:tailEnd type="triangle" w="med" len="lg"/>
            </a:ln>
            <a:effectLst/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58087" name="Line 7">
              <a:extLst>
                <a:ext uri="{FF2B5EF4-FFF2-40B4-BE49-F238E27FC236}">
                  <a16:creationId xmlns:a16="http://schemas.microsoft.com/office/drawing/2014/main" id="{B13FE038-53D7-9337-46C1-F99CD0CDBE5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72" y="336"/>
              <a:ext cx="0" cy="1056"/>
            </a:xfrm>
            <a:prstGeom prst="line">
              <a:avLst/>
            </a:prstGeom>
            <a:noFill/>
            <a:ln w="28575">
              <a:solidFill>
                <a:srgbClr val="CCFFFF"/>
              </a:solidFill>
              <a:round/>
              <a:headEnd/>
              <a:tailEnd type="triangle" w="med" len="lg"/>
            </a:ln>
            <a:effectLst/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7689" name="Text Box 8">
              <a:extLst>
                <a:ext uri="{FF2B5EF4-FFF2-40B4-BE49-F238E27FC236}">
                  <a16:creationId xmlns:a16="http://schemas.microsoft.com/office/drawing/2014/main" id="{D17C1C19-D05E-6279-FB89-F9F3B8E5E9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4" y="1248"/>
              <a:ext cx="24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9pPr>
            </a:lstStyle>
            <a:p>
              <a:pPr eaLnBrk="1" hangingPunct="1"/>
              <a:r>
                <a:rPr kumimoji="1" lang="en-US" altLang="zh-CN">
                  <a:solidFill>
                    <a:srgbClr val="FFFF66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Z</a:t>
              </a:r>
            </a:p>
          </p:txBody>
        </p:sp>
        <p:graphicFrame>
          <p:nvGraphicFramePr>
            <p:cNvPr id="27690" name="Object 9">
              <a:extLst>
                <a:ext uri="{FF2B5EF4-FFF2-40B4-BE49-F238E27FC236}">
                  <a16:creationId xmlns:a16="http://schemas.microsoft.com/office/drawing/2014/main" id="{CD843B73-CA0D-C6B8-C2E8-C2F0FB7AB6D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735" y="240"/>
            <a:ext cx="336" cy="30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228413" imgH="198009" progId="Equation.3">
                    <p:embed/>
                  </p:oleObj>
                </mc:Choice>
                <mc:Fallback>
                  <p:oleObj name="Equation" r:id="rId2" imgW="228413" imgH="198009" progId="Equation.3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35" y="240"/>
                          <a:ext cx="336" cy="30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7691" name="Text Box 10">
              <a:extLst>
                <a:ext uri="{FF2B5EF4-FFF2-40B4-BE49-F238E27FC236}">
                  <a16:creationId xmlns:a16="http://schemas.microsoft.com/office/drawing/2014/main" id="{CAC9061D-D0AC-9B24-7C33-63B0F8F4A6B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6" y="1082"/>
              <a:ext cx="26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9pPr>
            </a:lstStyle>
            <a:p>
              <a:pPr eaLnBrk="1" hangingPunct="1"/>
              <a:r>
                <a:rPr kumimoji="1" lang="en-US" altLang="zh-CN">
                  <a:solidFill>
                    <a:srgbClr val="FFFF66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O</a:t>
              </a:r>
            </a:p>
          </p:txBody>
        </p:sp>
      </p:grpSp>
      <p:sp>
        <p:nvSpPr>
          <p:cNvPr id="558091" name="Rectangle 11">
            <a:extLst>
              <a:ext uri="{FF2B5EF4-FFF2-40B4-BE49-F238E27FC236}">
                <a16:creationId xmlns:a16="http://schemas.microsoft.com/office/drawing/2014/main" id="{F6C9498E-321A-6433-4462-EA7C16EA3A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4138" y="2851150"/>
            <a:ext cx="14097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/>
            <a:r>
              <a:rPr kumimoji="1" lang="zh-CN" altLang="en-US">
                <a:solidFill>
                  <a:srgbClr val="66FFFF"/>
                </a:solidFill>
                <a:latin typeface="Times New Roman" panose="02020603050405020304" pitchFamily="18" charset="0"/>
              </a:rPr>
              <a:t>重力势能</a:t>
            </a:r>
          </a:p>
        </p:txBody>
      </p:sp>
      <p:graphicFrame>
        <p:nvGraphicFramePr>
          <p:cNvPr id="558092" name="Object 12">
            <a:extLst>
              <a:ext uri="{FF2B5EF4-FFF2-40B4-BE49-F238E27FC236}">
                <a16:creationId xmlns:a16="http://schemas.microsoft.com/office/drawing/2014/main" id="{A3B7DBF4-E236-63BD-AAF8-B78D6863F6B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86388" y="2130425"/>
          <a:ext cx="446087" cy="42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26969" imgH="403999" progId="Equation.3">
                  <p:embed/>
                </p:oleObj>
              </mc:Choice>
              <mc:Fallback>
                <p:oleObj name="Equation" r:id="rId4" imgW="426969" imgH="403999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86388" y="2130425"/>
                        <a:ext cx="446087" cy="422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8093" name="Rectangle 13">
            <a:extLst>
              <a:ext uri="{FF2B5EF4-FFF2-40B4-BE49-F238E27FC236}">
                <a16:creationId xmlns:a16="http://schemas.microsoft.com/office/drawing/2014/main" id="{6EA5DC8A-2ABC-D8B5-A13F-D208D8CA78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0825" y="2874963"/>
            <a:ext cx="14097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/>
            <a:r>
              <a:rPr kumimoji="1" lang="zh-CN" altLang="en-US">
                <a:solidFill>
                  <a:srgbClr val="66FFFF"/>
                </a:solidFill>
                <a:latin typeface="Times New Roman" panose="02020603050405020304" pitchFamily="18" charset="0"/>
              </a:rPr>
              <a:t>弹性势能</a:t>
            </a:r>
          </a:p>
        </p:txBody>
      </p:sp>
      <p:pic>
        <p:nvPicPr>
          <p:cNvPr id="558094" name="Picture 14">
            <a:extLst>
              <a:ext uri="{FF2B5EF4-FFF2-40B4-BE49-F238E27FC236}">
                <a16:creationId xmlns:a16="http://schemas.microsoft.com/office/drawing/2014/main" id="{9E56C3AA-E54D-5DE3-F2D9-DEDDD24972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9688" y="1128713"/>
            <a:ext cx="873125" cy="1497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58095" name="Picture 15">
            <a:extLst>
              <a:ext uri="{FF2B5EF4-FFF2-40B4-BE49-F238E27FC236}">
                <a16:creationId xmlns:a16="http://schemas.microsoft.com/office/drawing/2014/main" id="{B31E8907-6885-CCD2-7F26-15B171B44F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6463" y="1146175"/>
            <a:ext cx="858837" cy="147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58096" name="Line 16">
            <a:extLst>
              <a:ext uri="{FF2B5EF4-FFF2-40B4-BE49-F238E27FC236}">
                <a16:creationId xmlns:a16="http://schemas.microsoft.com/office/drawing/2014/main" id="{1B91EFAD-B49C-3A5C-E60C-DD27E6A1A661}"/>
              </a:ext>
            </a:extLst>
          </p:cNvPr>
          <p:cNvSpPr>
            <a:spLocks noChangeShapeType="1"/>
          </p:cNvSpPr>
          <p:nvPr/>
        </p:nvSpPr>
        <p:spPr bwMode="auto">
          <a:xfrm>
            <a:off x="3954463" y="1450975"/>
            <a:ext cx="1524000" cy="0"/>
          </a:xfrm>
          <a:prstGeom prst="line">
            <a:avLst/>
          </a:prstGeom>
          <a:noFill/>
          <a:ln w="28575">
            <a:solidFill>
              <a:srgbClr val="FFFF00"/>
            </a:solidFill>
            <a:round/>
            <a:headEnd/>
            <a:tailEnd/>
          </a:ln>
          <a:effectLst/>
        </p:spPr>
        <p:txBody>
          <a:bodyPr/>
          <a:lstStyle/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58097" name="Text Box 17">
            <a:extLst>
              <a:ext uri="{FF2B5EF4-FFF2-40B4-BE49-F238E27FC236}">
                <a16:creationId xmlns:a16="http://schemas.microsoft.com/office/drawing/2014/main" id="{7061531D-ECBA-1335-3E3F-52CDC954BB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08450" y="958850"/>
            <a:ext cx="387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/>
            <a:r>
              <a:rPr kumimoji="1" lang="en-US" altLang="zh-CN" i="1">
                <a:solidFill>
                  <a:srgbClr val="FFFF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E</a:t>
            </a:r>
          </a:p>
        </p:txBody>
      </p:sp>
      <p:sp>
        <p:nvSpPr>
          <p:cNvPr id="558098" name="Line 18">
            <a:extLst>
              <a:ext uri="{FF2B5EF4-FFF2-40B4-BE49-F238E27FC236}">
                <a16:creationId xmlns:a16="http://schemas.microsoft.com/office/drawing/2014/main" id="{C3D19CC7-2391-8853-F909-C3A6946DE8F8}"/>
              </a:ext>
            </a:extLst>
          </p:cNvPr>
          <p:cNvSpPr>
            <a:spLocks noChangeShapeType="1"/>
          </p:cNvSpPr>
          <p:nvPr/>
        </p:nvSpPr>
        <p:spPr bwMode="auto">
          <a:xfrm>
            <a:off x="5267325" y="1450975"/>
            <a:ext cx="0" cy="609600"/>
          </a:xfrm>
          <a:prstGeom prst="line">
            <a:avLst/>
          </a:prstGeom>
          <a:noFill/>
          <a:ln w="28575">
            <a:solidFill>
              <a:srgbClr val="FFCCFF"/>
            </a:solidFill>
            <a:round/>
            <a:headEnd type="triangle" w="med" len="med"/>
            <a:tailEnd type="triangle" w="med" len="med"/>
          </a:ln>
          <a:effectLst/>
        </p:spPr>
        <p:txBody>
          <a:bodyPr/>
          <a:lstStyle/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58099" name="Line 19">
            <a:extLst>
              <a:ext uri="{FF2B5EF4-FFF2-40B4-BE49-F238E27FC236}">
                <a16:creationId xmlns:a16="http://schemas.microsoft.com/office/drawing/2014/main" id="{1ADFE74E-1468-AC8C-FED5-EA6246CC41D7}"/>
              </a:ext>
            </a:extLst>
          </p:cNvPr>
          <p:cNvSpPr>
            <a:spLocks noChangeShapeType="1"/>
          </p:cNvSpPr>
          <p:nvPr/>
        </p:nvSpPr>
        <p:spPr bwMode="auto">
          <a:xfrm>
            <a:off x="5267325" y="2060575"/>
            <a:ext cx="0" cy="533400"/>
          </a:xfrm>
          <a:prstGeom prst="line">
            <a:avLst/>
          </a:prstGeom>
          <a:noFill/>
          <a:ln w="28575">
            <a:solidFill>
              <a:srgbClr val="66FFFF"/>
            </a:solidFill>
            <a:round/>
            <a:headEnd type="triangle" w="med" len="med"/>
            <a:tailEnd type="triangle" w="med" len="med"/>
          </a:ln>
          <a:effectLst/>
        </p:spPr>
        <p:txBody>
          <a:bodyPr/>
          <a:lstStyle/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558100" name="Object 20">
            <a:extLst>
              <a:ext uri="{FF2B5EF4-FFF2-40B4-BE49-F238E27FC236}">
                <a16:creationId xmlns:a16="http://schemas.microsoft.com/office/drawing/2014/main" id="{180914BF-5DC1-0D9E-8A77-DF0D1E9F096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64088" y="1550988"/>
          <a:ext cx="434975" cy="433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419007" imgH="418961" progId="Equation.3">
                  <p:embed/>
                </p:oleObj>
              </mc:Choice>
              <mc:Fallback>
                <p:oleObj name="Equation" r:id="rId8" imgW="419007" imgH="418961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64088" y="1550988"/>
                        <a:ext cx="434975" cy="433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8101" name="Rectangle 21">
            <a:extLst>
              <a:ext uri="{FF2B5EF4-FFF2-40B4-BE49-F238E27FC236}">
                <a16:creationId xmlns:a16="http://schemas.microsoft.com/office/drawing/2014/main" id="{CD65F7F9-2A30-A07E-1C4A-2A36FEB3D4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05600" y="2871788"/>
            <a:ext cx="20224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/>
            <a:r>
              <a:rPr kumimoji="1" lang="zh-CN" altLang="en-US">
                <a:solidFill>
                  <a:srgbClr val="66FFFF"/>
                </a:solidFill>
                <a:latin typeface="Times New Roman" panose="02020603050405020304" pitchFamily="18" charset="0"/>
              </a:rPr>
              <a:t>万有引力势能</a:t>
            </a:r>
          </a:p>
        </p:txBody>
      </p:sp>
      <p:grpSp>
        <p:nvGrpSpPr>
          <p:cNvPr id="3" name="Group 22">
            <a:extLst>
              <a:ext uri="{FF2B5EF4-FFF2-40B4-BE49-F238E27FC236}">
                <a16:creationId xmlns:a16="http://schemas.microsoft.com/office/drawing/2014/main" id="{C0CC1C03-9481-827D-8B9F-1CCC292E65D9}"/>
              </a:ext>
            </a:extLst>
          </p:cNvPr>
          <p:cNvGrpSpPr>
            <a:grpSpLocks/>
          </p:cNvGrpSpPr>
          <p:nvPr/>
        </p:nvGrpSpPr>
        <p:grpSpPr bwMode="auto">
          <a:xfrm>
            <a:off x="3657600" y="858838"/>
            <a:ext cx="2751138" cy="2174875"/>
            <a:chOff x="2208" y="240"/>
            <a:chExt cx="1733" cy="1370"/>
          </a:xfrm>
        </p:grpSpPr>
        <p:sp>
          <p:nvSpPr>
            <p:cNvPr id="558103" name="Line 23">
              <a:extLst>
                <a:ext uri="{FF2B5EF4-FFF2-40B4-BE49-F238E27FC236}">
                  <a16:creationId xmlns:a16="http://schemas.microsoft.com/office/drawing/2014/main" id="{40B019F9-79C8-513E-0114-82F9463FE5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08" y="1344"/>
              <a:ext cx="1488" cy="0"/>
            </a:xfrm>
            <a:prstGeom prst="line">
              <a:avLst/>
            </a:prstGeom>
            <a:noFill/>
            <a:ln w="28575">
              <a:solidFill>
                <a:srgbClr val="CCFFFF"/>
              </a:solidFill>
              <a:round/>
              <a:headEnd/>
              <a:tailEnd type="triangle" w="med" len="lg"/>
            </a:ln>
            <a:effectLst/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58104" name="Line 24">
              <a:extLst>
                <a:ext uri="{FF2B5EF4-FFF2-40B4-BE49-F238E27FC236}">
                  <a16:creationId xmlns:a16="http://schemas.microsoft.com/office/drawing/2014/main" id="{84C7A0DB-5186-79D5-D282-B5A6B357BA7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880" y="336"/>
              <a:ext cx="0" cy="1152"/>
            </a:xfrm>
            <a:prstGeom prst="line">
              <a:avLst/>
            </a:prstGeom>
            <a:noFill/>
            <a:ln w="28575">
              <a:solidFill>
                <a:srgbClr val="CCFFFF"/>
              </a:solidFill>
              <a:round/>
              <a:headEnd/>
              <a:tailEnd type="triangle" w="med" len="lg"/>
            </a:ln>
            <a:effectLst/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graphicFrame>
          <p:nvGraphicFramePr>
            <p:cNvPr id="27684" name="Object 25">
              <a:extLst>
                <a:ext uri="{FF2B5EF4-FFF2-40B4-BE49-F238E27FC236}">
                  <a16:creationId xmlns:a16="http://schemas.microsoft.com/office/drawing/2014/main" id="{3CAD11F3-E898-6B94-753A-D843218E40C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928" y="240"/>
            <a:ext cx="336" cy="30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228413" imgH="198009" progId="Equation.3">
                    <p:embed/>
                  </p:oleObj>
                </mc:Choice>
                <mc:Fallback>
                  <p:oleObj name="Equation" r:id="rId10" imgW="228413" imgH="198009" progId="Equation.3">
                    <p:embed/>
                    <p:pic>
                      <p:nvPicPr>
                        <p:cNvPr id="0" name="Object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28" y="240"/>
                          <a:ext cx="336" cy="30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7685" name="Text Box 26">
              <a:extLst>
                <a:ext uri="{FF2B5EF4-FFF2-40B4-BE49-F238E27FC236}">
                  <a16:creationId xmlns:a16="http://schemas.microsoft.com/office/drawing/2014/main" id="{555FA43A-DD55-2C32-904D-3A766F8DA4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86" y="1322"/>
              <a:ext cx="25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9pPr>
            </a:lstStyle>
            <a:p>
              <a:pPr eaLnBrk="1" hangingPunct="1"/>
              <a:r>
                <a:rPr kumimoji="1" lang="en-US" altLang="zh-CN">
                  <a:solidFill>
                    <a:srgbClr val="FFFF66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X</a:t>
              </a:r>
            </a:p>
          </p:txBody>
        </p:sp>
        <p:sp>
          <p:nvSpPr>
            <p:cNvPr id="27686" name="Text Box 27">
              <a:extLst>
                <a:ext uri="{FF2B5EF4-FFF2-40B4-BE49-F238E27FC236}">
                  <a16:creationId xmlns:a16="http://schemas.microsoft.com/office/drawing/2014/main" id="{984E3422-F7EF-7DCA-4693-1D37421E7BA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15" y="1296"/>
              <a:ext cx="26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9pPr>
            </a:lstStyle>
            <a:p>
              <a:pPr eaLnBrk="1" hangingPunct="1"/>
              <a:r>
                <a:rPr kumimoji="1" lang="en-US" altLang="zh-CN">
                  <a:solidFill>
                    <a:srgbClr val="FFFF66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O</a:t>
              </a:r>
            </a:p>
          </p:txBody>
        </p:sp>
      </p:grpSp>
      <p:grpSp>
        <p:nvGrpSpPr>
          <p:cNvPr id="4" name="Group 28">
            <a:extLst>
              <a:ext uri="{FF2B5EF4-FFF2-40B4-BE49-F238E27FC236}">
                <a16:creationId xmlns:a16="http://schemas.microsoft.com/office/drawing/2014/main" id="{1E10C516-B62F-70B5-C2EA-1668AD15ACB4}"/>
              </a:ext>
            </a:extLst>
          </p:cNvPr>
          <p:cNvGrpSpPr>
            <a:grpSpLocks/>
          </p:cNvGrpSpPr>
          <p:nvPr/>
        </p:nvGrpSpPr>
        <p:grpSpPr bwMode="auto">
          <a:xfrm>
            <a:off x="6553200" y="765175"/>
            <a:ext cx="2362200" cy="2078038"/>
            <a:chOff x="4080" y="192"/>
            <a:chExt cx="1488" cy="1309"/>
          </a:xfrm>
        </p:grpSpPr>
        <p:graphicFrame>
          <p:nvGraphicFramePr>
            <p:cNvPr id="27677" name="Object 29">
              <a:extLst>
                <a:ext uri="{FF2B5EF4-FFF2-40B4-BE49-F238E27FC236}">
                  <a16:creationId xmlns:a16="http://schemas.microsoft.com/office/drawing/2014/main" id="{2E9E8086-4F74-DA31-3B99-90E92611FC1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368" y="192"/>
            <a:ext cx="336" cy="30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228413" imgH="198009" progId="Equation.3">
                    <p:embed/>
                  </p:oleObj>
                </mc:Choice>
                <mc:Fallback>
                  <p:oleObj name="Equation" r:id="rId12" imgW="228413" imgH="198009" progId="Equation.3">
                    <p:embed/>
                    <p:pic>
                      <p:nvPicPr>
                        <p:cNvPr id="0" name="Object 2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68" y="192"/>
                          <a:ext cx="336" cy="30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58110" name="Line 30">
              <a:extLst>
                <a:ext uri="{FF2B5EF4-FFF2-40B4-BE49-F238E27FC236}">
                  <a16:creationId xmlns:a16="http://schemas.microsoft.com/office/drawing/2014/main" id="{BABAF5A2-AD08-8B13-9D2A-E05841DE36E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80" y="541"/>
              <a:ext cx="1344" cy="0"/>
            </a:xfrm>
            <a:prstGeom prst="line">
              <a:avLst/>
            </a:prstGeom>
            <a:noFill/>
            <a:ln w="28575">
              <a:solidFill>
                <a:srgbClr val="CCFFFF"/>
              </a:solidFill>
              <a:round/>
              <a:headEnd/>
              <a:tailEnd type="triangle" w="med" len="lg"/>
            </a:ln>
            <a:effectLst/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58111" name="Line 31">
              <a:extLst>
                <a:ext uri="{FF2B5EF4-FFF2-40B4-BE49-F238E27FC236}">
                  <a16:creationId xmlns:a16="http://schemas.microsoft.com/office/drawing/2014/main" id="{313052D9-8B5F-8AE0-21F3-714CBB09961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20" y="349"/>
              <a:ext cx="0" cy="1152"/>
            </a:xfrm>
            <a:prstGeom prst="line">
              <a:avLst/>
            </a:prstGeom>
            <a:noFill/>
            <a:ln w="28575">
              <a:solidFill>
                <a:srgbClr val="CCFFFF"/>
              </a:solidFill>
              <a:round/>
              <a:headEnd/>
              <a:tailEnd type="triangle" w="med" len="lg"/>
            </a:ln>
            <a:effectLst/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7680" name="Text Box 32">
              <a:extLst>
                <a:ext uri="{FF2B5EF4-FFF2-40B4-BE49-F238E27FC236}">
                  <a16:creationId xmlns:a16="http://schemas.microsoft.com/office/drawing/2014/main" id="{87682144-58E2-359D-A557-3B91B6C8B7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70" y="199"/>
              <a:ext cx="29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9pPr>
            </a:lstStyle>
            <a:p>
              <a:pPr eaLnBrk="1" hangingPunct="1"/>
              <a:r>
                <a:rPr kumimoji="1" lang="en-US" altLang="zh-CN" sz="2800" i="1">
                  <a:solidFill>
                    <a:srgbClr val="FFFF66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</a:p>
          </p:txBody>
        </p:sp>
        <p:sp>
          <p:nvSpPr>
            <p:cNvPr id="27681" name="Text Box 33">
              <a:extLst>
                <a:ext uri="{FF2B5EF4-FFF2-40B4-BE49-F238E27FC236}">
                  <a16:creationId xmlns:a16="http://schemas.microsoft.com/office/drawing/2014/main" id="{2D97AF38-58AF-D851-E630-FB2D89AC98D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0" y="493"/>
              <a:ext cx="26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9pPr>
            </a:lstStyle>
            <a:p>
              <a:pPr eaLnBrk="1" hangingPunct="1"/>
              <a:r>
                <a:rPr kumimoji="1" lang="en-US" altLang="zh-CN">
                  <a:solidFill>
                    <a:srgbClr val="FFFF66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O</a:t>
              </a:r>
            </a:p>
          </p:txBody>
        </p:sp>
      </p:grpSp>
      <p:pic>
        <p:nvPicPr>
          <p:cNvPr id="558114" name="Picture 34">
            <a:extLst>
              <a:ext uri="{FF2B5EF4-FFF2-40B4-BE49-F238E27FC236}">
                <a16:creationId xmlns:a16="http://schemas.microsoft.com/office/drawing/2014/main" id="{54F5ADA0-988D-C8BC-9696-E9DDCFFE98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0400" y="1395413"/>
            <a:ext cx="1128713" cy="1425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558115" name="Object 35">
            <a:extLst>
              <a:ext uri="{FF2B5EF4-FFF2-40B4-BE49-F238E27FC236}">
                <a16:creationId xmlns:a16="http://schemas.microsoft.com/office/drawing/2014/main" id="{5E56AFFE-E9B7-136A-E14C-9D94C18B104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35125" y="3787775"/>
          <a:ext cx="2073275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5" imgW="2065176" imgH="381055" progId="Equation.3">
                  <p:embed/>
                </p:oleObj>
              </mc:Choice>
              <mc:Fallback>
                <p:oleObj name="公式" r:id="rId15" imgW="2065176" imgH="381055" progId="Equation.3">
                  <p:embed/>
                  <p:pic>
                    <p:nvPicPr>
                      <p:cNvPr id="0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35125" y="3787775"/>
                        <a:ext cx="2073275" cy="390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8116" name="Object 36">
            <a:extLst>
              <a:ext uri="{FF2B5EF4-FFF2-40B4-BE49-F238E27FC236}">
                <a16:creationId xmlns:a16="http://schemas.microsoft.com/office/drawing/2014/main" id="{574B493E-BDA6-B97B-FD10-755ED8119FB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32338" y="3817938"/>
          <a:ext cx="2687637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7" imgW="2476718" imgH="388537" progId="Equation.3">
                  <p:embed/>
                </p:oleObj>
              </mc:Choice>
              <mc:Fallback>
                <p:oleObj name="公式" r:id="rId17" imgW="2476718" imgH="388537" progId="Equation.3">
                  <p:embed/>
                  <p:pic>
                    <p:nvPicPr>
                      <p:cNvPr id="0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32338" y="3817938"/>
                        <a:ext cx="2687637" cy="403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8117" name="Object 37">
            <a:extLst>
              <a:ext uri="{FF2B5EF4-FFF2-40B4-BE49-F238E27FC236}">
                <a16:creationId xmlns:a16="http://schemas.microsoft.com/office/drawing/2014/main" id="{6B5D6F16-0BF3-23CE-94D6-D907C2155C1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68438" y="4319588"/>
          <a:ext cx="4183062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9" imgW="4160707" imgH="822960" progId="Equation.3">
                  <p:embed/>
                </p:oleObj>
              </mc:Choice>
              <mc:Fallback>
                <p:oleObj name="公式" r:id="rId19" imgW="4160707" imgH="822960" progId="Equation.3">
                  <p:embed/>
                  <p:pic>
                    <p:nvPicPr>
                      <p:cNvPr id="0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68438" y="4319588"/>
                        <a:ext cx="4183062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8118" name="Object 38">
            <a:extLst>
              <a:ext uri="{FF2B5EF4-FFF2-40B4-BE49-F238E27FC236}">
                <a16:creationId xmlns:a16="http://schemas.microsoft.com/office/drawing/2014/main" id="{D001A5AD-715B-B726-6859-FF3820EAE3B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65238" y="5143500"/>
          <a:ext cx="3586162" cy="446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1" imgW="3551107" imgH="426942" progId="Equation.3">
                  <p:embed/>
                </p:oleObj>
              </mc:Choice>
              <mc:Fallback>
                <p:oleObj name="公式" r:id="rId21" imgW="3551107" imgH="426942" progId="Equation.3">
                  <p:embed/>
                  <p:pic>
                    <p:nvPicPr>
                      <p:cNvPr id="0" name="Object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65238" y="5143500"/>
                        <a:ext cx="3586162" cy="446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8119" name="AutoShape 39">
            <a:extLst>
              <a:ext uri="{FF2B5EF4-FFF2-40B4-BE49-F238E27FC236}">
                <a16:creationId xmlns:a16="http://schemas.microsoft.com/office/drawing/2014/main" id="{0AEAAF31-4CAC-149E-2313-4BA447BAA133}"/>
              </a:ext>
            </a:extLst>
          </p:cNvPr>
          <p:cNvSpPr>
            <a:spLocks/>
          </p:cNvSpPr>
          <p:nvPr/>
        </p:nvSpPr>
        <p:spPr bwMode="auto">
          <a:xfrm>
            <a:off x="6011863" y="4581525"/>
            <a:ext cx="152400" cy="914400"/>
          </a:xfrm>
          <a:prstGeom prst="rightBrace">
            <a:avLst>
              <a:gd name="adj1" fmla="val 50000"/>
              <a:gd name="adj2" fmla="val 50000"/>
            </a:avLst>
          </a:prstGeom>
          <a:noFill/>
          <a:ln w="28575">
            <a:solidFill>
              <a:srgbClr val="66FFFF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58120" name="AutoShape 40">
            <a:extLst>
              <a:ext uri="{FF2B5EF4-FFF2-40B4-BE49-F238E27FC236}">
                <a16:creationId xmlns:a16="http://schemas.microsoft.com/office/drawing/2014/main" id="{1B77496D-F6D8-481E-A1FC-B8B850D28C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27763" y="4221163"/>
            <a:ext cx="914400" cy="962025"/>
          </a:xfrm>
          <a:custGeom>
            <a:avLst/>
            <a:gdLst>
              <a:gd name="G0" fmla="+- 9257 0 0"/>
              <a:gd name="G1" fmla="+- 17216 0 0"/>
              <a:gd name="G2" fmla="+- 6686 0 0"/>
              <a:gd name="G3" fmla="*/ 9257 1 2"/>
              <a:gd name="G4" fmla="+- G3 10800 0"/>
              <a:gd name="G5" fmla="+- 21600 9257 17216"/>
              <a:gd name="G6" fmla="+- 17216 6686 0"/>
              <a:gd name="G7" fmla="*/ G6 1 2"/>
              <a:gd name="G8" fmla="*/ 17216 2 1"/>
              <a:gd name="G9" fmla="+- G8 0 21600"/>
              <a:gd name="G10" fmla="*/ 21600 G0 G1"/>
              <a:gd name="G11" fmla="*/ 21600 G4 G1"/>
              <a:gd name="G12" fmla="*/ 21600 G5 G1"/>
              <a:gd name="G13" fmla="*/ 21600 G7 G1"/>
              <a:gd name="G14" fmla="*/ 17216 1 2"/>
              <a:gd name="G15" fmla="+- G5 0 G4"/>
              <a:gd name="G16" fmla="+- G0 0 G4"/>
              <a:gd name="G17" fmla="*/ G2 G15 G16"/>
              <a:gd name="T0" fmla="*/ 15429 w 21600"/>
              <a:gd name="T1" fmla="*/ 0 h 21600"/>
              <a:gd name="T2" fmla="*/ 9257 w 21600"/>
              <a:gd name="T3" fmla="*/ 6686 h 21600"/>
              <a:gd name="T4" fmla="*/ 0 w 21600"/>
              <a:gd name="T5" fmla="*/ 19358 h 21600"/>
              <a:gd name="T6" fmla="*/ 8608 w 21600"/>
              <a:gd name="T7" fmla="*/ 21600 h 21600"/>
              <a:gd name="T8" fmla="*/ 17216 w 21600"/>
              <a:gd name="T9" fmla="*/ 14994 h 21600"/>
              <a:gd name="T10" fmla="*/ 21600 w 21600"/>
              <a:gd name="T11" fmla="*/ 6686 h 21600"/>
              <a:gd name="T12" fmla="*/ 17694720 60000 65536"/>
              <a:gd name="T13" fmla="*/ 11796480 60000 65536"/>
              <a:gd name="T14" fmla="*/ 11796480 60000 65536"/>
              <a:gd name="T15" fmla="*/ 5898240 60000 65536"/>
              <a:gd name="T16" fmla="*/ 0 60000 65536"/>
              <a:gd name="T17" fmla="*/ 0 60000 65536"/>
              <a:gd name="T18" fmla="*/ 0 w 21600"/>
              <a:gd name="T19" fmla="*/ G12 h 21600"/>
              <a:gd name="T20" fmla="*/ G1 w 21600"/>
              <a:gd name="T21" fmla="*/ 21600 h 216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1600" h="21600">
                <a:moveTo>
                  <a:pt x="15429" y="0"/>
                </a:moveTo>
                <a:lnTo>
                  <a:pt x="9257" y="6686"/>
                </a:lnTo>
                <a:lnTo>
                  <a:pt x="13641" y="6686"/>
                </a:lnTo>
                <a:lnTo>
                  <a:pt x="13641" y="17115"/>
                </a:lnTo>
                <a:lnTo>
                  <a:pt x="0" y="17115"/>
                </a:lnTo>
                <a:lnTo>
                  <a:pt x="0" y="21600"/>
                </a:lnTo>
                <a:lnTo>
                  <a:pt x="17216" y="21600"/>
                </a:lnTo>
                <a:lnTo>
                  <a:pt x="17216" y="6686"/>
                </a:lnTo>
                <a:lnTo>
                  <a:pt x="21600" y="6686"/>
                </a:lnTo>
                <a:close/>
              </a:path>
            </a:pathLst>
          </a:custGeom>
          <a:solidFill>
            <a:srgbClr val="FFCCFF"/>
          </a:solidFill>
          <a:ln w="9525">
            <a:solidFill>
              <a:srgbClr val="FFCCFF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558121" name="Object 41">
            <a:extLst>
              <a:ext uri="{FF2B5EF4-FFF2-40B4-BE49-F238E27FC236}">
                <a16:creationId xmlns:a16="http://schemas.microsoft.com/office/drawing/2014/main" id="{A9CA444C-5C88-E3D9-A9E3-A425A4A0431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62050" y="5686425"/>
          <a:ext cx="38989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3" imgW="3886013" imgH="822960" progId="Equation.3">
                  <p:embed/>
                </p:oleObj>
              </mc:Choice>
              <mc:Fallback>
                <p:oleObj name="公式" r:id="rId23" imgW="3886013" imgH="822960" progId="Equation.3">
                  <p:embed/>
                  <p:pic>
                    <p:nvPicPr>
                      <p:cNvPr id="0" name="Object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62050" y="5686425"/>
                        <a:ext cx="3898900" cy="838200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rgbClr val="66FFFF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8122" name="Line 42">
            <a:extLst>
              <a:ext uri="{FF2B5EF4-FFF2-40B4-BE49-F238E27FC236}">
                <a16:creationId xmlns:a16="http://schemas.microsoft.com/office/drawing/2014/main" id="{5568EC0E-F131-FF7B-5755-A215FAEBFD6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219200" y="1000125"/>
            <a:ext cx="1676400" cy="1676400"/>
          </a:xfrm>
          <a:prstGeom prst="line">
            <a:avLst/>
          </a:prstGeom>
          <a:noFill/>
          <a:ln w="38100">
            <a:solidFill>
              <a:srgbClr val="66FF33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558123" name="Picture 43" descr="j0293240">
            <a:extLst>
              <a:ext uri="{FF2B5EF4-FFF2-40B4-BE49-F238E27FC236}">
                <a16:creationId xmlns:a16="http://schemas.microsoft.com/office/drawing/2014/main" id="{7DBE002B-CEFC-AA3F-DE42-7BD6498602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9325" y="6381750"/>
            <a:ext cx="611188" cy="452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58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58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58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8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5580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5580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8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5580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8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57" dur="500"/>
                                        <p:tgtEl>
                                          <p:spTgt spid="558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8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65" dur="500"/>
                                        <p:tgtEl>
                                          <p:spTgt spid="558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8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558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8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558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8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8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8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 nodeType="clickPar">
                      <p:stCondLst>
                        <p:cond delay="indefinite"/>
                      </p:stCondLst>
                      <p:childTnLst>
                        <p:par>
                          <p:cTn id="1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8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 nodeType="clickPar">
                      <p:stCondLst>
                        <p:cond delay="indefinite"/>
                      </p:stCondLst>
                      <p:childTnLst>
                        <p:par>
                          <p:cTn id="1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8" dur="500"/>
                                        <p:tgtEl>
                                          <p:spTgt spid="558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 nodeType="clickPar">
                      <p:stCondLst>
                        <p:cond delay="indefinite"/>
                      </p:stCondLst>
                      <p:childTnLst>
                        <p:par>
                          <p:cTn id="1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3" dur="500"/>
                                        <p:tgtEl>
                                          <p:spTgt spid="558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 nodeType="clickPar">
                      <p:stCondLst>
                        <p:cond delay="indefinite"/>
                      </p:stCondLst>
                      <p:childTnLst>
                        <p:par>
                          <p:cTn id="1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8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 nodeType="clickPar">
                      <p:stCondLst>
                        <p:cond delay="indefinite"/>
                      </p:stCondLst>
                      <p:childTnLst>
                        <p:par>
                          <p:cTn id="1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5581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5581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8082" grpId="0" autoUpdateAnimBg="0"/>
      <p:bldP spid="558083" grpId="0" autoUpdateAnimBg="0"/>
      <p:bldP spid="558084" grpId="0" autoUpdateAnimBg="0"/>
      <p:bldP spid="558091" grpId="0" autoUpdateAnimBg="0"/>
      <p:bldP spid="558093" grpId="0" autoUpdateAnimBg="0"/>
      <p:bldP spid="558097" grpId="0" autoUpdateAnimBg="0"/>
      <p:bldP spid="558101" grpId="0" autoUpdateAnimBg="0"/>
      <p:bldP spid="558119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130" name="Text Box 2">
            <a:extLst>
              <a:ext uri="{FF2B5EF4-FFF2-40B4-BE49-F238E27FC236}">
                <a16:creationId xmlns:a16="http://schemas.microsoft.com/office/drawing/2014/main" id="{97A30AA0-7130-0704-709B-A173CC918F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188913"/>
            <a:ext cx="40544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/>
            <a:r>
              <a:rPr kumimoji="1" lang="en-US" altLang="zh-CN">
                <a:solidFill>
                  <a:srgbClr val="FFFF6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2.</a:t>
            </a:r>
            <a:r>
              <a:rPr kumimoji="1" lang="zh-CN" altLang="en-US">
                <a:solidFill>
                  <a:srgbClr val="FFFF6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由势能曲线求保守力</a:t>
            </a:r>
          </a:p>
        </p:txBody>
      </p:sp>
      <p:sp>
        <p:nvSpPr>
          <p:cNvPr id="560131" name="Text Box 3">
            <a:extLst>
              <a:ext uri="{FF2B5EF4-FFF2-40B4-BE49-F238E27FC236}">
                <a16:creationId xmlns:a16="http://schemas.microsoft.com/office/drawing/2014/main" id="{B67BED56-DBDF-28DE-E202-F793350266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8013" y="606425"/>
            <a:ext cx="678180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kumimoji="1"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势能曲线上某点斜率的负值，就是该点</a:t>
            </a:r>
          </a:p>
          <a:p>
            <a:pPr eaLnBrk="1" hangingPunct="1">
              <a:lnSpc>
                <a:spcPct val="125000"/>
              </a:lnSpc>
            </a:pPr>
            <a:r>
              <a:rPr kumimoji="1"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对应位置处质点所受的保守力。 </a:t>
            </a:r>
          </a:p>
        </p:txBody>
      </p:sp>
      <p:graphicFrame>
        <p:nvGraphicFramePr>
          <p:cNvPr id="560132" name="Object 4">
            <a:extLst>
              <a:ext uri="{FF2B5EF4-FFF2-40B4-BE49-F238E27FC236}">
                <a16:creationId xmlns:a16="http://schemas.microsoft.com/office/drawing/2014/main" id="{47131153-E846-4BE2-6AA2-3079C1143E9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416675" y="709613"/>
          <a:ext cx="17018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683989" imgH="807498" progId="Equation.3">
                  <p:embed/>
                </p:oleObj>
              </mc:Choice>
              <mc:Fallback>
                <p:oleObj name="公式" r:id="rId2" imgW="1683989" imgH="807498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16675" y="709613"/>
                        <a:ext cx="1701800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66FF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60133" name="Picture 5">
            <a:extLst>
              <a:ext uri="{FF2B5EF4-FFF2-40B4-BE49-F238E27FC236}">
                <a16:creationId xmlns:a16="http://schemas.microsoft.com/office/drawing/2014/main" id="{4A3B9690-F08D-62B9-8073-0EE6C74F49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6338" y="2376488"/>
            <a:ext cx="6858000" cy="2144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" name="Group 6">
            <a:extLst>
              <a:ext uri="{FF2B5EF4-FFF2-40B4-BE49-F238E27FC236}">
                <a16:creationId xmlns:a16="http://schemas.microsoft.com/office/drawing/2014/main" id="{A483EAA1-A4E8-4499-611E-BC14F9735D27}"/>
              </a:ext>
            </a:extLst>
          </p:cNvPr>
          <p:cNvGrpSpPr>
            <a:grpSpLocks/>
          </p:cNvGrpSpPr>
          <p:nvPr/>
        </p:nvGrpSpPr>
        <p:grpSpPr bwMode="auto">
          <a:xfrm>
            <a:off x="871538" y="1766888"/>
            <a:ext cx="7932737" cy="2860675"/>
            <a:chOff x="288" y="749"/>
            <a:chExt cx="4997" cy="1802"/>
          </a:xfrm>
        </p:grpSpPr>
        <p:sp>
          <p:nvSpPr>
            <p:cNvPr id="560135" name="Line 7">
              <a:extLst>
                <a:ext uri="{FF2B5EF4-FFF2-40B4-BE49-F238E27FC236}">
                  <a16:creationId xmlns:a16="http://schemas.microsoft.com/office/drawing/2014/main" id="{B5A72EE4-E290-7924-53EA-220948E976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" y="2226"/>
              <a:ext cx="4992" cy="0"/>
            </a:xfrm>
            <a:prstGeom prst="line">
              <a:avLst/>
            </a:prstGeom>
            <a:noFill/>
            <a:ln w="28575">
              <a:solidFill>
                <a:srgbClr val="CCFFFF"/>
              </a:solidFill>
              <a:round/>
              <a:headEnd/>
              <a:tailEnd type="triangle" w="med" len="lg"/>
            </a:ln>
            <a:effectLst/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8721" name="Text Box 8">
              <a:extLst>
                <a:ext uri="{FF2B5EF4-FFF2-40B4-BE49-F238E27FC236}">
                  <a16:creationId xmlns:a16="http://schemas.microsoft.com/office/drawing/2014/main" id="{D0D65613-E5C2-84C8-7699-406981E978A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30" y="2263"/>
              <a:ext cx="25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9pPr>
            </a:lstStyle>
            <a:p>
              <a:pPr eaLnBrk="1" hangingPunct="1"/>
              <a:r>
                <a:rPr kumimoji="1" lang="en-US" altLang="zh-CN">
                  <a:solidFill>
                    <a:srgbClr val="FFFF66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X</a:t>
              </a:r>
            </a:p>
          </p:txBody>
        </p:sp>
        <p:sp>
          <p:nvSpPr>
            <p:cNvPr id="560137" name="Line 9">
              <a:extLst>
                <a:ext uri="{FF2B5EF4-FFF2-40B4-BE49-F238E27FC236}">
                  <a16:creationId xmlns:a16="http://schemas.microsoft.com/office/drawing/2014/main" id="{F09A956E-2EBE-9347-2DF1-1E9D8F9418E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40" y="893"/>
              <a:ext cx="0" cy="1632"/>
            </a:xfrm>
            <a:prstGeom prst="line">
              <a:avLst/>
            </a:prstGeom>
            <a:noFill/>
            <a:ln w="28575">
              <a:solidFill>
                <a:srgbClr val="CCFFFF"/>
              </a:solidFill>
              <a:round/>
              <a:headEnd/>
              <a:tailEnd type="triangle" w="med" len="lg"/>
            </a:ln>
            <a:effectLst/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graphicFrame>
          <p:nvGraphicFramePr>
            <p:cNvPr id="28723" name="Object 10">
              <a:extLst>
                <a:ext uri="{FF2B5EF4-FFF2-40B4-BE49-F238E27FC236}">
                  <a16:creationId xmlns:a16="http://schemas.microsoft.com/office/drawing/2014/main" id="{A7F0E3B1-BF3C-A05F-D8FC-2B97EA10C75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688" y="749"/>
            <a:ext cx="336" cy="30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228413" imgH="198009" progId="Equation.3">
                    <p:embed/>
                  </p:oleObj>
                </mc:Choice>
                <mc:Fallback>
                  <p:oleObj name="Equation" r:id="rId5" imgW="228413" imgH="198009" progId="Equation.3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88" y="749"/>
                          <a:ext cx="336" cy="30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60139" name="Line 11">
            <a:extLst>
              <a:ext uri="{FF2B5EF4-FFF2-40B4-BE49-F238E27FC236}">
                <a16:creationId xmlns:a16="http://schemas.microsoft.com/office/drawing/2014/main" id="{927941BB-2E67-A7FB-163C-5D910B85B121}"/>
              </a:ext>
            </a:extLst>
          </p:cNvPr>
          <p:cNvSpPr>
            <a:spLocks noChangeShapeType="1"/>
          </p:cNvSpPr>
          <p:nvPr/>
        </p:nvSpPr>
        <p:spPr bwMode="auto">
          <a:xfrm>
            <a:off x="2395538" y="3062288"/>
            <a:ext cx="4648200" cy="0"/>
          </a:xfrm>
          <a:prstGeom prst="line">
            <a:avLst/>
          </a:prstGeom>
          <a:noFill/>
          <a:ln w="38100">
            <a:solidFill>
              <a:srgbClr val="FFFF66"/>
            </a:solidFill>
            <a:round/>
            <a:headEnd/>
            <a:tailEnd/>
          </a:ln>
          <a:effectLst/>
        </p:spPr>
        <p:txBody>
          <a:bodyPr/>
          <a:lstStyle/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60140" name="Text Box 12">
            <a:extLst>
              <a:ext uri="{FF2B5EF4-FFF2-40B4-BE49-F238E27FC236}">
                <a16:creationId xmlns:a16="http://schemas.microsoft.com/office/drawing/2014/main" id="{3CBE14B6-3E81-AD5A-9A38-EFA8EEA544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70663" y="2493963"/>
            <a:ext cx="387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/>
            <a:r>
              <a:rPr kumimoji="1" lang="en-US" altLang="zh-CN" i="1">
                <a:solidFill>
                  <a:srgbClr val="FFFF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E</a:t>
            </a:r>
          </a:p>
        </p:txBody>
      </p:sp>
      <p:sp>
        <p:nvSpPr>
          <p:cNvPr id="560141" name="Line 13">
            <a:extLst>
              <a:ext uri="{FF2B5EF4-FFF2-40B4-BE49-F238E27FC236}">
                <a16:creationId xmlns:a16="http://schemas.microsoft.com/office/drawing/2014/main" id="{3C2DE655-93CB-4416-3D39-7CCB1FCAE8AB}"/>
              </a:ext>
            </a:extLst>
          </p:cNvPr>
          <p:cNvSpPr>
            <a:spLocks noChangeShapeType="1"/>
          </p:cNvSpPr>
          <p:nvPr/>
        </p:nvSpPr>
        <p:spPr bwMode="auto">
          <a:xfrm>
            <a:off x="2624138" y="3021013"/>
            <a:ext cx="0" cy="533400"/>
          </a:xfrm>
          <a:prstGeom prst="line">
            <a:avLst/>
          </a:prstGeom>
          <a:noFill/>
          <a:ln w="28575">
            <a:solidFill>
              <a:srgbClr val="FFCCFF"/>
            </a:solidFill>
            <a:round/>
            <a:headEnd type="triangle" w="med" len="med"/>
            <a:tailEnd type="triangle" w="med" len="med"/>
          </a:ln>
          <a:effectLst/>
        </p:spPr>
        <p:txBody>
          <a:bodyPr/>
          <a:lstStyle/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560142" name="Object 14">
            <a:extLst>
              <a:ext uri="{FF2B5EF4-FFF2-40B4-BE49-F238E27FC236}">
                <a16:creationId xmlns:a16="http://schemas.microsoft.com/office/drawing/2014/main" id="{D13DA558-80F0-E6DF-7CC7-6CF978473D5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39938" y="2986088"/>
          <a:ext cx="577850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28413" imgH="213471" progId="Equation.3">
                  <p:embed/>
                </p:oleObj>
              </mc:Choice>
              <mc:Fallback>
                <p:oleObj name="Equation" r:id="rId7" imgW="228413" imgH="213471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39938" y="2986088"/>
                        <a:ext cx="577850" cy="546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0143" name="Line 15">
            <a:extLst>
              <a:ext uri="{FF2B5EF4-FFF2-40B4-BE49-F238E27FC236}">
                <a16:creationId xmlns:a16="http://schemas.microsoft.com/office/drawing/2014/main" id="{1329A1E4-C59F-E56C-EE78-48079D499D9A}"/>
              </a:ext>
            </a:extLst>
          </p:cNvPr>
          <p:cNvSpPr>
            <a:spLocks noChangeShapeType="1"/>
          </p:cNvSpPr>
          <p:nvPr/>
        </p:nvSpPr>
        <p:spPr bwMode="auto">
          <a:xfrm>
            <a:off x="2624138" y="3578225"/>
            <a:ext cx="0" cy="533400"/>
          </a:xfrm>
          <a:prstGeom prst="line">
            <a:avLst/>
          </a:prstGeom>
          <a:noFill/>
          <a:ln w="28575">
            <a:solidFill>
              <a:srgbClr val="66FFFF"/>
            </a:solidFill>
            <a:round/>
            <a:headEnd type="triangle" w="med" len="med"/>
            <a:tailEnd type="triangle" w="med" len="med"/>
          </a:ln>
          <a:effectLst/>
        </p:spPr>
        <p:txBody>
          <a:bodyPr/>
          <a:lstStyle/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560144" name="Object 16">
            <a:extLst>
              <a:ext uri="{FF2B5EF4-FFF2-40B4-BE49-F238E27FC236}">
                <a16:creationId xmlns:a16="http://schemas.microsoft.com/office/drawing/2014/main" id="{7E383365-9E7F-942B-63EA-DA3FCBA72B7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00338" y="3595688"/>
          <a:ext cx="533400" cy="477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28413" imgH="198009" progId="Equation.3">
                  <p:embed/>
                </p:oleObj>
              </mc:Choice>
              <mc:Fallback>
                <p:oleObj name="Equation" r:id="rId9" imgW="228413" imgH="198009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0338" y="3595688"/>
                        <a:ext cx="533400" cy="477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0145" name="Line 17">
            <a:extLst>
              <a:ext uri="{FF2B5EF4-FFF2-40B4-BE49-F238E27FC236}">
                <a16:creationId xmlns:a16="http://schemas.microsoft.com/office/drawing/2014/main" id="{CF2A1233-2DE4-238F-7486-0FC864614739}"/>
              </a:ext>
            </a:extLst>
          </p:cNvPr>
          <p:cNvSpPr>
            <a:spLocks noChangeShapeType="1"/>
          </p:cNvSpPr>
          <p:nvPr/>
        </p:nvSpPr>
        <p:spPr bwMode="auto">
          <a:xfrm>
            <a:off x="3233738" y="3062288"/>
            <a:ext cx="0" cy="1066800"/>
          </a:xfrm>
          <a:prstGeom prst="line">
            <a:avLst/>
          </a:prstGeom>
          <a:noFill/>
          <a:ln w="28575">
            <a:solidFill>
              <a:srgbClr val="FFCCFF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60146" name="Line 18">
            <a:extLst>
              <a:ext uri="{FF2B5EF4-FFF2-40B4-BE49-F238E27FC236}">
                <a16:creationId xmlns:a16="http://schemas.microsoft.com/office/drawing/2014/main" id="{723BEE73-C9E1-F5F8-1351-45429F798B87}"/>
              </a:ext>
            </a:extLst>
          </p:cNvPr>
          <p:cNvSpPr>
            <a:spLocks noChangeShapeType="1"/>
          </p:cNvSpPr>
          <p:nvPr/>
        </p:nvSpPr>
        <p:spPr bwMode="auto">
          <a:xfrm>
            <a:off x="4148138" y="3062288"/>
            <a:ext cx="0" cy="990600"/>
          </a:xfrm>
          <a:prstGeom prst="line">
            <a:avLst/>
          </a:prstGeom>
          <a:noFill/>
          <a:ln w="28575">
            <a:solidFill>
              <a:srgbClr val="FFCCFF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60147" name="Line 19">
            <a:extLst>
              <a:ext uri="{FF2B5EF4-FFF2-40B4-BE49-F238E27FC236}">
                <a16:creationId xmlns:a16="http://schemas.microsoft.com/office/drawing/2014/main" id="{83B6AB6B-1048-156D-2B9D-AF865CAB218B}"/>
              </a:ext>
            </a:extLst>
          </p:cNvPr>
          <p:cNvSpPr>
            <a:spLocks noChangeShapeType="1"/>
          </p:cNvSpPr>
          <p:nvPr/>
        </p:nvSpPr>
        <p:spPr bwMode="auto">
          <a:xfrm>
            <a:off x="5062538" y="3062288"/>
            <a:ext cx="0" cy="1066800"/>
          </a:xfrm>
          <a:prstGeom prst="line">
            <a:avLst/>
          </a:prstGeom>
          <a:noFill/>
          <a:ln w="28575">
            <a:solidFill>
              <a:srgbClr val="FFCCFF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60148" name="Line 20">
            <a:extLst>
              <a:ext uri="{FF2B5EF4-FFF2-40B4-BE49-F238E27FC236}">
                <a16:creationId xmlns:a16="http://schemas.microsoft.com/office/drawing/2014/main" id="{14E93632-A295-A154-0F64-A3242C2D5779}"/>
              </a:ext>
            </a:extLst>
          </p:cNvPr>
          <p:cNvSpPr>
            <a:spLocks noChangeShapeType="1"/>
          </p:cNvSpPr>
          <p:nvPr/>
        </p:nvSpPr>
        <p:spPr bwMode="auto">
          <a:xfrm>
            <a:off x="5935663" y="3062288"/>
            <a:ext cx="0" cy="1066800"/>
          </a:xfrm>
          <a:prstGeom prst="line">
            <a:avLst/>
          </a:prstGeom>
          <a:noFill/>
          <a:ln w="28575">
            <a:solidFill>
              <a:srgbClr val="FFCCFF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560149" name="Object 21">
            <a:extLst>
              <a:ext uri="{FF2B5EF4-FFF2-40B4-BE49-F238E27FC236}">
                <a16:creationId xmlns:a16="http://schemas.microsoft.com/office/drawing/2014/main" id="{BBCE3408-B7A6-E0A1-CAB1-6FA439280DA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05138" y="4111625"/>
          <a:ext cx="403225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75167" imgH="198009" progId="Equation.3">
                  <p:embed/>
                </p:oleObj>
              </mc:Choice>
              <mc:Fallback>
                <p:oleObj name="Equation" r:id="rId11" imgW="175167" imgH="198009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5138" y="4111625"/>
                        <a:ext cx="403225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0150" name="Object 22">
            <a:extLst>
              <a:ext uri="{FF2B5EF4-FFF2-40B4-BE49-F238E27FC236}">
                <a16:creationId xmlns:a16="http://schemas.microsoft.com/office/drawing/2014/main" id="{8C87BEB3-A71E-C7B7-8690-2084B80E19C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19538" y="4111625"/>
          <a:ext cx="430212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90593" imgH="198009" progId="Equation.3">
                  <p:embed/>
                </p:oleObj>
              </mc:Choice>
              <mc:Fallback>
                <p:oleObj name="Equation" r:id="rId13" imgW="190593" imgH="198009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19538" y="4111625"/>
                        <a:ext cx="430212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0151" name="Object 23">
            <a:extLst>
              <a:ext uri="{FF2B5EF4-FFF2-40B4-BE49-F238E27FC236}">
                <a16:creationId xmlns:a16="http://schemas.microsoft.com/office/drawing/2014/main" id="{4E7D0D57-BD68-D410-11F5-CE55AFFB7E7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10138" y="4105275"/>
          <a:ext cx="473075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90593" imgH="213471" progId="Equation.3">
                  <p:embed/>
                </p:oleObj>
              </mc:Choice>
              <mc:Fallback>
                <p:oleObj name="Equation" r:id="rId15" imgW="190593" imgH="213471" progId="Equation.3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10138" y="4105275"/>
                        <a:ext cx="473075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0152" name="Object 24">
            <a:extLst>
              <a:ext uri="{FF2B5EF4-FFF2-40B4-BE49-F238E27FC236}">
                <a16:creationId xmlns:a16="http://schemas.microsoft.com/office/drawing/2014/main" id="{83076036-D20A-0E72-039B-F39480DC22D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824538" y="4129088"/>
          <a:ext cx="430212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190593" imgH="198009" progId="Equation.3">
                  <p:embed/>
                </p:oleObj>
              </mc:Choice>
              <mc:Fallback>
                <p:oleObj name="Equation" r:id="rId17" imgW="190593" imgH="198009" progId="Equation.3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24538" y="4129088"/>
                        <a:ext cx="430212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0153" name="Text Box 25">
            <a:extLst>
              <a:ext uri="{FF2B5EF4-FFF2-40B4-BE49-F238E27FC236}">
                <a16:creationId xmlns:a16="http://schemas.microsoft.com/office/drawing/2014/main" id="{E09E17FF-F7BC-0480-EFCB-B76D0E071F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4797425"/>
            <a:ext cx="28495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/>
            <a:r>
              <a:rPr kumimoji="1" lang="zh-CN" altLang="en-US">
                <a:solidFill>
                  <a:srgbClr val="66FF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质点运动范围：</a:t>
            </a:r>
          </a:p>
        </p:txBody>
      </p:sp>
      <p:graphicFrame>
        <p:nvGraphicFramePr>
          <p:cNvPr id="560154" name="Object 26">
            <a:extLst>
              <a:ext uri="{FF2B5EF4-FFF2-40B4-BE49-F238E27FC236}">
                <a16:creationId xmlns:a16="http://schemas.microsoft.com/office/drawing/2014/main" id="{4BFDA691-143A-8554-4EDF-C48FE0B5053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00113" y="5337175"/>
          <a:ext cx="2368550" cy="468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2362262" imgH="457366" progId="Equation.3">
                  <p:embed/>
                </p:oleObj>
              </mc:Choice>
              <mc:Fallback>
                <p:oleObj name="Equation" r:id="rId19" imgW="2362262" imgH="457366" progId="Equation.3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3" y="5337175"/>
                        <a:ext cx="2368550" cy="468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0155" name="Object 27">
            <a:extLst>
              <a:ext uri="{FF2B5EF4-FFF2-40B4-BE49-F238E27FC236}">
                <a16:creationId xmlns:a16="http://schemas.microsoft.com/office/drawing/2014/main" id="{C70BFF67-2456-0CAA-614C-0EFAE6375B0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79838" y="5384800"/>
          <a:ext cx="1558925" cy="420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1531713" imgH="403999" progId="Equation.3">
                  <p:embed/>
                </p:oleObj>
              </mc:Choice>
              <mc:Fallback>
                <p:oleObj name="Equation" r:id="rId21" imgW="1531713" imgH="403999" progId="Equation.3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9838" y="5384800"/>
                        <a:ext cx="1558925" cy="420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0156" name="Object 28">
            <a:extLst>
              <a:ext uri="{FF2B5EF4-FFF2-40B4-BE49-F238E27FC236}">
                <a16:creationId xmlns:a16="http://schemas.microsoft.com/office/drawing/2014/main" id="{69F8241E-7B09-CA9A-C73D-9D4283E5328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308850" y="5386388"/>
          <a:ext cx="13970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1379438" imgH="403999" progId="Equation.3">
                  <p:embed/>
                </p:oleObj>
              </mc:Choice>
              <mc:Fallback>
                <p:oleObj name="Equation" r:id="rId23" imgW="1379438" imgH="403999" progId="Equation.3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08850" y="5386388"/>
                        <a:ext cx="13970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0157" name="Line 29">
            <a:extLst>
              <a:ext uri="{FF2B5EF4-FFF2-40B4-BE49-F238E27FC236}">
                <a16:creationId xmlns:a16="http://schemas.microsoft.com/office/drawing/2014/main" id="{6D1DAE9E-602B-E138-7C0E-3837C5CE448B}"/>
              </a:ext>
            </a:extLst>
          </p:cNvPr>
          <p:cNvSpPr>
            <a:spLocks noChangeShapeType="1"/>
          </p:cNvSpPr>
          <p:nvPr/>
        </p:nvSpPr>
        <p:spPr bwMode="auto">
          <a:xfrm>
            <a:off x="5900738" y="3595688"/>
            <a:ext cx="1066800" cy="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560158" name="Object 30">
            <a:extLst>
              <a:ext uri="{FF2B5EF4-FFF2-40B4-BE49-F238E27FC236}">
                <a16:creationId xmlns:a16="http://schemas.microsoft.com/office/drawing/2014/main" id="{D3D15479-D0EA-A18C-E540-1668AE1D2E2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967538" y="3290888"/>
          <a:ext cx="411162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152276" imgH="175066" progId="Equation.3">
                  <p:embed/>
                </p:oleObj>
              </mc:Choice>
              <mc:Fallback>
                <p:oleObj name="Equation" r:id="rId25" imgW="152276" imgH="175066" progId="Equation.3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67538" y="3290888"/>
                        <a:ext cx="411162" cy="476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0159" name="Line 31">
            <a:extLst>
              <a:ext uri="{FF2B5EF4-FFF2-40B4-BE49-F238E27FC236}">
                <a16:creationId xmlns:a16="http://schemas.microsoft.com/office/drawing/2014/main" id="{F5968889-078E-6DF7-AAD4-1ED94DF31BD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166938" y="3595688"/>
            <a:ext cx="1066800" cy="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560160" name="Object 32">
            <a:extLst>
              <a:ext uri="{FF2B5EF4-FFF2-40B4-BE49-F238E27FC236}">
                <a16:creationId xmlns:a16="http://schemas.microsoft.com/office/drawing/2014/main" id="{B5735DC6-1EFB-EEDD-CDDC-53E89E96014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79575" y="3290888"/>
          <a:ext cx="411163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7" imgW="152276" imgH="175066" progId="Equation.3">
                  <p:embed/>
                </p:oleObj>
              </mc:Choice>
              <mc:Fallback>
                <p:oleObj name="Equation" r:id="rId27" imgW="152276" imgH="175066" progId="Equation.3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9575" y="3290888"/>
                        <a:ext cx="411163" cy="476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0161" name="Line 33">
            <a:extLst>
              <a:ext uri="{FF2B5EF4-FFF2-40B4-BE49-F238E27FC236}">
                <a16:creationId xmlns:a16="http://schemas.microsoft.com/office/drawing/2014/main" id="{8D3909A6-6A20-A678-CDB9-7AC9387138BF}"/>
              </a:ext>
            </a:extLst>
          </p:cNvPr>
          <p:cNvSpPr>
            <a:spLocks noChangeShapeType="1"/>
          </p:cNvSpPr>
          <p:nvPr/>
        </p:nvSpPr>
        <p:spPr bwMode="auto">
          <a:xfrm>
            <a:off x="4148138" y="3367088"/>
            <a:ext cx="381000" cy="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60162" name="Line 34">
            <a:extLst>
              <a:ext uri="{FF2B5EF4-FFF2-40B4-BE49-F238E27FC236}">
                <a16:creationId xmlns:a16="http://schemas.microsoft.com/office/drawing/2014/main" id="{2CE692B7-9D5B-EB38-88E3-C700774DC32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681538" y="3367088"/>
            <a:ext cx="381000" cy="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560163" name="Object 35">
            <a:extLst>
              <a:ext uri="{FF2B5EF4-FFF2-40B4-BE49-F238E27FC236}">
                <a16:creationId xmlns:a16="http://schemas.microsoft.com/office/drawing/2014/main" id="{6FBA82BF-3295-0DA0-243B-4B8F7BDC51C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80063" y="5370513"/>
          <a:ext cx="1497012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9" imgW="1470504" imgH="418961" progId="Equation.3">
                  <p:embed/>
                </p:oleObj>
              </mc:Choice>
              <mc:Fallback>
                <p:oleObj name="Equation" r:id="rId29" imgW="1470504" imgH="418961" progId="Equation.3">
                  <p:embed/>
                  <p:pic>
                    <p:nvPicPr>
                      <p:cNvPr id="0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80063" y="5370513"/>
                        <a:ext cx="1497012" cy="434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0164" name="Text Box 36">
            <a:extLst>
              <a:ext uri="{FF2B5EF4-FFF2-40B4-BE49-F238E27FC236}">
                <a16:creationId xmlns:a16="http://schemas.microsoft.com/office/drawing/2014/main" id="{6D5DA94D-BCFA-C37D-EF91-F21EFDB038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64163" y="5013325"/>
            <a:ext cx="3505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/>
            <a:r>
              <a:rPr kumimoji="1" lang="zh-CN" altLang="en-US">
                <a:solidFill>
                  <a:srgbClr val="66FFFF"/>
                </a:solidFill>
                <a:latin typeface="Times New Roman" panose="02020603050405020304" pitchFamily="18" charset="0"/>
                <a:ea typeface="楷体_GB2312" pitchFamily="49" charset="-122"/>
              </a:rPr>
              <a:t>做往复振动</a:t>
            </a:r>
          </a:p>
        </p:txBody>
      </p:sp>
      <p:sp>
        <p:nvSpPr>
          <p:cNvPr id="560165" name="Oval 37">
            <a:extLst>
              <a:ext uri="{FF2B5EF4-FFF2-40B4-BE49-F238E27FC236}">
                <a16:creationId xmlns:a16="http://schemas.microsoft.com/office/drawing/2014/main" id="{57AFAC9D-8C63-ABF1-910E-2B195520F1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8263" y="2376488"/>
            <a:ext cx="76200" cy="76200"/>
          </a:xfrm>
          <a:prstGeom prst="ellipse">
            <a:avLst/>
          </a:prstGeom>
          <a:solidFill>
            <a:srgbClr val="FF3300"/>
          </a:solidFill>
          <a:ln w="9525">
            <a:solidFill>
              <a:srgbClr val="FF33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60166" name="Oval 38">
            <a:extLst>
              <a:ext uri="{FF2B5EF4-FFF2-40B4-BE49-F238E27FC236}">
                <a16:creationId xmlns:a16="http://schemas.microsoft.com/office/drawing/2014/main" id="{7482D4EA-6BB0-4121-F7A1-5B509E88C0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64063" y="4433888"/>
            <a:ext cx="76200" cy="76200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60167" name="Oval 39">
            <a:extLst>
              <a:ext uri="{FF2B5EF4-FFF2-40B4-BE49-F238E27FC236}">
                <a16:creationId xmlns:a16="http://schemas.microsoft.com/office/drawing/2014/main" id="{8C640CA9-6A56-2370-CFC7-E0D55B9330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14938" y="2376488"/>
            <a:ext cx="76200" cy="76200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60168" name="Text Box 40">
            <a:extLst>
              <a:ext uri="{FF2B5EF4-FFF2-40B4-BE49-F238E27FC236}">
                <a16:creationId xmlns:a16="http://schemas.microsoft.com/office/drawing/2014/main" id="{68ABB7B5-056A-2743-D3DE-5D4169AF3A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75063" y="1884363"/>
            <a:ext cx="4048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/>
            <a:r>
              <a:rPr kumimoji="1" lang="en-US" altLang="zh-CN">
                <a:solidFill>
                  <a:srgbClr val="66FF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</a:p>
        </p:txBody>
      </p:sp>
      <p:sp>
        <p:nvSpPr>
          <p:cNvPr id="560169" name="Text Box 41">
            <a:extLst>
              <a:ext uri="{FF2B5EF4-FFF2-40B4-BE49-F238E27FC236}">
                <a16:creationId xmlns:a16="http://schemas.microsoft.com/office/drawing/2014/main" id="{13DE52C2-882D-E9BE-9FF3-E8E5BEE842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89463" y="4475163"/>
            <a:ext cx="387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/>
            <a:r>
              <a:rPr kumimoji="1" lang="en-US" altLang="zh-CN">
                <a:solidFill>
                  <a:srgbClr val="66FF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</a:p>
        </p:txBody>
      </p:sp>
      <p:sp>
        <p:nvSpPr>
          <p:cNvPr id="560170" name="Text Box 42">
            <a:extLst>
              <a:ext uri="{FF2B5EF4-FFF2-40B4-BE49-F238E27FC236}">
                <a16:creationId xmlns:a16="http://schemas.microsoft.com/office/drawing/2014/main" id="{0B86BAC0-4594-413D-9018-CC07B888EE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11750" y="1860550"/>
            <a:ext cx="4048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/>
            <a:r>
              <a:rPr kumimoji="1" lang="en-US" altLang="zh-CN">
                <a:solidFill>
                  <a:srgbClr val="66FF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</a:p>
        </p:txBody>
      </p:sp>
      <p:graphicFrame>
        <p:nvGraphicFramePr>
          <p:cNvPr id="560171" name="Object 43">
            <a:extLst>
              <a:ext uri="{FF2B5EF4-FFF2-40B4-BE49-F238E27FC236}">
                <a16:creationId xmlns:a16="http://schemas.microsoft.com/office/drawing/2014/main" id="{D44ABA74-EC9C-C124-27B0-F0E19CBBA9A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25500" y="6021388"/>
          <a:ext cx="823913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1" imgW="807658" imgH="343149" progId="Equation.3">
                  <p:embed/>
                </p:oleObj>
              </mc:Choice>
              <mc:Fallback>
                <p:oleObj name="Equation" r:id="rId31" imgW="807658" imgH="343149" progId="Equation.3">
                  <p:embed/>
                  <p:pic>
                    <p:nvPicPr>
                      <p:cNvPr id="0" name="Object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5500" y="6021388"/>
                        <a:ext cx="823913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0172" name="Object 44">
            <a:extLst>
              <a:ext uri="{FF2B5EF4-FFF2-40B4-BE49-F238E27FC236}">
                <a16:creationId xmlns:a16="http://schemas.microsoft.com/office/drawing/2014/main" id="{D71B1ECC-FFB5-9FE6-6AED-AA5B700BD8C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46600" y="3425825"/>
          <a:ext cx="411163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3" imgW="152276" imgH="175066" progId="Equation.3">
                  <p:embed/>
                </p:oleObj>
              </mc:Choice>
              <mc:Fallback>
                <p:oleObj name="Equation" r:id="rId33" imgW="152276" imgH="175066" progId="Equation.3">
                  <p:embed/>
                  <p:pic>
                    <p:nvPicPr>
                      <p:cNvPr id="0" name="Object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46600" y="3425825"/>
                        <a:ext cx="411163" cy="476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0173" name="Object 45">
            <a:extLst>
              <a:ext uri="{FF2B5EF4-FFF2-40B4-BE49-F238E27FC236}">
                <a16:creationId xmlns:a16="http://schemas.microsoft.com/office/drawing/2014/main" id="{E2CD700D-31DB-FBBE-A40C-C82CD2CFF69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24338" y="3402013"/>
          <a:ext cx="411162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5" imgW="152276" imgH="175066" progId="Equation.3">
                  <p:embed/>
                </p:oleObj>
              </mc:Choice>
              <mc:Fallback>
                <p:oleObj name="Equation" r:id="rId35" imgW="152276" imgH="175066" progId="Equation.3">
                  <p:embed/>
                  <p:pic>
                    <p:nvPicPr>
                      <p:cNvPr id="0" name="Object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24338" y="3402013"/>
                        <a:ext cx="411162" cy="476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0174" name="Text Box 46">
            <a:extLst>
              <a:ext uri="{FF2B5EF4-FFF2-40B4-BE49-F238E27FC236}">
                <a16:creationId xmlns:a16="http://schemas.microsoft.com/office/drawing/2014/main" id="{AF1D4724-EA96-88F6-8938-921BBCEAEB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1628775"/>
            <a:ext cx="26812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ctr" eaLnBrk="1" hangingPunct="1"/>
            <a:r>
              <a:rPr kumimoji="1" lang="zh-CN" altLang="en-US">
                <a:solidFill>
                  <a:srgbClr val="FF99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势场中的粒子：</a:t>
            </a:r>
          </a:p>
        </p:txBody>
      </p:sp>
      <p:sp>
        <p:nvSpPr>
          <p:cNvPr id="560175" name="Text Box 47">
            <a:extLst>
              <a:ext uri="{FF2B5EF4-FFF2-40B4-BE49-F238E27FC236}">
                <a16:creationId xmlns:a16="http://schemas.microsoft.com/office/drawing/2014/main" id="{E0CE5737-478A-ECA3-08B8-54249FCEC5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0538" y="5949950"/>
            <a:ext cx="9509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rgbClr val="66FF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B</a:t>
            </a:r>
            <a:r>
              <a:rPr lang="zh-CN" altLang="en-US">
                <a:solidFill>
                  <a:srgbClr val="66FF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点</a:t>
            </a:r>
            <a:r>
              <a:rPr kumimoji="1" lang="zh-CN" altLang="en-US">
                <a:solidFill>
                  <a:srgbClr val="66FF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</a:p>
        </p:txBody>
      </p:sp>
      <p:sp>
        <p:nvSpPr>
          <p:cNvPr id="560176" name="Text Box 48">
            <a:extLst>
              <a:ext uri="{FF2B5EF4-FFF2-40B4-BE49-F238E27FC236}">
                <a16:creationId xmlns:a16="http://schemas.microsoft.com/office/drawing/2014/main" id="{964B810F-AAB4-FA24-B2FD-DAB852D0AA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49525" y="5981700"/>
            <a:ext cx="34623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/>
            <a:r>
              <a:rPr kumimoji="1" lang="zh-CN" altLang="en-US">
                <a:latin typeface="Times New Roman" panose="02020603050405020304" pitchFamily="18" charset="0"/>
                <a:ea typeface="楷体_GB2312" pitchFamily="49" charset="-122"/>
              </a:rPr>
              <a:t>稳定平衡位置</a:t>
            </a:r>
          </a:p>
        </p:txBody>
      </p:sp>
      <p:sp>
        <p:nvSpPr>
          <p:cNvPr id="560177" name="Text Box 49">
            <a:extLst>
              <a:ext uri="{FF2B5EF4-FFF2-40B4-BE49-F238E27FC236}">
                <a16:creationId xmlns:a16="http://schemas.microsoft.com/office/drawing/2014/main" id="{BE09FC86-E8B1-B528-E8B1-D075F8E321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76825" y="5949950"/>
            <a:ext cx="14112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/>
            <a:r>
              <a:rPr kumimoji="1" lang="en-US" altLang="zh-CN">
                <a:solidFill>
                  <a:srgbClr val="66FF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kumimoji="1" lang="zh-CN" altLang="en-US">
                <a:solidFill>
                  <a:srgbClr val="66FF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kumimoji="1" lang="en-US" altLang="zh-CN">
                <a:solidFill>
                  <a:srgbClr val="66FF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</a:t>
            </a:r>
            <a:r>
              <a:rPr kumimoji="1" lang="zh-CN" altLang="en-US">
                <a:solidFill>
                  <a:srgbClr val="66FF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点：</a:t>
            </a:r>
          </a:p>
        </p:txBody>
      </p:sp>
      <p:sp>
        <p:nvSpPr>
          <p:cNvPr id="560178" name="Text Box 50">
            <a:extLst>
              <a:ext uri="{FF2B5EF4-FFF2-40B4-BE49-F238E27FC236}">
                <a16:creationId xmlns:a16="http://schemas.microsoft.com/office/drawing/2014/main" id="{DBBE071D-A20A-CB79-7FCD-04297411DF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56338" y="5924550"/>
            <a:ext cx="2663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/>
            <a:r>
              <a:rPr kumimoji="1" lang="zh-CN" altLang="en-US">
                <a:latin typeface="Times New Roman" panose="02020603050405020304" pitchFamily="18" charset="0"/>
                <a:ea typeface="楷体_GB2312" pitchFamily="49" charset="-122"/>
              </a:rPr>
              <a:t>非稳定平衡位置</a:t>
            </a:r>
          </a:p>
        </p:txBody>
      </p:sp>
      <p:pic>
        <p:nvPicPr>
          <p:cNvPr id="560179" name="Picture 51" descr="j0293240">
            <a:extLst>
              <a:ext uri="{FF2B5EF4-FFF2-40B4-BE49-F238E27FC236}">
                <a16:creationId xmlns:a16="http://schemas.microsoft.com/office/drawing/2014/main" id="{58F77DE6-9D00-13FD-D129-FD02E8BCCC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2813" y="6405563"/>
            <a:ext cx="611187" cy="452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60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60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0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60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560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560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0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44" dur="500"/>
                                        <p:tgtEl>
                                          <p:spTgt spid="560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0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52" dur="500"/>
                                        <p:tgtEl>
                                          <p:spTgt spid="560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0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560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0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500"/>
                                        <p:tgtEl>
                                          <p:spTgt spid="560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0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500"/>
                                        <p:tgtEl>
                                          <p:spTgt spid="560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0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8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4" dur="500"/>
                                        <p:tgtEl>
                                          <p:spTgt spid="560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8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0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2" dur="500"/>
                                        <p:tgtEl>
                                          <p:spTgt spid="560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0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0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 nodeType="clickPar">
                      <p:stCondLst>
                        <p:cond delay="indefinite"/>
                      </p:stCondLst>
                      <p:childTnLst>
                        <p:par>
                          <p:cTn id="1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0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 nodeType="clickPar">
                      <p:stCondLst>
                        <p:cond delay="indefinite"/>
                      </p:stCondLst>
                      <p:childTnLst>
                        <p:par>
                          <p:cTn id="1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0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 nodeType="clickPar">
                      <p:stCondLst>
                        <p:cond delay="indefinite"/>
                      </p:stCondLst>
                      <p:childTnLst>
                        <p:par>
                          <p:cTn id="1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560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0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 nodeType="clickPar">
                      <p:stCondLst>
                        <p:cond delay="indefinite"/>
                      </p:stCondLst>
                      <p:childTnLst>
                        <p:par>
                          <p:cTn id="1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0" dur="500"/>
                                        <p:tgtEl>
                                          <p:spTgt spid="560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0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 nodeType="clickPar">
                      <p:stCondLst>
                        <p:cond delay="indefinite"/>
                      </p:stCondLst>
                      <p:childTnLst>
                        <p:par>
                          <p:cTn id="1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8" dur="500"/>
                                        <p:tgtEl>
                                          <p:spTgt spid="560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0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 nodeType="clickPar">
                      <p:stCondLst>
                        <p:cond delay="indefinite"/>
                      </p:stCondLst>
                      <p:childTnLst>
                        <p:par>
                          <p:cTn id="1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6" dur="500"/>
                                        <p:tgtEl>
                                          <p:spTgt spid="560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0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 nodeType="clickPar">
                      <p:stCondLst>
                        <p:cond delay="indefinite"/>
                      </p:stCondLst>
                      <p:childTnLst>
                        <p:par>
                          <p:cTn id="1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4" dur="500"/>
                                        <p:tgtEl>
                                          <p:spTgt spid="560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 nodeType="clickPar">
                      <p:stCondLst>
                        <p:cond delay="indefinite"/>
                      </p:stCondLst>
                      <p:childTnLst>
                        <p:par>
                          <p:cTn id="1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0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0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 nodeType="clickPar">
                      <p:stCondLst>
                        <p:cond delay="indefinite"/>
                      </p:stCondLst>
                      <p:childTnLst>
                        <p:par>
                          <p:cTn id="1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0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0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 nodeType="clickPar">
                      <p:stCondLst>
                        <p:cond delay="indefinite"/>
                      </p:stCondLst>
                      <p:childTnLst>
                        <p:par>
                          <p:cTn id="1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0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6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0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 nodeType="clickPar">
                      <p:stCondLst>
                        <p:cond delay="indefinite"/>
                      </p:stCondLst>
                      <p:childTnLst>
                        <p:par>
                          <p:cTn id="1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0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 nodeType="clickPar">
                      <p:stCondLst>
                        <p:cond delay="indefinite"/>
                      </p:stCondLst>
                      <p:childTnLst>
                        <p:par>
                          <p:cTn id="1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4" dur="500"/>
                                        <p:tgtEl>
                                          <p:spTgt spid="560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 nodeType="clickPar">
                      <p:stCondLst>
                        <p:cond delay="indefinite"/>
                      </p:stCondLst>
                      <p:childTnLst>
                        <p:par>
                          <p:cTn id="1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9" dur="500"/>
                                        <p:tgtEl>
                                          <p:spTgt spid="560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 nodeType="clickPar">
                      <p:stCondLst>
                        <p:cond delay="indefinite"/>
                      </p:stCondLst>
                      <p:childTnLst>
                        <p:par>
                          <p:cTn id="1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4" dur="500"/>
                                        <p:tgtEl>
                                          <p:spTgt spid="560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 nodeType="clickPar">
                      <p:stCondLst>
                        <p:cond delay="indefinite"/>
                      </p:stCondLst>
                      <p:childTnLst>
                        <p:par>
                          <p:cTn id="1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9" dur="500"/>
                                        <p:tgtEl>
                                          <p:spTgt spid="560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0" fill="hold" nodeType="clickPar">
                      <p:stCondLst>
                        <p:cond delay="indefinite"/>
                      </p:stCondLst>
                      <p:childTnLst>
                        <p:par>
                          <p:cTn id="1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2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4" dur="500" fill="hold"/>
                                        <p:tgtEl>
                                          <p:spTgt spid="5601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5" dur="500" fill="hold"/>
                                        <p:tgtEl>
                                          <p:spTgt spid="5601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0130" grpId="0" autoUpdateAnimBg="0"/>
      <p:bldP spid="560131" grpId="0" autoUpdateAnimBg="0"/>
      <p:bldP spid="560140" grpId="0" autoUpdateAnimBg="0"/>
      <p:bldP spid="560153" grpId="0" autoUpdateAnimBg="0"/>
      <p:bldP spid="560164" grpId="0" autoUpdateAnimBg="0"/>
      <p:bldP spid="560165" grpId="0" animBg="1"/>
      <p:bldP spid="560166" grpId="0" animBg="1"/>
      <p:bldP spid="560167" grpId="0" animBg="1"/>
      <p:bldP spid="560168" grpId="0" autoUpdateAnimBg="0"/>
      <p:bldP spid="560169" grpId="0" autoUpdateAnimBg="0"/>
      <p:bldP spid="560170" grpId="0" autoUpdateAnimBg="0"/>
      <p:bldP spid="560174" grpId="0"/>
      <p:bldP spid="560175" grpId="0" autoUpdateAnimBg="0"/>
      <p:bldP spid="560176" grpId="0" autoUpdateAnimBg="0"/>
      <p:bldP spid="560177" grpId="0" autoUpdateAnimBg="0"/>
      <p:bldP spid="560178" grpId="0" autoUpdateAnimBg="0"/>
    </p:bldLst>
  </p:timing>
</p:sld>
</file>

<file path=ppt/theme/theme1.xml><?xml version="1.0" encoding="utf-8"?>
<a:theme xmlns:a="http://schemas.openxmlformats.org/drawingml/2006/main" name="1_默认设计模板">
  <a:themeElements>
    <a:clrScheme name="1_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1_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457200" marR="0" indent="-457200" algn="ctr" defTabSz="914400" rtl="0" eaLnBrk="0" fontAlgn="base" latinLnBrk="0" hangingPunct="0">
          <a:lnSpc>
            <a:spcPct val="120000"/>
          </a:lnSpc>
          <a:spcBef>
            <a:spcPct val="0"/>
          </a:spcBef>
          <a:spcAft>
            <a:spcPct val="0"/>
          </a:spcAft>
          <a:buClr>
            <a:schemeClr val="tx2"/>
          </a:buClr>
          <a:buSzTx/>
          <a:buFont typeface="Monotype Sorts" pitchFamily="2" charset="2"/>
          <a:buChar char="&amp;"/>
          <a:tabLst/>
          <a:defRPr kumimoji="0" lang="zh-CN" altLang="en-US" sz="2400" b="1" i="0" u="none" strike="noStrike" cap="none" normalizeH="0" baseline="0" smtClean="0">
            <a:ln>
              <a:noFill/>
            </a:ln>
            <a:solidFill>
              <a:schemeClr val="bg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仿宋_GB2312" pitchFamily="49" charset="-122"/>
            <a:ea typeface="仿宋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457200" marR="0" indent="-457200" algn="ctr" defTabSz="914400" rtl="0" eaLnBrk="0" fontAlgn="base" latinLnBrk="0" hangingPunct="0">
          <a:lnSpc>
            <a:spcPct val="120000"/>
          </a:lnSpc>
          <a:spcBef>
            <a:spcPct val="0"/>
          </a:spcBef>
          <a:spcAft>
            <a:spcPct val="0"/>
          </a:spcAft>
          <a:buClr>
            <a:schemeClr val="tx2"/>
          </a:buClr>
          <a:buSzTx/>
          <a:buFont typeface="Monotype Sorts" pitchFamily="2" charset="2"/>
          <a:buChar char="&amp;"/>
          <a:tabLst/>
          <a:defRPr kumimoji="0" lang="zh-CN" altLang="en-US" sz="2400" b="1" i="0" u="none" strike="noStrike" cap="none" normalizeH="0" baseline="0" smtClean="0">
            <a:ln>
              <a:noFill/>
            </a:ln>
            <a:solidFill>
              <a:schemeClr val="bg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仿宋_GB2312" pitchFamily="49" charset="-122"/>
            <a:ea typeface="仿宋_GB2312" pitchFamily="49" charset="-122"/>
          </a:defRPr>
        </a:defPPr>
      </a:lstStyle>
    </a:lnDef>
  </a:objectDefaults>
  <a:extraClrSchemeLst>
    <a:extraClrScheme>
      <a:clrScheme name="1_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13679</TotalTime>
  <Words>2017</Words>
  <Application>Microsoft Office PowerPoint</Application>
  <PresentationFormat>全屏显示(4:3)</PresentationFormat>
  <Paragraphs>295</Paragraphs>
  <Slides>32</Slides>
  <Notes>0</Notes>
  <HiddenSlides>1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32</vt:i4>
      </vt:variant>
    </vt:vector>
  </HeadingPairs>
  <TitlesOfParts>
    <vt:vector size="45" baseType="lpstr">
      <vt:lpstr>仿宋_GB2312</vt:lpstr>
      <vt:lpstr>黑体</vt:lpstr>
      <vt:lpstr>楷体_GB2312</vt:lpstr>
      <vt:lpstr>宋体</vt:lpstr>
      <vt:lpstr>Arial</vt:lpstr>
      <vt:lpstr>Bookman Old Style</vt:lpstr>
      <vt:lpstr>Monotype Sorts</vt:lpstr>
      <vt:lpstr>Symbol</vt:lpstr>
      <vt:lpstr>Times New Roman</vt:lpstr>
      <vt:lpstr>Wingdings</vt:lpstr>
      <vt:lpstr>1_默认设计模板</vt:lpstr>
      <vt:lpstr>公式</vt:lpstr>
      <vt:lpstr>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第2章 质点动力学</dc:title>
  <dc:subject>大学物理电子教案</dc:subject>
  <dc:creator>zhaoshumin</dc:creator>
  <cp:lastModifiedBy>davidly .</cp:lastModifiedBy>
  <cp:revision>716</cp:revision>
  <dcterms:created xsi:type="dcterms:W3CDTF">2004-11-16T23:52:09Z</dcterms:created>
  <dcterms:modified xsi:type="dcterms:W3CDTF">2025-03-10T11:35:04Z</dcterms:modified>
</cp:coreProperties>
</file>