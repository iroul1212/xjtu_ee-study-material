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462" r:id="rId2"/>
    <p:sldId id="478" r:id="rId3"/>
    <p:sldId id="438" r:id="rId4"/>
    <p:sldId id="439" r:id="rId5"/>
    <p:sldId id="441" r:id="rId6"/>
    <p:sldId id="442" r:id="rId7"/>
    <p:sldId id="443" r:id="rId8"/>
    <p:sldId id="444" r:id="rId9"/>
    <p:sldId id="445" r:id="rId10"/>
    <p:sldId id="446" r:id="rId11"/>
    <p:sldId id="447" r:id="rId12"/>
    <p:sldId id="448" r:id="rId13"/>
    <p:sldId id="461" r:id="rId14"/>
    <p:sldId id="450" r:id="rId15"/>
    <p:sldId id="451" r:id="rId16"/>
    <p:sldId id="570" r:id="rId17"/>
    <p:sldId id="571" r:id="rId18"/>
    <p:sldId id="572" r:id="rId1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>
          <p15:clr>
            <a:srgbClr val="A4A3A4"/>
          </p15:clr>
        </p15:guide>
        <p15:guide id="2" pos="5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FF"/>
    <a:srgbClr val="FFFF00"/>
    <a:srgbClr val="800000"/>
    <a:srgbClr val="FFCC99"/>
    <a:srgbClr val="CC6600"/>
    <a:srgbClr val="009999"/>
    <a:srgbClr val="0000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54" autoAdjust="0"/>
    <p:restoredTop sz="94830" autoAdjust="0"/>
  </p:normalViewPr>
  <p:slideViewPr>
    <p:cSldViewPr showGuides="1">
      <p:cViewPr varScale="1">
        <p:scale>
          <a:sx n="83" d="100"/>
          <a:sy n="83" d="100"/>
        </p:scale>
        <p:origin x="1738" y="62"/>
      </p:cViewPr>
      <p:guideLst>
        <p:guide orient="horz" pos="1026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440F5A6B-33D7-DAEC-A6BE-CF69E1AB465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43CBBE58-638F-5DF0-0D0F-F4E7B06E1B7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>
            <a:extLst>
              <a:ext uri="{FF2B5EF4-FFF2-40B4-BE49-F238E27FC236}">
                <a16:creationId xmlns:a16="http://schemas.microsoft.com/office/drawing/2014/main" id="{6DB7E5BB-0360-B975-94EB-830F52BA426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>
            <a:extLst>
              <a:ext uri="{FF2B5EF4-FFF2-40B4-BE49-F238E27FC236}">
                <a16:creationId xmlns:a16="http://schemas.microsoft.com/office/drawing/2014/main" id="{BA6F3FFD-AA48-F956-003D-C68BDB62641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29798C4-8356-4220-A412-31416BFEB4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FD6A449C-DD74-890D-70C5-2332949261B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8ADED419-075D-08FB-11B5-6B0D674E82B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6E7BE79-1BC4-DF61-DDAE-448FFED6F66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>
            <a:extLst>
              <a:ext uri="{FF2B5EF4-FFF2-40B4-BE49-F238E27FC236}">
                <a16:creationId xmlns:a16="http://schemas.microsoft.com/office/drawing/2014/main" id="{3B35B68A-B454-452F-7ED4-0BCE5B9E3A2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>
            <a:extLst>
              <a:ext uri="{FF2B5EF4-FFF2-40B4-BE49-F238E27FC236}">
                <a16:creationId xmlns:a16="http://schemas.microsoft.com/office/drawing/2014/main" id="{1873CEAC-4378-D2A4-4FA4-9C22E23361A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>
            <a:extLst>
              <a:ext uri="{FF2B5EF4-FFF2-40B4-BE49-F238E27FC236}">
                <a16:creationId xmlns:a16="http://schemas.microsoft.com/office/drawing/2014/main" id="{99176096-2691-8360-5AE7-88653F4D1C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DF7A656-BE94-402F-B259-77E7AF497A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549122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6628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040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43428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54789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97611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433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6863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47541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74869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18583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>
            <a:extLst>
              <a:ext uri="{FF2B5EF4-FFF2-40B4-BE49-F238E27FC236}">
                <a16:creationId xmlns:a16="http://schemas.microsoft.com/office/drawing/2014/main" id="{E0003E0B-529E-26A7-C1CA-00DD2A69D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6F85529C-AE02-2EF5-5CB6-86049A676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e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Relationship Id="rId14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5.emf"/><Relationship Id="rId3" Type="http://schemas.openxmlformats.org/officeDocument/2006/relationships/image" Target="../media/image10.emf"/><Relationship Id="rId7" Type="http://schemas.openxmlformats.org/officeDocument/2006/relationships/image" Target="../media/image12.emf"/><Relationship Id="rId12" Type="http://schemas.openxmlformats.org/officeDocument/2006/relationships/oleObject" Target="../embeddings/oleObject15.bin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1.emf"/><Relationship Id="rId5" Type="http://schemas.openxmlformats.org/officeDocument/2006/relationships/image" Target="../media/image17.e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0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7.emf"/><Relationship Id="rId18" Type="http://schemas.openxmlformats.org/officeDocument/2006/relationships/oleObject" Target="../embeddings/oleObject27.bin"/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9.e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6.emf"/><Relationship Id="rId5" Type="http://schemas.openxmlformats.org/officeDocument/2006/relationships/image" Target="../media/image23.emf"/><Relationship Id="rId15" Type="http://schemas.openxmlformats.org/officeDocument/2006/relationships/image" Target="../media/image28.emf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30.e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5.emf"/><Relationship Id="rId14" Type="http://schemas.openxmlformats.org/officeDocument/2006/relationships/oleObject" Target="../embeddings/oleObject2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6.emf"/><Relationship Id="rId18" Type="http://schemas.openxmlformats.org/officeDocument/2006/relationships/oleObject" Target="../embeddings/oleObject36.bin"/><Relationship Id="rId3" Type="http://schemas.openxmlformats.org/officeDocument/2006/relationships/image" Target="../media/image31.emf"/><Relationship Id="rId7" Type="http://schemas.openxmlformats.org/officeDocument/2006/relationships/image" Target="../media/image33.e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38.emf"/><Relationship Id="rId2" Type="http://schemas.openxmlformats.org/officeDocument/2006/relationships/oleObject" Target="../embeddings/oleObject28.bin"/><Relationship Id="rId16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5.emf"/><Relationship Id="rId5" Type="http://schemas.openxmlformats.org/officeDocument/2006/relationships/image" Target="../media/image32.emf"/><Relationship Id="rId15" Type="http://schemas.openxmlformats.org/officeDocument/2006/relationships/image" Target="../media/image37.emf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39.e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4.emf"/><Relationship Id="rId14" Type="http://schemas.openxmlformats.org/officeDocument/2006/relationships/oleObject" Target="../embeddings/oleObject3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5.emf"/><Relationship Id="rId18" Type="http://schemas.openxmlformats.org/officeDocument/2006/relationships/oleObject" Target="../embeddings/oleObject45.bin"/><Relationship Id="rId26" Type="http://schemas.openxmlformats.org/officeDocument/2006/relationships/image" Target="../media/image52.emf"/><Relationship Id="rId3" Type="http://schemas.openxmlformats.org/officeDocument/2006/relationships/image" Target="../media/image40.emf"/><Relationship Id="rId21" Type="http://schemas.openxmlformats.org/officeDocument/2006/relationships/image" Target="../media/image49.emf"/><Relationship Id="rId34" Type="http://schemas.openxmlformats.org/officeDocument/2006/relationships/image" Target="../media/image56.emf"/><Relationship Id="rId7" Type="http://schemas.openxmlformats.org/officeDocument/2006/relationships/image" Target="../media/image42.e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47.emf"/><Relationship Id="rId25" Type="http://schemas.openxmlformats.org/officeDocument/2006/relationships/oleObject" Target="../embeddings/oleObject48.bin"/><Relationship Id="rId33" Type="http://schemas.openxmlformats.org/officeDocument/2006/relationships/oleObject" Target="../embeddings/oleObject52.bin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44.bin"/><Relationship Id="rId20" Type="http://schemas.openxmlformats.org/officeDocument/2006/relationships/oleObject" Target="../embeddings/oleObject46.bin"/><Relationship Id="rId29" Type="http://schemas.openxmlformats.org/officeDocument/2006/relationships/oleObject" Target="../embeddings/oleObject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4.emf"/><Relationship Id="rId24" Type="http://schemas.openxmlformats.org/officeDocument/2006/relationships/image" Target="../media/image51.emf"/><Relationship Id="rId32" Type="http://schemas.openxmlformats.org/officeDocument/2006/relationships/image" Target="../media/image55.emf"/><Relationship Id="rId5" Type="http://schemas.openxmlformats.org/officeDocument/2006/relationships/image" Target="../media/image41.emf"/><Relationship Id="rId15" Type="http://schemas.openxmlformats.org/officeDocument/2006/relationships/image" Target="../media/image46.emf"/><Relationship Id="rId23" Type="http://schemas.openxmlformats.org/officeDocument/2006/relationships/oleObject" Target="../embeddings/oleObject47.bin"/><Relationship Id="rId28" Type="http://schemas.openxmlformats.org/officeDocument/2006/relationships/image" Target="../media/image53.emf"/><Relationship Id="rId36" Type="http://schemas.openxmlformats.org/officeDocument/2006/relationships/image" Target="../media/image57.e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48.emf"/><Relationship Id="rId31" Type="http://schemas.openxmlformats.org/officeDocument/2006/relationships/oleObject" Target="../embeddings/oleObject5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3.emf"/><Relationship Id="rId14" Type="http://schemas.openxmlformats.org/officeDocument/2006/relationships/oleObject" Target="../embeddings/oleObject43.bin"/><Relationship Id="rId22" Type="http://schemas.openxmlformats.org/officeDocument/2006/relationships/image" Target="../media/image50.emf"/><Relationship Id="rId27" Type="http://schemas.openxmlformats.org/officeDocument/2006/relationships/oleObject" Target="../embeddings/oleObject49.bin"/><Relationship Id="rId30" Type="http://schemas.openxmlformats.org/officeDocument/2006/relationships/image" Target="../media/image54.emf"/><Relationship Id="rId35" Type="http://schemas.openxmlformats.org/officeDocument/2006/relationships/oleObject" Target="../embeddings/oleObject53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9.bin"/><Relationship Id="rId18" Type="http://schemas.openxmlformats.org/officeDocument/2006/relationships/image" Target="../media/image66.emf"/><Relationship Id="rId26" Type="http://schemas.openxmlformats.org/officeDocument/2006/relationships/image" Target="../media/image70.emf"/><Relationship Id="rId39" Type="http://schemas.openxmlformats.org/officeDocument/2006/relationships/oleObject" Target="../embeddings/oleObject72.bin"/><Relationship Id="rId21" Type="http://schemas.openxmlformats.org/officeDocument/2006/relationships/oleObject" Target="../embeddings/oleObject63.bin"/><Relationship Id="rId34" Type="http://schemas.openxmlformats.org/officeDocument/2006/relationships/image" Target="../media/image74.emf"/><Relationship Id="rId42" Type="http://schemas.openxmlformats.org/officeDocument/2006/relationships/image" Target="../media/image78.emf"/><Relationship Id="rId47" Type="http://schemas.openxmlformats.org/officeDocument/2006/relationships/oleObject" Target="../embeddings/oleObject76.bin"/><Relationship Id="rId50" Type="http://schemas.openxmlformats.org/officeDocument/2006/relationships/image" Target="../media/image82.emf"/><Relationship Id="rId55" Type="http://schemas.openxmlformats.org/officeDocument/2006/relationships/oleObject" Target="../embeddings/oleObject80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3.emf"/><Relationship Id="rId17" Type="http://schemas.openxmlformats.org/officeDocument/2006/relationships/oleObject" Target="../embeddings/oleObject61.bin"/><Relationship Id="rId25" Type="http://schemas.openxmlformats.org/officeDocument/2006/relationships/oleObject" Target="../embeddings/oleObject65.bin"/><Relationship Id="rId33" Type="http://schemas.openxmlformats.org/officeDocument/2006/relationships/oleObject" Target="../embeddings/oleObject69.bin"/><Relationship Id="rId38" Type="http://schemas.openxmlformats.org/officeDocument/2006/relationships/image" Target="../media/image76.emf"/><Relationship Id="rId46" Type="http://schemas.openxmlformats.org/officeDocument/2006/relationships/image" Target="../media/image80.emf"/><Relationship Id="rId2" Type="http://schemas.openxmlformats.org/officeDocument/2006/relationships/oleObject" Target="../embeddings/oleObject54.bin"/><Relationship Id="rId16" Type="http://schemas.openxmlformats.org/officeDocument/2006/relationships/image" Target="../media/image65.emf"/><Relationship Id="rId20" Type="http://schemas.openxmlformats.org/officeDocument/2006/relationships/image" Target="../media/image67.emf"/><Relationship Id="rId29" Type="http://schemas.openxmlformats.org/officeDocument/2006/relationships/oleObject" Target="../embeddings/oleObject67.bin"/><Relationship Id="rId41" Type="http://schemas.openxmlformats.org/officeDocument/2006/relationships/oleObject" Target="../embeddings/oleObject73.bin"/><Relationship Id="rId54" Type="http://schemas.openxmlformats.org/officeDocument/2006/relationships/image" Target="../media/image8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emf"/><Relationship Id="rId11" Type="http://schemas.openxmlformats.org/officeDocument/2006/relationships/oleObject" Target="../embeddings/oleObject58.bin"/><Relationship Id="rId24" Type="http://schemas.openxmlformats.org/officeDocument/2006/relationships/image" Target="../media/image69.emf"/><Relationship Id="rId32" Type="http://schemas.openxmlformats.org/officeDocument/2006/relationships/image" Target="../media/image73.emf"/><Relationship Id="rId37" Type="http://schemas.openxmlformats.org/officeDocument/2006/relationships/oleObject" Target="../embeddings/oleObject71.bin"/><Relationship Id="rId40" Type="http://schemas.openxmlformats.org/officeDocument/2006/relationships/image" Target="../media/image77.emf"/><Relationship Id="rId45" Type="http://schemas.openxmlformats.org/officeDocument/2006/relationships/oleObject" Target="../embeddings/oleObject75.bin"/><Relationship Id="rId53" Type="http://schemas.openxmlformats.org/officeDocument/2006/relationships/oleObject" Target="../embeddings/oleObject79.bin"/><Relationship Id="rId5" Type="http://schemas.openxmlformats.org/officeDocument/2006/relationships/image" Target="../media/image59.emf"/><Relationship Id="rId15" Type="http://schemas.openxmlformats.org/officeDocument/2006/relationships/oleObject" Target="../embeddings/oleObject60.bin"/><Relationship Id="rId23" Type="http://schemas.openxmlformats.org/officeDocument/2006/relationships/oleObject" Target="../embeddings/oleObject64.bin"/><Relationship Id="rId28" Type="http://schemas.openxmlformats.org/officeDocument/2006/relationships/image" Target="../media/image71.emf"/><Relationship Id="rId36" Type="http://schemas.openxmlformats.org/officeDocument/2006/relationships/image" Target="../media/image75.emf"/><Relationship Id="rId49" Type="http://schemas.openxmlformats.org/officeDocument/2006/relationships/oleObject" Target="../embeddings/oleObject77.bin"/><Relationship Id="rId10" Type="http://schemas.openxmlformats.org/officeDocument/2006/relationships/image" Target="../media/image62.emf"/><Relationship Id="rId19" Type="http://schemas.openxmlformats.org/officeDocument/2006/relationships/oleObject" Target="../embeddings/oleObject62.bin"/><Relationship Id="rId31" Type="http://schemas.openxmlformats.org/officeDocument/2006/relationships/oleObject" Target="../embeddings/oleObject68.bin"/><Relationship Id="rId44" Type="http://schemas.openxmlformats.org/officeDocument/2006/relationships/image" Target="../media/image79.emf"/><Relationship Id="rId52" Type="http://schemas.openxmlformats.org/officeDocument/2006/relationships/image" Target="../media/image83.emf"/><Relationship Id="rId4" Type="http://schemas.openxmlformats.org/officeDocument/2006/relationships/oleObject" Target="../embeddings/oleObject55.bin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64.emf"/><Relationship Id="rId22" Type="http://schemas.openxmlformats.org/officeDocument/2006/relationships/image" Target="../media/image68.emf"/><Relationship Id="rId27" Type="http://schemas.openxmlformats.org/officeDocument/2006/relationships/oleObject" Target="../embeddings/oleObject66.bin"/><Relationship Id="rId30" Type="http://schemas.openxmlformats.org/officeDocument/2006/relationships/image" Target="../media/image72.emf"/><Relationship Id="rId35" Type="http://schemas.openxmlformats.org/officeDocument/2006/relationships/oleObject" Target="../embeddings/oleObject70.bin"/><Relationship Id="rId43" Type="http://schemas.openxmlformats.org/officeDocument/2006/relationships/oleObject" Target="../embeddings/oleObject74.bin"/><Relationship Id="rId48" Type="http://schemas.openxmlformats.org/officeDocument/2006/relationships/image" Target="../media/image81.emf"/><Relationship Id="rId56" Type="http://schemas.openxmlformats.org/officeDocument/2006/relationships/image" Target="../media/image85.emf"/><Relationship Id="rId8" Type="http://schemas.openxmlformats.org/officeDocument/2006/relationships/image" Target="../media/image61.emf"/><Relationship Id="rId51" Type="http://schemas.openxmlformats.org/officeDocument/2006/relationships/oleObject" Target="../embeddings/oleObject78.bin"/><Relationship Id="rId3" Type="http://schemas.openxmlformats.org/officeDocument/2006/relationships/image" Target="../media/image58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91.emf"/><Relationship Id="rId18" Type="http://schemas.openxmlformats.org/officeDocument/2006/relationships/oleObject" Target="../embeddings/oleObject89.bin"/><Relationship Id="rId26" Type="http://schemas.openxmlformats.org/officeDocument/2006/relationships/oleObject" Target="../embeddings/oleObject93.bin"/><Relationship Id="rId3" Type="http://schemas.openxmlformats.org/officeDocument/2006/relationships/image" Target="../media/image86.emf"/><Relationship Id="rId21" Type="http://schemas.openxmlformats.org/officeDocument/2006/relationships/image" Target="../media/image95.emf"/><Relationship Id="rId7" Type="http://schemas.openxmlformats.org/officeDocument/2006/relationships/image" Target="../media/image88.emf"/><Relationship Id="rId12" Type="http://schemas.openxmlformats.org/officeDocument/2006/relationships/oleObject" Target="../embeddings/oleObject86.bin"/><Relationship Id="rId17" Type="http://schemas.openxmlformats.org/officeDocument/2006/relationships/image" Target="../media/image93.emf"/><Relationship Id="rId25" Type="http://schemas.openxmlformats.org/officeDocument/2006/relationships/image" Target="../media/image97.emf"/><Relationship Id="rId33" Type="http://schemas.openxmlformats.org/officeDocument/2006/relationships/image" Target="../media/image101.emf"/><Relationship Id="rId2" Type="http://schemas.openxmlformats.org/officeDocument/2006/relationships/oleObject" Target="../embeddings/oleObject81.bin"/><Relationship Id="rId16" Type="http://schemas.openxmlformats.org/officeDocument/2006/relationships/oleObject" Target="../embeddings/oleObject88.bin"/><Relationship Id="rId20" Type="http://schemas.openxmlformats.org/officeDocument/2006/relationships/oleObject" Target="../embeddings/oleObject90.bin"/><Relationship Id="rId29" Type="http://schemas.openxmlformats.org/officeDocument/2006/relationships/image" Target="../media/image9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90.emf"/><Relationship Id="rId24" Type="http://schemas.openxmlformats.org/officeDocument/2006/relationships/oleObject" Target="../embeddings/oleObject92.bin"/><Relationship Id="rId32" Type="http://schemas.openxmlformats.org/officeDocument/2006/relationships/oleObject" Target="../embeddings/oleObject96.bin"/><Relationship Id="rId5" Type="http://schemas.openxmlformats.org/officeDocument/2006/relationships/image" Target="../media/image87.emf"/><Relationship Id="rId15" Type="http://schemas.openxmlformats.org/officeDocument/2006/relationships/image" Target="../media/image92.emf"/><Relationship Id="rId23" Type="http://schemas.openxmlformats.org/officeDocument/2006/relationships/image" Target="../media/image96.emf"/><Relationship Id="rId28" Type="http://schemas.openxmlformats.org/officeDocument/2006/relationships/oleObject" Target="../embeddings/oleObject94.bin"/><Relationship Id="rId10" Type="http://schemas.openxmlformats.org/officeDocument/2006/relationships/oleObject" Target="../embeddings/oleObject85.bin"/><Relationship Id="rId19" Type="http://schemas.openxmlformats.org/officeDocument/2006/relationships/image" Target="../media/image94.emf"/><Relationship Id="rId31" Type="http://schemas.openxmlformats.org/officeDocument/2006/relationships/image" Target="../media/image100.emf"/><Relationship Id="rId4" Type="http://schemas.openxmlformats.org/officeDocument/2006/relationships/oleObject" Target="../embeddings/oleObject82.bin"/><Relationship Id="rId9" Type="http://schemas.openxmlformats.org/officeDocument/2006/relationships/image" Target="../media/image89.emf"/><Relationship Id="rId14" Type="http://schemas.openxmlformats.org/officeDocument/2006/relationships/oleObject" Target="../embeddings/oleObject87.bin"/><Relationship Id="rId22" Type="http://schemas.openxmlformats.org/officeDocument/2006/relationships/oleObject" Target="../embeddings/oleObject91.bin"/><Relationship Id="rId27" Type="http://schemas.openxmlformats.org/officeDocument/2006/relationships/image" Target="../media/image98.emf"/><Relationship Id="rId30" Type="http://schemas.openxmlformats.org/officeDocument/2006/relationships/oleObject" Target="../embeddings/oleObject9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107.emf"/><Relationship Id="rId18" Type="http://schemas.openxmlformats.org/officeDocument/2006/relationships/oleObject" Target="../embeddings/oleObject105.bin"/><Relationship Id="rId26" Type="http://schemas.openxmlformats.org/officeDocument/2006/relationships/oleObject" Target="../embeddings/oleObject109.bin"/><Relationship Id="rId3" Type="http://schemas.openxmlformats.org/officeDocument/2006/relationships/image" Target="../media/image102.emf"/><Relationship Id="rId21" Type="http://schemas.openxmlformats.org/officeDocument/2006/relationships/image" Target="../media/image111.emf"/><Relationship Id="rId7" Type="http://schemas.openxmlformats.org/officeDocument/2006/relationships/image" Target="../media/image104.emf"/><Relationship Id="rId12" Type="http://schemas.openxmlformats.org/officeDocument/2006/relationships/oleObject" Target="../embeddings/oleObject102.bin"/><Relationship Id="rId17" Type="http://schemas.openxmlformats.org/officeDocument/2006/relationships/image" Target="../media/image109.emf"/><Relationship Id="rId25" Type="http://schemas.openxmlformats.org/officeDocument/2006/relationships/image" Target="../media/image113.emf"/><Relationship Id="rId2" Type="http://schemas.openxmlformats.org/officeDocument/2006/relationships/oleObject" Target="../embeddings/oleObject97.bin"/><Relationship Id="rId16" Type="http://schemas.openxmlformats.org/officeDocument/2006/relationships/oleObject" Target="../embeddings/oleObject104.bin"/><Relationship Id="rId20" Type="http://schemas.openxmlformats.org/officeDocument/2006/relationships/oleObject" Target="../embeddings/oleObject106.bin"/><Relationship Id="rId29" Type="http://schemas.openxmlformats.org/officeDocument/2006/relationships/image" Target="../media/image11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06.emf"/><Relationship Id="rId24" Type="http://schemas.openxmlformats.org/officeDocument/2006/relationships/oleObject" Target="../embeddings/oleObject108.bin"/><Relationship Id="rId5" Type="http://schemas.openxmlformats.org/officeDocument/2006/relationships/image" Target="../media/image103.emf"/><Relationship Id="rId15" Type="http://schemas.openxmlformats.org/officeDocument/2006/relationships/image" Target="../media/image108.emf"/><Relationship Id="rId23" Type="http://schemas.openxmlformats.org/officeDocument/2006/relationships/image" Target="../media/image112.emf"/><Relationship Id="rId28" Type="http://schemas.openxmlformats.org/officeDocument/2006/relationships/oleObject" Target="../embeddings/oleObject110.bin"/><Relationship Id="rId10" Type="http://schemas.openxmlformats.org/officeDocument/2006/relationships/oleObject" Target="../embeddings/oleObject101.bin"/><Relationship Id="rId19" Type="http://schemas.openxmlformats.org/officeDocument/2006/relationships/image" Target="../media/image110.emf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05.emf"/><Relationship Id="rId14" Type="http://schemas.openxmlformats.org/officeDocument/2006/relationships/oleObject" Target="../embeddings/oleObject103.bin"/><Relationship Id="rId22" Type="http://schemas.openxmlformats.org/officeDocument/2006/relationships/oleObject" Target="../embeddings/oleObject107.bin"/><Relationship Id="rId27" Type="http://schemas.openxmlformats.org/officeDocument/2006/relationships/image" Target="../media/image11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121.emf"/><Relationship Id="rId18" Type="http://schemas.openxmlformats.org/officeDocument/2006/relationships/oleObject" Target="../embeddings/oleObject119.bin"/><Relationship Id="rId3" Type="http://schemas.openxmlformats.org/officeDocument/2006/relationships/image" Target="../media/image116.emf"/><Relationship Id="rId21" Type="http://schemas.openxmlformats.org/officeDocument/2006/relationships/image" Target="../media/image125.emf"/><Relationship Id="rId7" Type="http://schemas.openxmlformats.org/officeDocument/2006/relationships/image" Target="../media/image118.emf"/><Relationship Id="rId12" Type="http://schemas.openxmlformats.org/officeDocument/2006/relationships/oleObject" Target="../embeddings/oleObject116.bin"/><Relationship Id="rId17" Type="http://schemas.openxmlformats.org/officeDocument/2006/relationships/image" Target="../media/image123.emf"/><Relationship Id="rId25" Type="http://schemas.openxmlformats.org/officeDocument/2006/relationships/image" Target="../media/image127.emf"/><Relationship Id="rId2" Type="http://schemas.openxmlformats.org/officeDocument/2006/relationships/oleObject" Target="../embeddings/oleObject111.bin"/><Relationship Id="rId16" Type="http://schemas.openxmlformats.org/officeDocument/2006/relationships/oleObject" Target="../embeddings/oleObject118.bin"/><Relationship Id="rId20" Type="http://schemas.openxmlformats.org/officeDocument/2006/relationships/oleObject" Target="../embeddings/oleObject1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20.emf"/><Relationship Id="rId24" Type="http://schemas.openxmlformats.org/officeDocument/2006/relationships/oleObject" Target="../embeddings/oleObject122.bin"/><Relationship Id="rId5" Type="http://schemas.openxmlformats.org/officeDocument/2006/relationships/image" Target="../media/image117.emf"/><Relationship Id="rId15" Type="http://schemas.openxmlformats.org/officeDocument/2006/relationships/image" Target="../media/image122.emf"/><Relationship Id="rId23" Type="http://schemas.openxmlformats.org/officeDocument/2006/relationships/image" Target="../media/image126.emf"/><Relationship Id="rId10" Type="http://schemas.openxmlformats.org/officeDocument/2006/relationships/oleObject" Target="../embeddings/oleObject115.bin"/><Relationship Id="rId19" Type="http://schemas.openxmlformats.org/officeDocument/2006/relationships/image" Target="../media/image124.emf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19.emf"/><Relationship Id="rId14" Type="http://schemas.openxmlformats.org/officeDocument/2006/relationships/oleObject" Target="../embeddings/oleObject117.bin"/><Relationship Id="rId22" Type="http://schemas.openxmlformats.org/officeDocument/2006/relationships/oleObject" Target="../embeddings/oleObject12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33.emf"/><Relationship Id="rId18" Type="http://schemas.openxmlformats.org/officeDocument/2006/relationships/oleObject" Target="../embeddings/oleObject131.bin"/><Relationship Id="rId26" Type="http://schemas.openxmlformats.org/officeDocument/2006/relationships/oleObject" Target="../embeddings/oleObject135.bin"/><Relationship Id="rId3" Type="http://schemas.openxmlformats.org/officeDocument/2006/relationships/image" Target="../media/image128.emf"/><Relationship Id="rId21" Type="http://schemas.openxmlformats.org/officeDocument/2006/relationships/image" Target="../media/image137.emf"/><Relationship Id="rId34" Type="http://schemas.openxmlformats.org/officeDocument/2006/relationships/oleObject" Target="../embeddings/oleObject139.bin"/><Relationship Id="rId7" Type="http://schemas.openxmlformats.org/officeDocument/2006/relationships/image" Target="../media/image130.emf"/><Relationship Id="rId12" Type="http://schemas.openxmlformats.org/officeDocument/2006/relationships/oleObject" Target="../embeddings/oleObject128.bin"/><Relationship Id="rId17" Type="http://schemas.openxmlformats.org/officeDocument/2006/relationships/image" Target="../media/image135.emf"/><Relationship Id="rId25" Type="http://schemas.openxmlformats.org/officeDocument/2006/relationships/image" Target="../media/image139.emf"/><Relationship Id="rId33" Type="http://schemas.openxmlformats.org/officeDocument/2006/relationships/image" Target="../media/image143.emf"/><Relationship Id="rId2" Type="http://schemas.openxmlformats.org/officeDocument/2006/relationships/oleObject" Target="../embeddings/oleObject123.bin"/><Relationship Id="rId16" Type="http://schemas.openxmlformats.org/officeDocument/2006/relationships/oleObject" Target="../embeddings/oleObject130.bin"/><Relationship Id="rId20" Type="http://schemas.openxmlformats.org/officeDocument/2006/relationships/oleObject" Target="../embeddings/oleObject132.bin"/><Relationship Id="rId29" Type="http://schemas.openxmlformats.org/officeDocument/2006/relationships/image" Target="../media/image14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32.emf"/><Relationship Id="rId24" Type="http://schemas.openxmlformats.org/officeDocument/2006/relationships/oleObject" Target="../embeddings/oleObject134.bin"/><Relationship Id="rId32" Type="http://schemas.openxmlformats.org/officeDocument/2006/relationships/oleObject" Target="../embeddings/oleObject138.bin"/><Relationship Id="rId37" Type="http://schemas.openxmlformats.org/officeDocument/2006/relationships/image" Target="../media/image145.emf"/><Relationship Id="rId5" Type="http://schemas.openxmlformats.org/officeDocument/2006/relationships/image" Target="../media/image129.emf"/><Relationship Id="rId15" Type="http://schemas.openxmlformats.org/officeDocument/2006/relationships/image" Target="../media/image134.emf"/><Relationship Id="rId23" Type="http://schemas.openxmlformats.org/officeDocument/2006/relationships/image" Target="../media/image138.emf"/><Relationship Id="rId28" Type="http://schemas.openxmlformats.org/officeDocument/2006/relationships/oleObject" Target="../embeddings/oleObject136.bin"/><Relationship Id="rId36" Type="http://schemas.openxmlformats.org/officeDocument/2006/relationships/oleObject" Target="../embeddings/oleObject140.bin"/><Relationship Id="rId10" Type="http://schemas.openxmlformats.org/officeDocument/2006/relationships/oleObject" Target="../embeddings/oleObject127.bin"/><Relationship Id="rId19" Type="http://schemas.openxmlformats.org/officeDocument/2006/relationships/image" Target="../media/image136.emf"/><Relationship Id="rId31" Type="http://schemas.openxmlformats.org/officeDocument/2006/relationships/image" Target="../media/image142.emf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31.emf"/><Relationship Id="rId14" Type="http://schemas.openxmlformats.org/officeDocument/2006/relationships/oleObject" Target="../embeddings/oleObject129.bin"/><Relationship Id="rId22" Type="http://schemas.openxmlformats.org/officeDocument/2006/relationships/oleObject" Target="../embeddings/oleObject133.bin"/><Relationship Id="rId27" Type="http://schemas.openxmlformats.org/officeDocument/2006/relationships/image" Target="../media/image140.emf"/><Relationship Id="rId30" Type="http://schemas.openxmlformats.org/officeDocument/2006/relationships/oleObject" Target="../embeddings/oleObject137.bin"/><Relationship Id="rId35" Type="http://schemas.openxmlformats.org/officeDocument/2006/relationships/image" Target="../media/image14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4.bin"/><Relationship Id="rId13" Type="http://schemas.openxmlformats.org/officeDocument/2006/relationships/image" Target="../media/image151.emf"/><Relationship Id="rId18" Type="http://schemas.openxmlformats.org/officeDocument/2006/relationships/image" Target="../media/image154.emf"/><Relationship Id="rId26" Type="http://schemas.openxmlformats.org/officeDocument/2006/relationships/image" Target="../media/image158.emf"/><Relationship Id="rId39" Type="http://schemas.openxmlformats.org/officeDocument/2006/relationships/oleObject" Target="../embeddings/oleObject159.bin"/><Relationship Id="rId3" Type="http://schemas.openxmlformats.org/officeDocument/2006/relationships/image" Target="../media/image146.emf"/><Relationship Id="rId21" Type="http://schemas.openxmlformats.org/officeDocument/2006/relationships/oleObject" Target="../embeddings/oleObject150.bin"/><Relationship Id="rId34" Type="http://schemas.openxmlformats.org/officeDocument/2006/relationships/image" Target="../media/image162.emf"/><Relationship Id="rId42" Type="http://schemas.openxmlformats.org/officeDocument/2006/relationships/image" Target="../media/image166.emf"/><Relationship Id="rId7" Type="http://schemas.openxmlformats.org/officeDocument/2006/relationships/image" Target="../media/image148.emf"/><Relationship Id="rId12" Type="http://schemas.openxmlformats.org/officeDocument/2006/relationships/oleObject" Target="../embeddings/oleObject146.bin"/><Relationship Id="rId17" Type="http://schemas.openxmlformats.org/officeDocument/2006/relationships/oleObject" Target="../embeddings/oleObject148.bin"/><Relationship Id="rId25" Type="http://schemas.openxmlformats.org/officeDocument/2006/relationships/oleObject" Target="../embeddings/oleObject152.bin"/><Relationship Id="rId33" Type="http://schemas.openxmlformats.org/officeDocument/2006/relationships/oleObject" Target="../embeddings/oleObject156.bin"/><Relationship Id="rId38" Type="http://schemas.openxmlformats.org/officeDocument/2006/relationships/image" Target="../media/image164.emf"/><Relationship Id="rId46" Type="http://schemas.openxmlformats.org/officeDocument/2006/relationships/image" Target="../media/image168.emf"/><Relationship Id="rId2" Type="http://schemas.openxmlformats.org/officeDocument/2006/relationships/oleObject" Target="../embeddings/oleObject141.bin"/><Relationship Id="rId16" Type="http://schemas.openxmlformats.org/officeDocument/2006/relationships/image" Target="../media/image153.png"/><Relationship Id="rId20" Type="http://schemas.openxmlformats.org/officeDocument/2006/relationships/image" Target="../media/image155.emf"/><Relationship Id="rId29" Type="http://schemas.openxmlformats.org/officeDocument/2006/relationships/oleObject" Target="../embeddings/oleObject154.bin"/><Relationship Id="rId41" Type="http://schemas.openxmlformats.org/officeDocument/2006/relationships/oleObject" Target="../embeddings/oleObject1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3.bin"/><Relationship Id="rId11" Type="http://schemas.openxmlformats.org/officeDocument/2006/relationships/image" Target="../media/image150.emf"/><Relationship Id="rId24" Type="http://schemas.openxmlformats.org/officeDocument/2006/relationships/image" Target="../media/image157.emf"/><Relationship Id="rId32" Type="http://schemas.openxmlformats.org/officeDocument/2006/relationships/image" Target="../media/image161.emf"/><Relationship Id="rId37" Type="http://schemas.openxmlformats.org/officeDocument/2006/relationships/oleObject" Target="../embeddings/oleObject158.bin"/><Relationship Id="rId40" Type="http://schemas.openxmlformats.org/officeDocument/2006/relationships/image" Target="../media/image165.emf"/><Relationship Id="rId45" Type="http://schemas.openxmlformats.org/officeDocument/2006/relationships/oleObject" Target="../embeddings/oleObject162.bin"/><Relationship Id="rId5" Type="http://schemas.openxmlformats.org/officeDocument/2006/relationships/image" Target="../media/image147.emf"/><Relationship Id="rId15" Type="http://schemas.openxmlformats.org/officeDocument/2006/relationships/image" Target="../media/image152.emf"/><Relationship Id="rId23" Type="http://schemas.openxmlformats.org/officeDocument/2006/relationships/oleObject" Target="../embeddings/oleObject151.bin"/><Relationship Id="rId28" Type="http://schemas.openxmlformats.org/officeDocument/2006/relationships/image" Target="../media/image159.emf"/><Relationship Id="rId36" Type="http://schemas.openxmlformats.org/officeDocument/2006/relationships/image" Target="../media/image163.emf"/><Relationship Id="rId10" Type="http://schemas.openxmlformats.org/officeDocument/2006/relationships/oleObject" Target="../embeddings/oleObject145.bin"/><Relationship Id="rId19" Type="http://schemas.openxmlformats.org/officeDocument/2006/relationships/oleObject" Target="../embeddings/oleObject149.bin"/><Relationship Id="rId31" Type="http://schemas.openxmlformats.org/officeDocument/2006/relationships/oleObject" Target="../embeddings/oleObject155.bin"/><Relationship Id="rId44" Type="http://schemas.openxmlformats.org/officeDocument/2006/relationships/image" Target="../media/image167.emf"/><Relationship Id="rId4" Type="http://schemas.openxmlformats.org/officeDocument/2006/relationships/oleObject" Target="../embeddings/oleObject142.bin"/><Relationship Id="rId9" Type="http://schemas.openxmlformats.org/officeDocument/2006/relationships/image" Target="../media/image149.emf"/><Relationship Id="rId14" Type="http://schemas.openxmlformats.org/officeDocument/2006/relationships/oleObject" Target="../embeddings/oleObject147.bin"/><Relationship Id="rId22" Type="http://schemas.openxmlformats.org/officeDocument/2006/relationships/image" Target="../media/image156.emf"/><Relationship Id="rId27" Type="http://schemas.openxmlformats.org/officeDocument/2006/relationships/oleObject" Target="../embeddings/oleObject153.bin"/><Relationship Id="rId30" Type="http://schemas.openxmlformats.org/officeDocument/2006/relationships/image" Target="../media/image160.emf"/><Relationship Id="rId35" Type="http://schemas.openxmlformats.org/officeDocument/2006/relationships/oleObject" Target="../embeddings/oleObject157.bin"/><Relationship Id="rId43" Type="http://schemas.openxmlformats.org/officeDocument/2006/relationships/oleObject" Target="../embeddings/oleObject16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74.emf"/><Relationship Id="rId18" Type="http://schemas.openxmlformats.org/officeDocument/2006/relationships/oleObject" Target="../embeddings/oleObject171.bin"/><Relationship Id="rId26" Type="http://schemas.openxmlformats.org/officeDocument/2006/relationships/oleObject" Target="../embeddings/oleObject175.bin"/><Relationship Id="rId3" Type="http://schemas.openxmlformats.org/officeDocument/2006/relationships/image" Target="../media/image169.emf"/><Relationship Id="rId21" Type="http://schemas.openxmlformats.org/officeDocument/2006/relationships/image" Target="../media/image178.emf"/><Relationship Id="rId34" Type="http://schemas.openxmlformats.org/officeDocument/2006/relationships/oleObject" Target="../embeddings/oleObject179.bin"/><Relationship Id="rId7" Type="http://schemas.openxmlformats.org/officeDocument/2006/relationships/image" Target="../media/image171.emf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76.emf"/><Relationship Id="rId25" Type="http://schemas.openxmlformats.org/officeDocument/2006/relationships/image" Target="../media/image180.emf"/><Relationship Id="rId33" Type="http://schemas.openxmlformats.org/officeDocument/2006/relationships/image" Target="../media/image184.emf"/><Relationship Id="rId2" Type="http://schemas.openxmlformats.org/officeDocument/2006/relationships/oleObject" Target="../embeddings/oleObject163.bin"/><Relationship Id="rId16" Type="http://schemas.openxmlformats.org/officeDocument/2006/relationships/oleObject" Target="../embeddings/oleObject170.bin"/><Relationship Id="rId20" Type="http://schemas.openxmlformats.org/officeDocument/2006/relationships/oleObject" Target="../embeddings/oleObject172.bin"/><Relationship Id="rId29" Type="http://schemas.openxmlformats.org/officeDocument/2006/relationships/image" Target="../media/image182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73.emf"/><Relationship Id="rId24" Type="http://schemas.openxmlformats.org/officeDocument/2006/relationships/oleObject" Target="../embeddings/oleObject174.bin"/><Relationship Id="rId32" Type="http://schemas.openxmlformats.org/officeDocument/2006/relationships/oleObject" Target="../embeddings/oleObject178.bin"/><Relationship Id="rId37" Type="http://schemas.openxmlformats.org/officeDocument/2006/relationships/image" Target="../media/image186.emf"/><Relationship Id="rId5" Type="http://schemas.openxmlformats.org/officeDocument/2006/relationships/image" Target="../media/image170.emf"/><Relationship Id="rId15" Type="http://schemas.openxmlformats.org/officeDocument/2006/relationships/image" Target="../media/image175.emf"/><Relationship Id="rId23" Type="http://schemas.openxmlformats.org/officeDocument/2006/relationships/image" Target="../media/image179.emf"/><Relationship Id="rId28" Type="http://schemas.openxmlformats.org/officeDocument/2006/relationships/oleObject" Target="../embeddings/oleObject176.bin"/><Relationship Id="rId36" Type="http://schemas.openxmlformats.org/officeDocument/2006/relationships/oleObject" Target="../embeddings/oleObject180.bin"/><Relationship Id="rId10" Type="http://schemas.openxmlformats.org/officeDocument/2006/relationships/oleObject" Target="../embeddings/oleObject167.bin"/><Relationship Id="rId19" Type="http://schemas.openxmlformats.org/officeDocument/2006/relationships/image" Target="../media/image177.emf"/><Relationship Id="rId31" Type="http://schemas.openxmlformats.org/officeDocument/2006/relationships/image" Target="../media/image183.emf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72.emf"/><Relationship Id="rId14" Type="http://schemas.openxmlformats.org/officeDocument/2006/relationships/oleObject" Target="../embeddings/oleObject169.bin"/><Relationship Id="rId22" Type="http://schemas.openxmlformats.org/officeDocument/2006/relationships/oleObject" Target="../embeddings/oleObject173.bin"/><Relationship Id="rId27" Type="http://schemas.openxmlformats.org/officeDocument/2006/relationships/image" Target="../media/image181.emf"/><Relationship Id="rId30" Type="http://schemas.openxmlformats.org/officeDocument/2006/relationships/oleObject" Target="../embeddings/oleObject177.bin"/><Relationship Id="rId35" Type="http://schemas.openxmlformats.org/officeDocument/2006/relationships/image" Target="../media/image185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4.bin"/><Relationship Id="rId13" Type="http://schemas.openxmlformats.org/officeDocument/2006/relationships/image" Target="../media/image192.emf"/><Relationship Id="rId18" Type="http://schemas.openxmlformats.org/officeDocument/2006/relationships/oleObject" Target="../embeddings/oleObject189.bin"/><Relationship Id="rId26" Type="http://schemas.openxmlformats.org/officeDocument/2006/relationships/oleObject" Target="../embeddings/oleObject193.bin"/><Relationship Id="rId3" Type="http://schemas.openxmlformats.org/officeDocument/2006/relationships/image" Target="../media/image187.emf"/><Relationship Id="rId21" Type="http://schemas.openxmlformats.org/officeDocument/2006/relationships/image" Target="../media/image196.emf"/><Relationship Id="rId34" Type="http://schemas.openxmlformats.org/officeDocument/2006/relationships/image" Target="../media/image203.emf"/><Relationship Id="rId7" Type="http://schemas.openxmlformats.org/officeDocument/2006/relationships/image" Target="../media/image189.emf"/><Relationship Id="rId12" Type="http://schemas.openxmlformats.org/officeDocument/2006/relationships/oleObject" Target="../embeddings/oleObject186.bin"/><Relationship Id="rId17" Type="http://schemas.openxmlformats.org/officeDocument/2006/relationships/image" Target="../media/image194.emf"/><Relationship Id="rId25" Type="http://schemas.openxmlformats.org/officeDocument/2006/relationships/image" Target="../media/image198.emf"/><Relationship Id="rId33" Type="http://schemas.openxmlformats.org/officeDocument/2006/relationships/oleObject" Target="../embeddings/oleObject196.bin"/><Relationship Id="rId2" Type="http://schemas.openxmlformats.org/officeDocument/2006/relationships/oleObject" Target="../embeddings/oleObject181.bin"/><Relationship Id="rId16" Type="http://schemas.openxmlformats.org/officeDocument/2006/relationships/oleObject" Target="../embeddings/oleObject188.bin"/><Relationship Id="rId20" Type="http://schemas.openxmlformats.org/officeDocument/2006/relationships/oleObject" Target="../embeddings/oleObject190.bin"/><Relationship Id="rId29" Type="http://schemas.openxmlformats.org/officeDocument/2006/relationships/image" Target="../media/image200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3.bin"/><Relationship Id="rId11" Type="http://schemas.openxmlformats.org/officeDocument/2006/relationships/image" Target="../media/image191.emf"/><Relationship Id="rId24" Type="http://schemas.openxmlformats.org/officeDocument/2006/relationships/oleObject" Target="../embeddings/oleObject192.bin"/><Relationship Id="rId32" Type="http://schemas.openxmlformats.org/officeDocument/2006/relationships/image" Target="../media/image202.emf"/><Relationship Id="rId5" Type="http://schemas.openxmlformats.org/officeDocument/2006/relationships/image" Target="../media/image188.emf"/><Relationship Id="rId15" Type="http://schemas.openxmlformats.org/officeDocument/2006/relationships/image" Target="../media/image193.emf"/><Relationship Id="rId23" Type="http://schemas.openxmlformats.org/officeDocument/2006/relationships/image" Target="../media/image197.emf"/><Relationship Id="rId28" Type="http://schemas.openxmlformats.org/officeDocument/2006/relationships/oleObject" Target="../embeddings/oleObject194.bin"/><Relationship Id="rId10" Type="http://schemas.openxmlformats.org/officeDocument/2006/relationships/oleObject" Target="../embeddings/oleObject185.bin"/><Relationship Id="rId19" Type="http://schemas.openxmlformats.org/officeDocument/2006/relationships/image" Target="../media/image195.emf"/><Relationship Id="rId31" Type="http://schemas.openxmlformats.org/officeDocument/2006/relationships/image" Target="../media/image201.emf"/><Relationship Id="rId4" Type="http://schemas.openxmlformats.org/officeDocument/2006/relationships/oleObject" Target="../embeddings/oleObject182.bin"/><Relationship Id="rId9" Type="http://schemas.openxmlformats.org/officeDocument/2006/relationships/image" Target="../media/image190.emf"/><Relationship Id="rId14" Type="http://schemas.openxmlformats.org/officeDocument/2006/relationships/oleObject" Target="../embeddings/oleObject187.bin"/><Relationship Id="rId22" Type="http://schemas.openxmlformats.org/officeDocument/2006/relationships/oleObject" Target="../embeddings/oleObject191.bin"/><Relationship Id="rId27" Type="http://schemas.openxmlformats.org/officeDocument/2006/relationships/image" Target="../media/image199.emf"/><Relationship Id="rId30" Type="http://schemas.openxmlformats.org/officeDocument/2006/relationships/oleObject" Target="../embeddings/oleObject19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0.bin"/><Relationship Id="rId13" Type="http://schemas.openxmlformats.org/officeDocument/2006/relationships/image" Target="../media/image209.emf"/><Relationship Id="rId18" Type="http://schemas.openxmlformats.org/officeDocument/2006/relationships/oleObject" Target="../embeddings/oleObject205.bin"/><Relationship Id="rId3" Type="http://schemas.openxmlformats.org/officeDocument/2006/relationships/image" Target="../media/image204.emf"/><Relationship Id="rId21" Type="http://schemas.openxmlformats.org/officeDocument/2006/relationships/image" Target="../media/image213.emf"/><Relationship Id="rId7" Type="http://schemas.openxmlformats.org/officeDocument/2006/relationships/image" Target="../media/image206.emf"/><Relationship Id="rId12" Type="http://schemas.openxmlformats.org/officeDocument/2006/relationships/oleObject" Target="../embeddings/oleObject202.bin"/><Relationship Id="rId17" Type="http://schemas.openxmlformats.org/officeDocument/2006/relationships/image" Target="../media/image211.emf"/><Relationship Id="rId2" Type="http://schemas.openxmlformats.org/officeDocument/2006/relationships/oleObject" Target="../embeddings/oleObject197.bin"/><Relationship Id="rId16" Type="http://schemas.openxmlformats.org/officeDocument/2006/relationships/oleObject" Target="../embeddings/oleObject204.bin"/><Relationship Id="rId20" Type="http://schemas.openxmlformats.org/officeDocument/2006/relationships/oleObject" Target="../embeddings/oleObject20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9.bin"/><Relationship Id="rId11" Type="http://schemas.openxmlformats.org/officeDocument/2006/relationships/image" Target="../media/image208.emf"/><Relationship Id="rId5" Type="http://schemas.openxmlformats.org/officeDocument/2006/relationships/image" Target="../media/image205.emf"/><Relationship Id="rId15" Type="http://schemas.openxmlformats.org/officeDocument/2006/relationships/image" Target="../media/image210.emf"/><Relationship Id="rId10" Type="http://schemas.openxmlformats.org/officeDocument/2006/relationships/oleObject" Target="../embeddings/oleObject201.bin"/><Relationship Id="rId19" Type="http://schemas.openxmlformats.org/officeDocument/2006/relationships/image" Target="../media/image212.emf"/><Relationship Id="rId4" Type="http://schemas.openxmlformats.org/officeDocument/2006/relationships/oleObject" Target="../embeddings/oleObject198.bin"/><Relationship Id="rId9" Type="http://schemas.openxmlformats.org/officeDocument/2006/relationships/image" Target="../media/image207.emf"/><Relationship Id="rId14" Type="http://schemas.openxmlformats.org/officeDocument/2006/relationships/oleObject" Target="../embeddings/oleObject20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13" Type="http://schemas.openxmlformats.org/officeDocument/2006/relationships/image" Target="../media/image219.emf"/><Relationship Id="rId3" Type="http://schemas.openxmlformats.org/officeDocument/2006/relationships/image" Target="../media/image214.emf"/><Relationship Id="rId7" Type="http://schemas.openxmlformats.org/officeDocument/2006/relationships/image" Target="../media/image216.emf"/><Relationship Id="rId12" Type="http://schemas.openxmlformats.org/officeDocument/2006/relationships/oleObject" Target="../embeddings/oleObject212.bin"/><Relationship Id="rId17" Type="http://schemas.openxmlformats.org/officeDocument/2006/relationships/image" Target="../media/image221.emf"/><Relationship Id="rId2" Type="http://schemas.openxmlformats.org/officeDocument/2006/relationships/oleObject" Target="../embeddings/oleObject207.bin"/><Relationship Id="rId16" Type="http://schemas.openxmlformats.org/officeDocument/2006/relationships/oleObject" Target="../embeddings/oleObject2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9.bin"/><Relationship Id="rId11" Type="http://schemas.openxmlformats.org/officeDocument/2006/relationships/image" Target="../media/image218.emf"/><Relationship Id="rId5" Type="http://schemas.openxmlformats.org/officeDocument/2006/relationships/image" Target="../media/image215.emf"/><Relationship Id="rId15" Type="http://schemas.openxmlformats.org/officeDocument/2006/relationships/image" Target="../media/image220.emf"/><Relationship Id="rId10" Type="http://schemas.openxmlformats.org/officeDocument/2006/relationships/oleObject" Target="../embeddings/oleObject211.bin"/><Relationship Id="rId4" Type="http://schemas.openxmlformats.org/officeDocument/2006/relationships/oleObject" Target="../embeddings/oleObject208.bin"/><Relationship Id="rId9" Type="http://schemas.openxmlformats.org/officeDocument/2006/relationships/image" Target="../media/image217.emf"/><Relationship Id="rId14" Type="http://schemas.openxmlformats.org/officeDocument/2006/relationships/oleObject" Target="../embeddings/oleObject21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8.bin"/><Relationship Id="rId13" Type="http://schemas.openxmlformats.org/officeDocument/2006/relationships/image" Target="../media/image227.emf"/><Relationship Id="rId18" Type="http://schemas.openxmlformats.org/officeDocument/2006/relationships/oleObject" Target="../embeddings/oleObject223.bin"/><Relationship Id="rId3" Type="http://schemas.openxmlformats.org/officeDocument/2006/relationships/image" Target="../media/image222.emf"/><Relationship Id="rId21" Type="http://schemas.openxmlformats.org/officeDocument/2006/relationships/image" Target="../media/image231.emf"/><Relationship Id="rId7" Type="http://schemas.openxmlformats.org/officeDocument/2006/relationships/image" Target="../media/image224.emf"/><Relationship Id="rId12" Type="http://schemas.openxmlformats.org/officeDocument/2006/relationships/oleObject" Target="../embeddings/oleObject220.bin"/><Relationship Id="rId17" Type="http://schemas.openxmlformats.org/officeDocument/2006/relationships/image" Target="../media/image229.emf"/><Relationship Id="rId2" Type="http://schemas.openxmlformats.org/officeDocument/2006/relationships/oleObject" Target="../embeddings/oleObject215.bin"/><Relationship Id="rId16" Type="http://schemas.openxmlformats.org/officeDocument/2006/relationships/oleObject" Target="../embeddings/oleObject222.bin"/><Relationship Id="rId20" Type="http://schemas.openxmlformats.org/officeDocument/2006/relationships/oleObject" Target="../embeddings/oleObject2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7.bin"/><Relationship Id="rId11" Type="http://schemas.openxmlformats.org/officeDocument/2006/relationships/image" Target="../media/image226.emf"/><Relationship Id="rId5" Type="http://schemas.openxmlformats.org/officeDocument/2006/relationships/image" Target="../media/image223.emf"/><Relationship Id="rId15" Type="http://schemas.openxmlformats.org/officeDocument/2006/relationships/image" Target="../media/image228.emf"/><Relationship Id="rId10" Type="http://schemas.openxmlformats.org/officeDocument/2006/relationships/oleObject" Target="../embeddings/oleObject219.bin"/><Relationship Id="rId19" Type="http://schemas.openxmlformats.org/officeDocument/2006/relationships/image" Target="../media/image230.emf"/><Relationship Id="rId4" Type="http://schemas.openxmlformats.org/officeDocument/2006/relationships/oleObject" Target="../embeddings/oleObject216.bin"/><Relationship Id="rId9" Type="http://schemas.openxmlformats.org/officeDocument/2006/relationships/image" Target="../media/image225.emf"/><Relationship Id="rId14" Type="http://schemas.openxmlformats.org/officeDocument/2006/relationships/oleObject" Target="../embeddings/oleObject22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8.bin"/><Relationship Id="rId13" Type="http://schemas.openxmlformats.org/officeDocument/2006/relationships/image" Target="../media/image237.emf"/><Relationship Id="rId18" Type="http://schemas.openxmlformats.org/officeDocument/2006/relationships/oleObject" Target="../embeddings/oleObject233.bin"/><Relationship Id="rId26" Type="http://schemas.openxmlformats.org/officeDocument/2006/relationships/oleObject" Target="../embeddings/oleObject237.bin"/><Relationship Id="rId3" Type="http://schemas.openxmlformats.org/officeDocument/2006/relationships/image" Target="../media/image232.emf"/><Relationship Id="rId21" Type="http://schemas.openxmlformats.org/officeDocument/2006/relationships/image" Target="../media/image241.emf"/><Relationship Id="rId7" Type="http://schemas.openxmlformats.org/officeDocument/2006/relationships/image" Target="../media/image234.emf"/><Relationship Id="rId12" Type="http://schemas.openxmlformats.org/officeDocument/2006/relationships/oleObject" Target="../embeddings/oleObject230.bin"/><Relationship Id="rId17" Type="http://schemas.openxmlformats.org/officeDocument/2006/relationships/image" Target="../media/image239.emf"/><Relationship Id="rId25" Type="http://schemas.openxmlformats.org/officeDocument/2006/relationships/image" Target="../media/image243.emf"/><Relationship Id="rId2" Type="http://schemas.openxmlformats.org/officeDocument/2006/relationships/oleObject" Target="../embeddings/oleObject225.bin"/><Relationship Id="rId16" Type="http://schemas.openxmlformats.org/officeDocument/2006/relationships/oleObject" Target="../embeddings/oleObject232.bin"/><Relationship Id="rId20" Type="http://schemas.openxmlformats.org/officeDocument/2006/relationships/oleObject" Target="../embeddings/oleObject2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7.bin"/><Relationship Id="rId11" Type="http://schemas.openxmlformats.org/officeDocument/2006/relationships/image" Target="../media/image236.emf"/><Relationship Id="rId24" Type="http://schemas.openxmlformats.org/officeDocument/2006/relationships/oleObject" Target="../embeddings/oleObject236.bin"/><Relationship Id="rId5" Type="http://schemas.openxmlformats.org/officeDocument/2006/relationships/image" Target="../media/image233.emf"/><Relationship Id="rId15" Type="http://schemas.openxmlformats.org/officeDocument/2006/relationships/image" Target="../media/image238.emf"/><Relationship Id="rId23" Type="http://schemas.openxmlformats.org/officeDocument/2006/relationships/image" Target="../media/image242.emf"/><Relationship Id="rId10" Type="http://schemas.openxmlformats.org/officeDocument/2006/relationships/oleObject" Target="../embeddings/oleObject229.bin"/><Relationship Id="rId19" Type="http://schemas.openxmlformats.org/officeDocument/2006/relationships/image" Target="../media/image240.emf"/><Relationship Id="rId4" Type="http://schemas.openxmlformats.org/officeDocument/2006/relationships/oleObject" Target="../embeddings/oleObject226.bin"/><Relationship Id="rId9" Type="http://schemas.openxmlformats.org/officeDocument/2006/relationships/image" Target="../media/image235.emf"/><Relationship Id="rId14" Type="http://schemas.openxmlformats.org/officeDocument/2006/relationships/oleObject" Target="../embeddings/oleObject231.bin"/><Relationship Id="rId22" Type="http://schemas.openxmlformats.org/officeDocument/2006/relationships/oleObject" Target="../embeddings/oleObject235.bin"/><Relationship Id="rId27" Type="http://schemas.openxmlformats.org/officeDocument/2006/relationships/image" Target="../media/image24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18" name="Object 8">
            <a:extLst>
              <a:ext uri="{FF2B5EF4-FFF2-40B4-BE49-F238E27FC236}">
                <a16:creationId xmlns:a16="http://schemas.microsoft.com/office/drawing/2014/main" id="{030E1C41-CCB2-233F-65C6-EB5F24972EEF}"/>
              </a:ext>
            </a:extLst>
          </p:cNvPr>
          <p:cNvGraphicFramePr>
            <a:graphicFrameLocks/>
          </p:cNvGraphicFramePr>
          <p:nvPr/>
        </p:nvGraphicFramePr>
        <p:xfrm>
          <a:off x="2330450" y="276225"/>
          <a:ext cx="2271713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807" imgH="830441" progId="Equation.3">
                  <p:embed/>
                </p:oleObj>
              </mc:Choice>
              <mc:Fallback>
                <p:oleObj name="Equation" r:id="rId2" imgW="2247807" imgH="830441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276225"/>
                        <a:ext cx="2271713" cy="8477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19" name="Text Box 19">
            <a:extLst>
              <a:ext uri="{FF2B5EF4-FFF2-40B4-BE49-F238E27FC236}">
                <a16:creationId xmlns:a16="http://schemas.microsoft.com/office/drawing/2014/main" id="{5287D8F4-272C-4693-DA57-50FCBC712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428625"/>
            <a:ext cx="3111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毕－萨定律：</a:t>
            </a:r>
            <a:r>
              <a:rPr lang="zh-CN" altLang="en-US" sz="2800">
                <a:solidFill>
                  <a:srgbClr val="66FFFF"/>
                </a:solidFill>
              </a:rPr>
              <a:t> </a:t>
            </a:r>
          </a:p>
        </p:txBody>
      </p:sp>
      <p:graphicFrame>
        <p:nvGraphicFramePr>
          <p:cNvPr id="256020" name="Object 9">
            <a:extLst>
              <a:ext uri="{FF2B5EF4-FFF2-40B4-BE49-F238E27FC236}">
                <a16:creationId xmlns:a16="http://schemas.microsoft.com/office/drawing/2014/main" id="{A51D36B3-79E4-7B21-BD8B-FFFDA62DD7B6}"/>
              </a:ext>
            </a:extLst>
          </p:cNvPr>
          <p:cNvGraphicFramePr>
            <a:graphicFrameLocks/>
          </p:cNvGraphicFramePr>
          <p:nvPr/>
        </p:nvGraphicFramePr>
        <p:xfrm>
          <a:off x="5302250" y="452438"/>
          <a:ext cx="25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413" imgH="411480" progId="Equation.3">
                  <p:embed/>
                </p:oleObj>
              </mc:Choice>
              <mc:Fallback>
                <p:oleObj name="Equation" r:id="rId4" imgW="228413" imgH="41148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452438"/>
                        <a:ext cx="254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21" name="Text Box 21">
            <a:extLst>
              <a:ext uri="{FF2B5EF4-FFF2-40B4-BE49-F238E27FC236}">
                <a16:creationId xmlns:a16="http://schemas.microsoft.com/office/drawing/2014/main" id="{A2EF5B5A-09AF-0479-F180-C97B299A9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600" y="428625"/>
            <a:ext cx="2305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单位矢量</a:t>
            </a:r>
          </a:p>
        </p:txBody>
      </p:sp>
      <p:sp>
        <p:nvSpPr>
          <p:cNvPr id="256022" name="Line 22">
            <a:extLst>
              <a:ext uri="{FF2B5EF4-FFF2-40B4-BE49-F238E27FC236}">
                <a16:creationId xmlns:a16="http://schemas.microsoft.com/office/drawing/2014/main" id="{B61834CD-F029-162E-99A5-C35B8D97C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9450" y="712788"/>
            <a:ext cx="4572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25" name="Text Box 25">
            <a:extLst>
              <a:ext uri="{FF2B5EF4-FFF2-40B4-BE49-F238E27FC236}">
                <a16:creationId xmlns:a16="http://schemas.microsoft.com/office/drawing/2014/main" id="{A05FE14B-4226-ED28-DE81-2A75C0C8B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382713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大小：</a:t>
            </a:r>
          </a:p>
        </p:txBody>
      </p:sp>
      <p:graphicFrame>
        <p:nvGraphicFramePr>
          <p:cNvPr id="256026" name="Object 11">
            <a:extLst>
              <a:ext uri="{FF2B5EF4-FFF2-40B4-BE49-F238E27FC236}">
                <a16:creationId xmlns:a16="http://schemas.microsoft.com/office/drawing/2014/main" id="{7D84D454-3160-600B-7A64-45822D08277B}"/>
              </a:ext>
            </a:extLst>
          </p:cNvPr>
          <p:cNvGraphicFramePr>
            <a:graphicFrameLocks/>
          </p:cNvGraphicFramePr>
          <p:nvPr/>
        </p:nvGraphicFramePr>
        <p:xfrm>
          <a:off x="2074863" y="1311275"/>
          <a:ext cx="23749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54798" imgH="800017" progId="Equation.3">
                  <p:embed/>
                </p:oleObj>
              </mc:Choice>
              <mc:Fallback>
                <p:oleObj name="Equation" r:id="rId6" imgW="2354798" imgH="800017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1311275"/>
                        <a:ext cx="23749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27" name="Text Box 27">
            <a:extLst>
              <a:ext uri="{FF2B5EF4-FFF2-40B4-BE49-F238E27FC236}">
                <a16:creationId xmlns:a16="http://schemas.microsoft.com/office/drawing/2014/main" id="{D0F54B35-B217-A340-638D-E2F9C48A1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1454150"/>
            <a:ext cx="370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方向：右螺旋法则</a:t>
            </a:r>
            <a:r>
              <a:rPr lang="zh-CN" altLang="en-US" sz="2800">
                <a:solidFill>
                  <a:srgbClr val="66FFFF"/>
                </a:solidFill>
              </a:rPr>
              <a:t> </a:t>
            </a:r>
          </a:p>
        </p:txBody>
      </p:sp>
      <p:sp>
        <p:nvSpPr>
          <p:cNvPr id="47" name="Text Box 43">
            <a:extLst>
              <a:ext uri="{FF2B5EF4-FFF2-40B4-BE49-F238E27FC236}">
                <a16:creationId xmlns:a16="http://schemas.microsoft.com/office/drawing/2014/main" id="{ABA77ABC-AFA0-34EF-4555-6F8C27EDD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2360613"/>
            <a:ext cx="2940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载流直导线的磁场</a:t>
            </a:r>
          </a:p>
        </p:txBody>
      </p:sp>
      <p:sp>
        <p:nvSpPr>
          <p:cNvPr id="48" name="Text Box 5">
            <a:extLst>
              <a:ext uri="{FF2B5EF4-FFF2-40B4-BE49-F238E27FC236}">
                <a16:creationId xmlns:a16="http://schemas.microsoft.com/office/drawing/2014/main" id="{4D0CBDFF-48E3-1A3F-9299-A093962A4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3476625"/>
            <a:ext cx="2041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无限长直导线</a:t>
            </a:r>
          </a:p>
        </p:txBody>
      </p:sp>
      <p:graphicFrame>
        <p:nvGraphicFramePr>
          <p:cNvPr id="49" name="Object 16">
            <a:extLst>
              <a:ext uri="{FF2B5EF4-FFF2-40B4-BE49-F238E27FC236}">
                <a16:creationId xmlns:a16="http://schemas.microsoft.com/office/drawing/2014/main" id="{B7B75312-E8D2-D998-4EA5-1BCE041F1761}"/>
              </a:ext>
            </a:extLst>
          </p:cNvPr>
          <p:cNvGraphicFramePr>
            <a:graphicFrameLocks/>
          </p:cNvGraphicFramePr>
          <p:nvPr/>
        </p:nvGraphicFramePr>
        <p:xfrm>
          <a:off x="3967163" y="2432050"/>
          <a:ext cx="340201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83404" imgH="800017" progId="Equation.3">
                  <p:embed/>
                </p:oleObj>
              </mc:Choice>
              <mc:Fallback>
                <p:oleObj name="Equation" r:id="rId8" imgW="3383404" imgH="800017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7163" y="2432050"/>
                        <a:ext cx="340201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7">
            <a:extLst>
              <a:ext uri="{FF2B5EF4-FFF2-40B4-BE49-F238E27FC236}">
                <a16:creationId xmlns:a16="http://schemas.microsoft.com/office/drawing/2014/main" id="{F4157C0D-8A34-3FDF-46C5-62F34237D66D}"/>
              </a:ext>
            </a:extLst>
          </p:cNvPr>
          <p:cNvGraphicFramePr>
            <a:graphicFrameLocks/>
          </p:cNvGraphicFramePr>
          <p:nvPr/>
        </p:nvGraphicFramePr>
        <p:xfrm>
          <a:off x="2730500" y="3332163"/>
          <a:ext cx="12192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96309" imgH="800017" progId="Equation.3">
                  <p:embed/>
                </p:oleObj>
              </mc:Choice>
              <mc:Fallback>
                <p:oleObj name="Equation" r:id="rId10" imgW="1196309" imgH="800017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3332163"/>
                        <a:ext cx="12192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3">
            <a:extLst>
              <a:ext uri="{FF2B5EF4-FFF2-40B4-BE49-F238E27FC236}">
                <a16:creationId xmlns:a16="http://schemas.microsoft.com/office/drawing/2014/main" id="{E0D069D2-9D4F-141B-166B-FC6205DB8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4316413"/>
            <a:ext cx="3662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载流圆线圈的磁场</a:t>
            </a:r>
          </a:p>
        </p:txBody>
      </p:sp>
      <p:graphicFrame>
        <p:nvGraphicFramePr>
          <p:cNvPr id="52" name="Object 18">
            <a:extLst>
              <a:ext uri="{FF2B5EF4-FFF2-40B4-BE49-F238E27FC236}">
                <a16:creationId xmlns:a16="http://schemas.microsoft.com/office/drawing/2014/main" id="{C4AEAFC3-8E26-0D52-4CD6-C6480BE2C66E}"/>
              </a:ext>
            </a:extLst>
          </p:cNvPr>
          <p:cNvGraphicFramePr>
            <a:graphicFrameLocks/>
          </p:cNvGraphicFramePr>
          <p:nvPr/>
        </p:nvGraphicFramePr>
        <p:xfrm>
          <a:off x="838200" y="4833938"/>
          <a:ext cx="250190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76718" imgH="929695" progId="Equation.3">
                  <p:embed/>
                </p:oleObj>
              </mc:Choice>
              <mc:Fallback>
                <p:oleObj name="Equation" r:id="rId12" imgW="2476718" imgH="929695" progId="Equation.3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833938"/>
                        <a:ext cx="2501900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6" name="Object 9">
            <a:extLst>
              <a:ext uri="{FF2B5EF4-FFF2-40B4-BE49-F238E27FC236}">
                <a16:creationId xmlns:a16="http://schemas.microsoft.com/office/drawing/2014/main" id="{0A72725E-DB38-A720-45A6-F499C0914E66}"/>
              </a:ext>
            </a:extLst>
          </p:cNvPr>
          <p:cNvGraphicFramePr>
            <a:graphicFrameLocks/>
          </p:cNvGraphicFramePr>
          <p:nvPr/>
        </p:nvGraphicFramePr>
        <p:xfrm>
          <a:off x="6978650" y="3405188"/>
          <a:ext cx="13684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86709" imgH="373574" progId="Equation.3">
                  <p:embed/>
                </p:oleObj>
              </mc:Choice>
              <mc:Fallback>
                <p:oleObj name="公式" r:id="rId14" imgW="586709" imgH="373574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8650" y="3405188"/>
                        <a:ext cx="136842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6">
            <a:extLst>
              <a:ext uri="{FF2B5EF4-FFF2-40B4-BE49-F238E27FC236}">
                <a16:creationId xmlns:a16="http://schemas.microsoft.com/office/drawing/2014/main" id="{BEB63462-43E6-6A32-6868-DBE996040D3F}"/>
              </a:ext>
            </a:extLst>
          </p:cNvPr>
          <p:cNvGraphicFramePr>
            <a:graphicFrameLocks/>
          </p:cNvGraphicFramePr>
          <p:nvPr/>
        </p:nvGraphicFramePr>
        <p:xfrm>
          <a:off x="6527800" y="4905375"/>
          <a:ext cx="15970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602136" imgH="373574" progId="Equation.3">
                  <p:embed/>
                </p:oleObj>
              </mc:Choice>
              <mc:Fallback>
                <p:oleObj name="公式" r:id="rId16" imgW="602136" imgH="373574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4905375"/>
                        <a:ext cx="159702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3">
            <a:extLst>
              <a:ext uri="{FF2B5EF4-FFF2-40B4-BE49-F238E27FC236}">
                <a16:creationId xmlns:a16="http://schemas.microsoft.com/office/drawing/2014/main" id="{42F544BA-74CA-A24D-DA74-B7E5550C6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2163" y="3548063"/>
            <a:ext cx="2090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无限大板</a:t>
            </a:r>
          </a:p>
        </p:txBody>
      </p:sp>
      <p:sp>
        <p:nvSpPr>
          <p:cNvPr id="19" name="Text Box 7">
            <a:extLst>
              <a:ext uri="{FF2B5EF4-FFF2-40B4-BE49-F238E27FC236}">
                <a16:creationId xmlns:a16="http://schemas.microsoft.com/office/drawing/2014/main" id="{5791EF35-D159-2928-A9D7-DF0CDA658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513" y="5049838"/>
            <a:ext cx="3441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圆弧圆心处的磁场</a:t>
            </a:r>
          </a:p>
        </p:txBody>
      </p:sp>
      <p:sp>
        <p:nvSpPr>
          <p:cNvPr id="23" name="Rectangle 40">
            <a:extLst>
              <a:ext uri="{FF2B5EF4-FFF2-40B4-BE49-F238E27FC236}">
                <a16:creationId xmlns:a16="http://schemas.microsoft.com/office/drawing/2014/main" id="{DDA79F61-8B55-5750-3760-D45CF302F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0" y="6080125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FFFF00"/>
                </a:solidFill>
              </a:rPr>
              <a:t>磁矩</a:t>
            </a:r>
          </a:p>
        </p:txBody>
      </p:sp>
      <p:graphicFrame>
        <p:nvGraphicFramePr>
          <p:cNvPr id="24" name="Object 11">
            <a:extLst>
              <a:ext uri="{FF2B5EF4-FFF2-40B4-BE49-F238E27FC236}">
                <a16:creationId xmlns:a16="http://schemas.microsoft.com/office/drawing/2014/main" id="{BD9BD189-A7B8-8C4D-5A66-9E74E62E087F}"/>
              </a:ext>
            </a:extLst>
          </p:cNvPr>
          <p:cNvGraphicFramePr>
            <a:graphicFrameLocks/>
          </p:cNvGraphicFramePr>
          <p:nvPr/>
        </p:nvGraphicFramePr>
        <p:xfrm>
          <a:off x="3335338" y="6149975"/>
          <a:ext cx="13065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87873" imgH="411480" progId="Equation.3">
                  <p:embed/>
                </p:oleObj>
              </mc:Choice>
              <mc:Fallback>
                <p:oleObj name="Equation" r:id="rId18" imgW="1287873" imgH="41148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338" y="6149975"/>
                        <a:ext cx="13065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19" grpId="0" autoUpdateAnimBg="0"/>
      <p:bldP spid="256021" grpId="0" autoUpdateAnimBg="0"/>
      <p:bldP spid="256025" grpId="0" autoUpdateAnimBg="0"/>
      <p:bldP spid="256027" grpId="0" autoUpdateAnimBg="0"/>
      <p:bldP spid="47" grpId="0" autoUpdateAnimBg="0"/>
      <p:bldP spid="48" grpId="0" autoUpdateAnimBg="0"/>
      <p:bldP spid="51" grpId="0" autoUpdateAnimBg="0"/>
      <p:bldP spid="18" grpId="0" autoUpdateAnimBg="0"/>
      <p:bldP spid="19" grpId="0" autoUpdateAnimBg="0"/>
      <p:bldP spid="23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8" name="AutoShape 120">
            <a:extLst>
              <a:ext uri="{FF2B5EF4-FFF2-40B4-BE49-F238E27FC236}">
                <a16:creationId xmlns:a16="http://schemas.microsoft.com/office/drawing/2014/main" id="{AB9C4E9B-8A0E-9067-535C-02D1DFBB7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838" y="3009900"/>
            <a:ext cx="1727200" cy="647700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7699" name="Object 6">
            <a:extLst>
              <a:ext uri="{FF2B5EF4-FFF2-40B4-BE49-F238E27FC236}">
                <a16:creationId xmlns:a16="http://schemas.microsoft.com/office/drawing/2014/main" id="{E354AFA9-4E1A-A6F4-10C3-9A9194D9CC68}"/>
              </a:ext>
            </a:extLst>
          </p:cNvPr>
          <p:cNvGraphicFramePr>
            <a:graphicFrameLocks/>
          </p:cNvGraphicFramePr>
          <p:nvPr/>
        </p:nvGraphicFramePr>
        <p:xfrm>
          <a:off x="806450" y="1216025"/>
          <a:ext cx="33147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91840" imgH="800017" progId="Equation.3">
                  <p:embed/>
                </p:oleObj>
              </mc:Choice>
              <mc:Fallback>
                <p:oleObj name="Equation" r:id="rId2" imgW="3291840" imgH="800017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450" y="1216025"/>
                        <a:ext cx="33147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01" name="Text Box 53">
            <a:extLst>
              <a:ext uri="{FF2B5EF4-FFF2-40B4-BE49-F238E27FC236}">
                <a16:creationId xmlns:a16="http://schemas.microsoft.com/office/drawing/2014/main" id="{124BE52E-CC1C-BA64-2EF9-91EAF5ABD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349500"/>
            <a:ext cx="4805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无限长载流螺线管</a:t>
            </a:r>
            <a:r>
              <a:rPr lang="zh-CN" altLang="en-US" sz="2800"/>
              <a:t> </a:t>
            </a:r>
          </a:p>
        </p:txBody>
      </p:sp>
      <p:graphicFrame>
        <p:nvGraphicFramePr>
          <p:cNvPr id="27702" name="Object 7">
            <a:extLst>
              <a:ext uri="{FF2B5EF4-FFF2-40B4-BE49-F238E27FC236}">
                <a16:creationId xmlns:a16="http://schemas.microsoft.com/office/drawing/2014/main" id="{5E505614-BF7C-9CC6-8307-83B7CCD5F7D8}"/>
              </a:ext>
            </a:extLst>
          </p:cNvPr>
          <p:cNvGraphicFramePr>
            <a:graphicFrameLocks/>
          </p:cNvGraphicFramePr>
          <p:nvPr/>
        </p:nvGraphicFramePr>
        <p:xfrm>
          <a:off x="1592263" y="2862263"/>
          <a:ext cx="10541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607" imgH="396018" progId="Equation.3">
                  <p:embed/>
                </p:oleObj>
              </mc:Choice>
              <mc:Fallback>
                <p:oleObj name="Equation" r:id="rId4" imgW="1028607" imgH="396018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263" y="2862263"/>
                        <a:ext cx="10541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03" name="AutoShape 55">
            <a:extLst>
              <a:ext uri="{FF2B5EF4-FFF2-40B4-BE49-F238E27FC236}">
                <a16:creationId xmlns:a16="http://schemas.microsoft.com/office/drawing/2014/main" id="{CA777C64-2888-077D-5C10-ECADBE1938D9}"/>
              </a:ext>
            </a:extLst>
          </p:cNvPr>
          <p:cNvSpPr>
            <a:spLocks/>
          </p:cNvSpPr>
          <p:nvPr/>
        </p:nvSpPr>
        <p:spPr bwMode="auto">
          <a:xfrm>
            <a:off x="2792413" y="3014663"/>
            <a:ext cx="152400" cy="714375"/>
          </a:xfrm>
          <a:prstGeom prst="rightBrace">
            <a:avLst>
              <a:gd name="adj1" fmla="val 39062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04" name="AutoShape 56">
            <a:extLst>
              <a:ext uri="{FF2B5EF4-FFF2-40B4-BE49-F238E27FC236}">
                <a16:creationId xmlns:a16="http://schemas.microsoft.com/office/drawing/2014/main" id="{E3A32F6C-C7EC-6449-BBA8-E76651FFE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413" y="3219450"/>
            <a:ext cx="654050" cy="303213"/>
          </a:xfrm>
          <a:prstGeom prst="rightArrow">
            <a:avLst>
              <a:gd name="adj1" fmla="val 50000"/>
              <a:gd name="adj2" fmla="val 53927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7705" name="Object 8">
            <a:extLst>
              <a:ext uri="{FF2B5EF4-FFF2-40B4-BE49-F238E27FC236}">
                <a16:creationId xmlns:a16="http://schemas.microsoft.com/office/drawing/2014/main" id="{3BDE30E1-2BC9-662B-C418-A5BBF18B6094}"/>
              </a:ext>
            </a:extLst>
          </p:cNvPr>
          <p:cNvGraphicFramePr>
            <a:graphicFrameLocks/>
          </p:cNvGraphicFramePr>
          <p:nvPr/>
        </p:nvGraphicFramePr>
        <p:xfrm>
          <a:off x="4087813" y="3143250"/>
          <a:ext cx="13065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7873" imgH="411480" progId="Equation.3">
                  <p:embed/>
                </p:oleObj>
              </mc:Choice>
              <mc:Fallback>
                <p:oleObj name="Equation" r:id="rId6" imgW="1287873" imgH="41148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7813" y="3143250"/>
                        <a:ext cx="13065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06" name="Object 9">
            <a:extLst>
              <a:ext uri="{FF2B5EF4-FFF2-40B4-BE49-F238E27FC236}">
                <a16:creationId xmlns:a16="http://schemas.microsoft.com/office/drawing/2014/main" id="{6A031B23-F121-9D6C-F3D4-698EECC7A0A7}"/>
              </a:ext>
            </a:extLst>
          </p:cNvPr>
          <p:cNvGraphicFramePr>
            <a:graphicFrameLocks/>
          </p:cNvGraphicFramePr>
          <p:nvPr/>
        </p:nvGraphicFramePr>
        <p:xfrm>
          <a:off x="1555750" y="3413125"/>
          <a:ext cx="1079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58962" imgH="396018" progId="Equation.3">
                  <p:embed/>
                </p:oleObj>
              </mc:Choice>
              <mc:Fallback>
                <p:oleObj name="Equation" r:id="rId8" imgW="1058962" imgH="396018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0" y="3413125"/>
                        <a:ext cx="1079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74" name="AutoShape 126">
            <a:extLst>
              <a:ext uri="{FF2B5EF4-FFF2-40B4-BE49-F238E27FC236}">
                <a16:creationId xmlns:a16="http://schemas.microsoft.com/office/drawing/2014/main" id="{58C95416-9191-3B84-8054-3C2C4B5C8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0" y="1150938"/>
            <a:ext cx="3168650" cy="1008062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7700" name="Object 10">
            <a:extLst>
              <a:ext uri="{FF2B5EF4-FFF2-40B4-BE49-F238E27FC236}">
                <a16:creationId xmlns:a16="http://schemas.microsoft.com/office/drawing/2014/main" id="{9F4EF5BC-06D9-AB73-65A8-24466D09B3E7}"/>
              </a:ext>
            </a:extLst>
          </p:cNvPr>
          <p:cNvGraphicFramePr>
            <a:graphicFrameLocks/>
          </p:cNvGraphicFramePr>
          <p:nvPr/>
        </p:nvGraphicFramePr>
        <p:xfrm>
          <a:off x="4364038" y="1216025"/>
          <a:ext cx="330041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76413" imgH="800017" progId="Equation.3">
                  <p:embed/>
                </p:oleObj>
              </mc:Choice>
              <mc:Fallback>
                <p:oleObj name="Equation" r:id="rId10" imgW="3276413" imgH="800017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4038" y="1216025"/>
                        <a:ext cx="330041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8">
            <a:extLst>
              <a:ext uri="{FF2B5EF4-FFF2-40B4-BE49-F238E27FC236}">
                <a16:creationId xmlns:a16="http://schemas.microsoft.com/office/drawing/2014/main" id="{9C0A55EA-29D6-2E48-15E2-38A33622F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3989388"/>
            <a:ext cx="4483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运动电荷的磁场</a:t>
            </a:r>
            <a:r>
              <a:rPr lang="zh-CN" altLang="en-US" sz="2800">
                <a:solidFill>
                  <a:srgbClr val="FFFF66"/>
                </a:solidFill>
              </a:rPr>
              <a:t> </a:t>
            </a:r>
          </a:p>
        </p:txBody>
      </p:sp>
      <p:sp>
        <p:nvSpPr>
          <p:cNvPr id="62" name="Text Box 16">
            <a:extLst>
              <a:ext uri="{FF2B5EF4-FFF2-40B4-BE49-F238E27FC236}">
                <a16:creationId xmlns:a16="http://schemas.microsoft.com/office/drawing/2014/main" id="{1B874FFB-B2CC-9ABB-88F9-296613F52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213" y="5156200"/>
            <a:ext cx="3829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一个运动电荷产生的磁场</a:t>
            </a:r>
          </a:p>
        </p:txBody>
      </p:sp>
      <p:graphicFrame>
        <p:nvGraphicFramePr>
          <p:cNvPr id="63" name="Object 3">
            <a:extLst>
              <a:ext uri="{FF2B5EF4-FFF2-40B4-BE49-F238E27FC236}">
                <a16:creationId xmlns:a16="http://schemas.microsoft.com/office/drawing/2014/main" id="{2B6CAEAE-C1C2-2CD0-9829-782CD3F385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4976813"/>
          <a:ext cx="2870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49942" imgH="815479" progId="Equation.3">
                  <p:embed/>
                </p:oleObj>
              </mc:Choice>
              <mc:Fallback>
                <p:oleObj name="Equation" r:id="rId12" imgW="2849942" imgH="81547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976813"/>
                        <a:ext cx="2870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 Box 53">
            <a:extLst>
              <a:ext uri="{FF2B5EF4-FFF2-40B4-BE49-F238E27FC236}">
                <a16:creationId xmlns:a16="http://schemas.microsoft.com/office/drawing/2014/main" id="{FD1298F6-8C2F-B1E4-BCBA-9336F488B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663" y="387350"/>
            <a:ext cx="4805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载流螺线管</a:t>
            </a:r>
            <a:r>
              <a:rPr lang="zh-CN" altLang="en-US" sz="280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68" grpId="0" animBg="1"/>
      <p:bldP spid="27701" grpId="0" autoUpdateAnimBg="0"/>
      <p:bldP spid="27703" grpId="0" animBg="1"/>
      <p:bldP spid="27704" grpId="0" animBg="1"/>
      <p:bldP spid="27774" grpId="0" animBg="1"/>
      <p:bldP spid="61" grpId="0" autoUpdateAnimBg="0"/>
      <p:bldP spid="62" grpId="0" autoUpdateAnimBg="0"/>
      <p:bldP spid="6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9F4BF7B-CA19-DCB8-E78D-64198E874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863" y="273050"/>
            <a:ext cx="4406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3200">
                <a:solidFill>
                  <a:srgbClr val="66FF33"/>
                </a:solidFill>
                <a:ea typeface="黑体" panose="02010609060101010101" pitchFamily="49" charset="-122"/>
              </a:rPr>
              <a:t>9.3</a:t>
            </a:r>
            <a:r>
              <a:rPr lang="en-US" altLang="zh-CN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磁场的高斯定理</a:t>
            </a:r>
          </a:p>
        </p:txBody>
      </p:sp>
      <p:sp>
        <p:nvSpPr>
          <p:cNvPr id="44035" name="Text Box 3">
            <a:extLst>
              <a:ext uri="{FF2B5EF4-FFF2-40B4-BE49-F238E27FC236}">
                <a16:creationId xmlns:a16="http://schemas.microsoft.com/office/drawing/2014/main" id="{DFFBFC0F-2D35-4DD9-AE40-0A23A1F37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1001713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静电场：</a:t>
            </a:r>
          </a:p>
        </p:txBody>
      </p:sp>
      <p:sp>
        <p:nvSpPr>
          <p:cNvPr id="44036" name="Text Box 4">
            <a:extLst>
              <a:ext uri="{FF2B5EF4-FFF2-40B4-BE49-F238E27FC236}">
                <a16:creationId xmlns:a16="http://schemas.microsoft.com/office/drawing/2014/main" id="{847CCC2B-2D6B-2D5A-0BD6-C3E46CAD2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741488"/>
            <a:ext cx="3449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磁     场：</a:t>
            </a:r>
          </a:p>
        </p:txBody>
      </p:sp>
      <p:graphicFrame>
        <p:nvGraphicFramePr>
          <p:cNvPr id="44037" name="Object 2">
            <a:extLst>
              <a:ext uri="{FF2B5EF4-FFF2-40B4-BE49-F238E27FC236}">
                <a16:creationId xmlns:a16="http://schemas.microsoft.com/office/drawing/2014/main" id="{3C4E6983-3F92-C715-A799-9BC75310B2F9}"/>
              </a:ext>
            </a:extLst>
          </p:cNvPr>
          <p:cNvGraphicFramePr>
            <a:graphicFrameLocks/>
          </p:cNvGraphicFramePr>
          <p:nvPr/>
        </p:nvGraphicFramePr>
        <p:xfrm>
          <a:off x="2149475" y="1676400"/>
          <a:ext cx="15351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6287" imgH="564102" progId="Equation.3">
                  <p:embed/>
                </p:oleObj>
              </mc:Choice>
              <mc:Fallback>
                <p:oleObj name="Equation" r:id="rId2" imgW="1516287" imgH="564102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1676400"/>
                        <a:ext cx="15351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3">
            <a:extLst>
              <a:ext uri="{FF2B5EF4-FFF2-40B4-BE49-F238E27FC236}">
                <a16:creationId xmlns:a16="http://schemas.microsoft.com/office/drawing/2014/main" id="{381729D5-E959-2179-A9AB-52A4BB5C1231}"/>
              </a:ext>
            </a:extLst>
          </p:cNvPr>
          <p:cNvGraphicFramePr>
            <a:graphicFrameLocks/>
          </p:cNvGraphicFramePr>
          <p:nvPr/>
        </p:nvGraphicFramePr>
        <p:xfrm>
          <a:off x="2051050" y="925513"/>
          <a:ext cx="336391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45087" imgH="586546" progId="Equation.3">
                  <p:embed/>
                </p:oleObj>
              </mc:Choice>
              <mc:Fallback>
                <p:oleObj name="Equation" r:id="rId4" imgW="3345087" imgH="586546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925513"/>
                        <a:ext cx="3363913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9" name="Rectangle 7">
            <a:extLst>
              <a:ext uri="{FF2B5EF4-FFF2-40B4-BE49-F238E27FC236}">
                <a16:creationId xmlns:a16="http://schemas.microsoft.com/office/drawing/2014/main" id="{7DD928E4-34D3-D4DB-0EB6-52986DB22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990600"/>
            <a:ext cx="2722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静电场是有源场</a:t>
            </a:r>
          </a:p>
        </p:txBody>
      </p:sp>
      <p:sp>
        <p:nvSpPr>
          <p:cNvPr id="44040" name="Text Box 8">
            <a:extLst>
              <a:ext uri="{FF2B5EF4-FFF2-40B4-BE49-F238E27FC236}">
                <a16:creationId xmlns:a16="http://schemas.microsoft.com/office/drawing/2014/main" id="{E9E26FA0-E3E4-6787-5626-02B03152F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2276475"/>
            <a:ext cx="3549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一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</a:rPr>
              <a:t>磁力线</a:t>
            </a:r>
          </a:p>
        </p:txBody>
      </p:sp>
      <p:sp>
        <p:nvSpPr>
          <p:cNvPr id="44041" name="Rectangle 9">
            <a:extLst>
              <a:ext uri="{FF2B5EF4-FFF2-40B4-BE49-F238E27FC236}">
                <a16:creationId xmlns:a16="http://schemas.microsoft.com/office/drawing/2014/main" id="{30E5A14C-4D43-8C41-02EC-AE94C879A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2781300"/>
            <a:ext cx="2801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</a:rPr>
              <a:t>规定：</a:t>
            </a:r>
          </a:p>
        </p:txBody>
      </p:sp>
      <p:sp>
        <p:nvSpPr>
          <p:cNvPr id="44042" name="Text Box 10">
            <a:extLst>
              <a:ext uri="{FF2B5EF4-FFF2-40B4-BE49-F238E27FC236}">
                <a16:creationId xmlns:a16="http://schemas.microsoft.com/office/drawing/2014/main" id="{036C1D17-CDD5-1AF3-C828-4AE2F2DBD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3232150"/>
            <a:ext cx="6173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方向：磁力线切线方向为磁感应强度</a:t>
            </a:r>
          </a:p>
        </p:txBody>
      </p:sp>
      <p:graphicFrame>
        <p:nvGraphicFramePr>
          <p:cNvPr id="44043" name="Object 4">
            <a:extLst>
              <a:ext uri="{FF2B5EF4-FFF2-40B4-BE49-F238E27FC236}">
                <a16:creationId xmlns:a16="http://schemas.microsoft.com/office/drawing/2014/main" id="{817395BE-D1B6-D1AE-60E8-9BB353C076A6}"/>
              </a:ext>
            </a:extLst>
          </p:cNvPr>
          <p:cNvGraphicFramePr>
            <a:graphicFrameLocks/>
          </p:cNvGraphicFramePr>
          <p:nvPr/>
        </p:nvGraphicFramePr>
        <p:xfrm>
          <a:off x="6248400" y="3257550"/>
          <a:ext cx="280988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9267" imgH="320206" progId="Equation.3">
                  <p:embed/>
                </p:oleObj>
              </mc:Choice>
              <mc:Fallback>
                <p:oleObj name="Equation" r:id="rId6" imgW="259267" imgH="320206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257550"/>
                        <a:ext cx="280988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4" name="Object 5">
            <a:extLst>
              <a:ext uri="{FF2B5EF4-FFF2-40B4-BE49-F238E27FC236}">
                <a16:creationId xmlns:a16="http://schemas.microsoft.com/office/drawing/2014/main" id="{3BFC1D3F-BC44-D737-7160-F83378897DA9}"/>
              </a:ext>
            </a:extLst>
          </p:cNvPr>
          <p:cNvGraphicFramePr>
            <a:graphicFrameLocks/>
          </p:cNvGraphicFramePr>
          <p:nvPr/>
        </p:nvGraphicFramePr>
        <p:xfrm>
          <a:off x="3200400" y="4230688"/>
          <a:ext cx="28098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9267" imgH="320206" progId="Equation.3">
                  <p:embed/>
                </p:oleObj>
              </mc:Choice>
              <mc:Fallback>
                <p:oleObj name="Equation" r:id="rId6" imgW="259267" imgH="320206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230688"/>
                        <a:ext cx="280988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5" name="Text Box 13">
            <a:extLst>
              <a:ext uri="{FF2B5EF4-FFF2-40B4-BE49-F238E27FC236}">
                <a16:creationId xmlns:a16="http://schemas.microsoft.com/office/drawing/2014/main" id="{7EAE9AE8-E317-D30E-224A-0EE000C6A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730625"/>
            <a:ext cx="540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的单位面积上穿过的磁力线条数为磁感</a:t>
            </a:r>
          </a:p>
        </p:txBody>
      </p:sp>
      <p:graphicFrame>
        <p:nvGraphicFramePr>
          <p:cNvPr id="44046" name="Object 6">
            <a:extLst>
              <a:ext uri="{FF2B5EF4-FFF2-40B4-BE49-F238E27FC236}">
                <a16:creationId xmlns:a16="http://schemas.microsoft.com/office/drawing/2014/main" id="{1EFE35A1-22CC-08B0-1957-A63EDA02113C}"/>
              </a:ext>
            </a:extLst>
          </p:cNvPr>
          <p:cNvGraphicFramePr>
            <a:graphicFrameLocks/>
          </p:cNvGraphicFramePr>
          <p:nvPr/>
        </p:nvGraphicFramePr>
        <p:xfrm>
          <a:off x="2895600" y="3773488"/>
          <a:ext cx="28098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9267" imgH="320206" progId="Equation.3">
                  <p:embed/>
                </p:oleObj>
              </mc:Choice>
              <mc:Fallback>
                <p:oleObj name="Equation" r:id="rId6" imgW="259267" imgH="320206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773488"/>
                        <a:ext cx="280988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7" name="Object 7">
            <a:extLst>
              <a:ext uri="{FF2B5EF4-FFF2-40B4-BE49-F238E27FC236}">
                <a16:creationId xmlns:a16="http://schemas.microsoft.com/office/drawing/2014/main" id="{62BF8AEA-47AD-7D46-6DC6-BC02524650B2}"/>
              </a:ext>
            </a:extLst>
          </p:cNvPr>
          <p:cNvGraphicFramePr>
            <a:graphicFrameLocks/>
          </p:cNvGraphicFramePr>
          <p:nvPr/>
        </p:nvGraphicFramePr>
        <p:xfrm>
          <a:off x="1558925" y="4700588"/>
          <a:ext cx="1270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49556" imgH="830441" progId="Equation.3">
                  <p:embed/>
                </p:oleObj>
              </mc:Choice>
              <mc:Fallback>
                <p:oleObj name="Equation" r:id="rId10" imgW="1249556" imgH="830441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4700588"/>
                        <a:ext cx="1270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8" name="Rectangle 16">
            <a:extLst>
              <a:ext uri="{FF2B5EF4-FFF2-40B4-BE49-F238E27FC236}">
                <a16:creationId xmlns:a16="http://schemas.microsoft.com/office/drawing/2014/main" id="{374E7A62-BD96-498E-5BC0-31F4292AE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6525" y="3217863"/>
            <a:ext cx="1757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的方向</a:t>
            </a:r>
          </a:p>
        </p:txBody>
      </p:sp>
      <p:sp>
        <p:nvSpPr>
          <p:cNvPr id="44049" name="Rectangle 17">
            <a:extLst>
              <a:ext uri="{FF2B5EF4-FFF2-40B4-BE49-F238E27FC236}">
                <a16:creationId xmlns:a16="http://schemas.microsoft.com/office/drawing/2014/main" id="{2AD93410-E1E3-16A2-3EEC-3B28C134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3" y="3740150"/>
            <a:ext cx="214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大小：垂直</a:t>
            </a:r>
          </a:p>
        </p:txBody>
      </p:sp>
      <p:sp>
        <p:nvSpPr>
          <p:cNvPr id="44050" name="Rectangle 18">
            <a:extLst>
              <a:ext uri="{FF2B5EF4-FFF2-40B4-BE49-F238E27FC236}">
                <a16:creationId xmlns:a16="http://schemas.microsoft.com/office/drawing/2014/main" id="{2F0C3C55-148F-04AB-D31C-963F9DB56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4191000"/>
            <a:ext cx="2203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应强度</a:t>
            </a:r>
          </a:p>
        </p:txBody>
      </p:sp>
      <p:sp>
        <p:nvSpPr>
          <p:cNvPr id="44051" name="Rectangle 19">
            <a:extLst>
              <a:ext uri="{FF2B5EF4-FFF2-40B4-BE49-F238E27FC236}">
                <a16:creationId xmlns:a16="http://schemas.microsoft.com/office/drawing/2014/main" id="{CEE61F9B-A8F3-E611-4AB0-62A3A7A42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300" y="4179888"/>
            <a:ext cx="1876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的大小</a:t>
            </a:r>
          </a:p>
        </p:txBody>
      </p:sp>
      <p:sp>
        <p:nvSpPr>
          <p:cNvPr id="44052" name="Text Box 20">
            <a:extLst>
              <a:ext uri="{FF2B5EF4-FFF2-40B4-BE49-F238E27FC236}">
                <a16:creationId xmlns:a16="http://schemas.microsoft.com/office/drawing/2014/main" id="{10D48860-6FB2-B3FA-4915-B0421C490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638800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</a:rPr>
              <a:t>磁力线的特征</a:t>
            </a:r>
            <a:r>
              <a:rPr lang="en-US" altLang="zh-CN">
                <a:solidFill>
                  <a:srgbClr val="66FFFF"/>
                </a:solidFill>
              </a:rPr>
              <a:t>:</a:t>
            </a:r>
          </a:p>
        </p:txBody>
      </p:sp>
      <p:sp>
        <p:nvSpPr>
          <p:cNvPr id="44053" name="Text Box 21">
            <a:extLst>
              <a:ext uri="{FF2B5EF4-FFF2-40B4-BE49-F238E27FC236}">
                <a16:creationId xmlns:a16="http://schemas.microsoft.com/office/drawing/2014/main" id="{85A6D2C3-0CE2-1A94-AB6D-5CFB4B835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6096000"/>
            <a:ext cx="464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无头无尾的闭合曲线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4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35" grpId="0" autoUpdateAnimBg="0"/>
      <p:bldP spid="44036" grpId="0" autoUpdateAnimBg="0"/>
      <p:bldP spid="44039" grpId="0" autoUpdateAnimBg="0"/>
      <p:bldP spid="44040" grpId="0" autoUpdateAnimBg="0"/>
      <p:bldP spid="44041" grpId="0" autoUpdateAnimBg="0"/>
      <p:bldP spid="44042" grpId="0" autoUpdateAnimBg="0"/>
      <p:bldP spid="44045" grpId="0" autoUpdateAnimBg="0"/>
      <p:bldP spid="44048" grpId="0" autoUpdateAnimBg="0"/>
      <p:bldP spid="44049" grpId="0" autoUpdateAnimBg="0"/>
      <p:bldP spid="44050" grpId="0" autoUpdateAnimBg="0"/>
      <p:bldP spid="44051" grpId="0" autoUpdateAnimBg="0"/>
      <p:bldP spid="44052" grpId="0" autoUpdateAnimBg="0"/>
      <p:bldP spid="4405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>
            <a:extLst>
              <a:ext uri="{FF2B5EF4-FFF2-40B4-BE49-F238E27FC236}">
                <a16:creationId xmlns:a16="http://schemas.microsoft.com/office/drawing/2014/main" id="{EC98ABA9-594D-C743-8F45-AAE8FCE32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46075"/>
            <a:ext cx="647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与电流相互套连，服从右手螺旋定则</a:t>
            </a:r>
          </a:p>
        </p:txBody>
      </p:sp>
      <p:sp>
        <p:nvSpPr>
          <p:cNvPr id="45059" name="Text Box 3">
            <a:extLst>
              <a:ext uri="{FF2B5EF4-FFF2-40B4-BE49-F238E27FC236}">
                <a16:creationId xmlns:a16="http://schemas.microsoft.com/office/drawing/2014/main" id="{7332032C-F8CA-42CC-14A7-D9EBE2C39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31850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(3) </a:t>
            </a:r>
            <a:r>
              <a:rPr lang="zh-CN" altLang="en-US">
                <a:solidFill>
                  <a:schemeClr val="bg1"/>
                </a:solidFill>
              </a:rPr>
              <a:t>磁力线不相交</a:t>
            </a:r>
            <a:endParaRPr lang="zh-CN" altLang="en-US" b="0">
              <a:solidFill>
                <a:schemeClr val="bg1"/>
              </a:solidFill>
            </a:endParaRP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CC96832B-3E43-D54C-E084-2C3C4F230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88" y="1301750"/>
            <a:ext cx="1792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磁通量</a:t>
            </a:r>
          </a:p>
        </p:txBody>
      </p:sp>
      <p:graphicFrame>
        <p:nvGraphicFramePr>
          <p:cNvPr id="45061" name="Object 2">
            <a:extLst>
              <a:ext uri="{FF2B5EF4-FFF2-40B4-BE49-F238E27FC236}">
                <a16:creationId xmlns:a16="http://schemas.microsoft.com/office/drawing/2014/main" id="{9539EB44-E899-2D63-B07A-455F6F58406F}"/>
              </a:ext>
            </a:extLst>
          </p:cNvPr>
          <p:cNvGraphicFramePr>
            <a:graphicFrameLocks/>
          </p:cNvGraphicFramePr>
          <p:nvPr/>
        </p:nvGraphicFramePr>
        <p:xfrm>
          <a:off x="827088" y="1916113"/>
          <a:ext cx="1270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9556" imgH="830441" progId="Equation.3">
                  <p:embed/>
                </p:oleObj>
              </mc:Choice>
              <mc:Fallback>
                <p:oleObj name="Equation" r:id="rId2" imgW="1249556" imgH="830441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916113"/>
                        <a:ext cx="1270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3">
            <a:extLst>
              <a:ext uri="{FF2B5EF4-FFF2-40B4-BE49-F238E27FC236}">
                <a16:creationId xmlns:a16="http://schemas.microsoft.com/office/drawing/2014/main" id="{3B2D4565-EDEF-F2D8-EE25-E48D7846D30C}"/>
              </a:ext>
            </a:extLst>
          </p:cNvPr>
          <p:cNvGraphicFramePr>
            <a:graphicFrameLocks/>
          </p:cNvGraphicFramePr>
          <p:nvPr/>
        </p:nvGraphicFramePr>
        <p:xfrm>
          <a:off x="3078163" y="2127250"/>
          <a:ext cx="18542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418961" progId="Equation.3">
                  <p:embed/>
                </p:oleObj>
              </mc:Choice>
              <mc:Fallback>
                <p:oleObj name="Equation" r:id="rId4" imgW="1828800" imgH="418961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8163" y="2127250"/>
                        <a:ext cx="18542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AutoShape 7">
            <a:extLst>
              <a:ext uri="{FF2B5EF4-FFF2-40B4-BE49-F238E27FC236}">
                <a16:creationId xmlns:a16="http://schemas.microsoft.com/office/drawing/2014/main" id="{1AE6625A-168C-B7C0-AA61-5C7915D5B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09800"/>
            <a:ext cx="706438" cy="211138"/>
          </a:xfrm>
          <a:prstGeom prst="rightArrow">
            <a:avLst>
              <a:gd name="adj1" fmla="val 50000"/>
              <a:gd name="adj2" fmla="val 83646"/>
            </a:avLst>
          </a:prstGeom>
          <a:gradFill rotWithShape="1">
            <a:gsLst>
              <a:gs pos="0">
                <a:srgbClr val="FFCCFF"/>
              </a:gs>
              <a:gs pos="50000">
                <a:srgbClr val="765E76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64" name="Rectangle 8">
            <a:extLst>
              <a:ext uri="{FF2B5EF4-FFF2-40B4-BE49-F238E27FC236}">
                <a16:creationId xmlns:a16="http://schemas.microsoft.com/office/drawing/2014/main" id="{0C335BA7-09D1-9523-2555-E53DFD1B4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2919413"/>
            <a:ext cx="390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通过面元的磁场线条数</a:t>
            </a:r>
          </a:p>
        </p:txBody>
      </p:sp>
      <p:sp>
        <p:nvSpPr>
          <p:cNvPr id="45065" name="Text Box 9">
            <a:extLst>
              <a:ext uri="{FF2B5EF4-FFF2-40B4-BE49-F238E27FC236}">
                <a16:creationId xmlns:a16="http://schemas.microsoft.com/office/drawing/2014/main" id="{9CF0EDEE-253A-683F-4605-111CF88B6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901950"/>
            <a:ext cx="3629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—— </a:t>
            </a:r>
            <a:r>
              <a:rPr lang="zh-CN" altLang="en-US">
                <a:solidFill>
                  <a:srgbClr val="66FFFF"/>
                </a:solidFill>
              </a:rPr>
              <a:t>通过该面元的磁通量</a:t>
            </a:r>
            <a:endParaRPr lang="zh-CN" altLang="en-US" sz="2800" b="0">
              <a:solidFill>
                <a:srgbClr val="66FFFF"/>
              </a:solidFill>
            </a:endParaRP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A65B14FA-C244-BDF6-F087-F1BE880DD9AB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4257675"/>
            <a:ext cx="3694113" cy="1914525"/>
            <a:chOff x="3264" y="2784"/>
            <a:chExt cx="2327" cy="1302"/>
          </a:xfrm>
        </p:grpSpPr>
        <p:grpSp>
          <p:nvGrpSpPr>
            <p:cNvPr id="9245" name="Group 11">
              <a:extLst>
                <a:ext uri="{FF2B5EF4-FFF2-40B4-BE49-F238E27FC236}">
                  <a16:creationId xmlns:a16="http://schemas.microsoft.com/office/drawing/2014/main" id="{7872DF22-5F07-6A75-044F-61C6E63ECE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504"/>
              <a:ext cx="1895" cy="582"/>
              <a:chOff x="1776" y="2304"/>
              <a:chExt cx="2208" cy="1208"/>
            </a:xfrm>
          </p:grpSpPr>
          <p:sp>
            <p:nvSpPr>
              <p:cNvPr id="9252" name="Freeform 12">
                <a:extLst>
                  <a:ext uri="{FF2B5EF4-FFF2-40B4-BE49-F238E27FC236}">
                    <a16:creationId xmlns:a16="http://schemas.microsoft.com/office/drawing/2014/main" id="{C7441485-D3A9-C4C4-F026-C720FC549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6" y="2304"/>
                <a:ext cx="2160" cy="1208"/>
              </a:xfrm>
              <a:custGeom>
                <a:avLst/>
                <a:gdLst>
                  <a:gd name="T0" fmla="*/ 0 w 2160"/>
                  <a:gd name="T1" fmla="*/ 1208 h 1208"/>
                  <a:gd name="T2" fmla="*/ 336 w 2160"/>
                  <a:gd name="T3" fmla="*/ 776 h 1208"/>
                  <a:gd name="T4" fmla="*/ 816 w 2160"/>
                  <a:gd name="T5" fmla="*/ 344 h 1208"/>
                  <a:gd name="T6" fmla="*/ 1440 w 2160"/>
                  <a:gd name="T7" fmla="*/ 56 h 1208"/>
                  <a:gd name="T8" fmla="*/ 2160 w 2160"/>
                  <a:gd name="T9" fmla="*/ 8 h 12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60"/>
                  <a:gd name="T16" fmla="*/ 0 h 1208"/>
                  <a:gd name="T17" fmla="*/ 2160 w 2160"/>
                  <a:gd name="T18" fmla="*/ 1208 h 12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" h="1208">
                    <a:moveTo>
                      <a:pt x="0" y="1208"/>
                    </a:moveTo>
                    <a:cubicBezTo>
                      <a:pt x="100" y="1064"/>
                      <a:pt x="200" y="920"/>
                      <a:pt x="336" y="776"/>
                    </a:cubicBezTo>
                    <a:cubicBezTo>
                      <a:pt x="472" y="632"/>
                      <a:pt x="632" y="464"/>
                      <a:pt x="816" y="344"/>
                    </a:cubicBezTo>
                    <a:cubicBezTo>
                      <a:pt x="1000" y="224"/>
                      <a:pt x="1216" y="112"/>
                      <a:pt x="1440" y="56"/>
                    </a:cubicBezTo>
                    <a:cubicBezTo>
                      <a:pt x="1664" y="0"/>
                      <a:pt x="1912" y="4"/>
                      <a:pt x="2160" y="8"/>
                    </a:cubicBezTo>
                  </a:path>
                </a:pathLst>
              </a:cu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3" name="Line 13">
                <a:extLst>
                  <a:ext uri="{FF2B5EF4-FFF2-40B4-BE49-F238E27FC236}">
                    <a16:creationId xmlns:a16="http://schemas.microsoft.com/office/drawing/2014/main" id="{D0727E1A-84B9-22B3-4C5A-D623A9B7A3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2304"/>
                <a:ext cx="240" cy="0"/>
              </a:xfrm>
              <a:prstGeom prst="line">
                <a:avLst/>
              </a:prstGeom>
              <a:noFill/>
              <a:ln w="222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246" name="Group 14">
              <a:extLst>
                <a:ext uri="{FF2B5EF4-FFF2-40B4-BE49-F238E27FC236}">
                  <a16:creationId xmlns:a16="http://schemas.microsoft.com/office/drawing/2014/main" id="{0B1C47E1-7A9F-7C33-1503-53767F4D49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2976"/>
              <a:ext cx="1728" cy="1063"/>
              <a:chOff x="1776" y="2304"/>
              <a:chExt cx="2208" cy="1208"/>
            </a:xfrm>
          </p:grpSpPr>
          <p:sp>
            <p:nvSpPr>
              <p:cNvPr id="9250" name="Freeform 15">
                <a:extLst>
                  <a:ext uri="{FF2B5EF4-FFF2-40B4-BE49-F238E27FC236}">
                    <a16:creationId xmlns:a16="http://schemas.microsoft.com/office/drawing/2014/main" id="{4381632E-B0DC-0ECB-4B78-E58260EE06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6" y="2304"/>
                <a:ext cx="2160" cy="1208"/>
              </a:xfrm>
              <a:custGeom>
                <a:avLst/>
                <a:gdLst>
                  <a:gd name="T0" fmla="*/ 0 w 2160"/>
                  <a:gd name="T1" fmla="*/ 1208 h 1208"/>
                  <a:gd name="T2" fmla="*/ 336 w 2160"/>
                  <a:gd name="T3" fmla="*/ 776 h 1208"/>
                  <a:gd name="T4" fmla="*/ 816 w 2160"/>
                  <a:gd name="T5" fmla="*/ 344 h 1208"/>
                  <a:gd name="T6" fmla="*/ 1440 w 2160"/>
                  <a:gd name="T7" fmla="*/ 56 h 1208"/>
                  <a:gd name="T8" fmla="*/ 2160 w 2160"/>
                  <a:gd name="T9" fmla="*/ 8 h 12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60"/>
                  <a:gd name="T16" fmla="*/ 0 h 1208"/>
                  <a:gd name="T17" fmla="*/ 2160 w 2160"/>
                  <a:gd name="T18" fmla="*/ 1208 h 12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" h="1208">
                    <a:moveTo>
                      <a:pt x="0" y="1208"/>
                    </a:moveTo>
                    <a:cubicBezTo>
                      <a:pt x="100" y="1064"/>
                      <a:pt x="200" y="920"/>
                      <a:pt x="336" y="776"/>
                    </a:cubicBezTo>
                    <a:cubicBezTo>
                      <a:pt x="472" y="632"/>
                      <a:pt x="632" y="464"/>
                      <a:pt x="816" y="344"/>
                    </a:cubicBezTo>
                    <a:cubicBezTo>
                      <a:pt x="1000" y="224"/>
                      <a:pt x="1216" y="112"/>
                      <a:pt x="1440" y="56"/>
                    </a:cubicBezTo>
                    <a:cubicBezTo>
                      <a:pt x="1664" y="0"/>
                      <a:pt x="1912" y="4"/>
                      <a:pt x="2160" y="8"/>
                    </a:cubicBezTo>
                  </a:path>
                </a:pathLst>
              </a:cu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1" name="Line 16">
                <a:extLst>
                  <a:ext uri="{FF2B5EF4-FFF2-40B4-BE49-F238E27FC236}">
                    <a16:creationId xmlns:a16="http://schemas.microsoft.com/office/drawing/2014/main" id="{722D5BF5-A72D-A92B-DE27-AD87704D5D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2304"/>
                <a:ext cx="240" cy="0"/>
              </a:xfrm>
              <a:prstGeom prst="line">
                <a:avLst/>
              </a:prstGeom>
              <a:noFill/>
              <a:ln w="222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247" name="Group 17">
              <a:extLst>
                <a:ext uri="{FF2B5EF4-FFF2-40B4-BE49-F238E27FC236}">
                  <a16:creationId xmlns:a16="http://schemas.microsoft.com/office/drawing/2014/main" id="{0645026D-564D-9814-0BAC-012E8E3DCA09}"/>
                </a:ext>
              </a:extLst>
            </p:cNvPr>
            <p:cNvGrpSpPr>
              <a:grpSpLocks/>
            </p:cNvGrpSpPr>
            <p:nvPr/>
          </p:nvGrpSpPr>
          <p:grpSpPr bwMode="auto">
            <a:xfrm rot="-1874105">
              <a:off x="3264" y="2784"/>
              <a:ext cx="1895" cy="582"/>
              <a:chOff x="1776" y="2304"/>
              <a:chExt cx="2208" cy="1208"/>
            </a:xfrm>
          </p:grpSpPr>
          <p:sp>
            <p:nvSpPr>
              <p:cNvPr id="9248" name="Freeform 18">
                <a:extLst>
                  <a:ext uri="{FF2B5EF4-FFF2-40B4-BE49-F238E27FC236}">
                    <a16:creationId xmlns:a16="http://schemas.microsoft.com/office/drawing/2014/main" id="{DCD1B0F4-1D25-4A12-0EE6-958CDB1CC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6" y="2304"/>
                <a:ext cx="2160" cy="1208"/>
              </a:xfrm>
              <a:custGeom>
                <a:avLst/>
                <a:gdLst>
                  <a:gd name="T0" fmla="*/ 0 w 2160"/>
                  <a:gd name="T1" fmla="*/ 1208 h 1208"/>
                  <a:gd name="T2" fmla="*/ 336 w 2160"/>
                  <a:gd name="T3" fmla="*/ 776 h 1208"/>
                  <a:gd name="T4" fmla="*/ 816 w 2160"/>
                  <a:gd name="T5" fmla="*/ 344 h 1208"/>
                  <a:gd name="T6" fmla="*/ 1440 w 2160"/>
                  <a:gd name="T7" fmla="*/ 56 h 1208"/>
                  <a:gd name="T8" fmla="*/ 2160 w 2160"/>
                  <a:gd name="T9" fmla="*/ 8 h 12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60"/>
                  <a:gd name="T16" fmla="*/ 0 h 1208"/>
                  <a:gd name="T17" fmla="*/ 2160 w 2160"/>
                  <a:gd name="T18" fmla="*/ 1208 h 12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" h="1208">
                    <a:moveTo>
                      <a:pt x="0" y="1208"/>
                    </a:moveTo>
                    <a:cubicBezTo>
                      <a:pt x="100" y="1064"/>
                      <a:pt x="200" y="920"/>
                      <a:pt x="336" y="776"/>
                    </a:cubicBezTo>
                    <a:cubicBezTo>
                      <a:pt x="472" y="632"/>
                      <a:pt x="632" y="464"/>
                      <a:pt x="816" y="344"/>
                    </a:cubicBezTo>
                    <a:cubicBezTo>
                      <a:pt x="1000" y="224"/>
                      <a:pt x="1216" y="112"/>
                      <a:pt x="1440" y="56"/>
                    </a:cubicBezTo>
                    <a:cubicBezTo>
                      <a:pt x="1664" y="0"/>
                      <a:pt x="1912" y="4"/>
                      <a:pt x="2160" y="8"/>
                    </a:cubicBezTo>
                  </a:path>
                </a:pathLst>
              </a:cu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9" name="Line 19">
                <a:extLst>
                  <a:ext uri="{FF2B5EF4-FFF2-40B4-BE49-F238E27FC236}">
                    <a16:creationId xmlns:a16="http://schemas.microsoft.com/office/drawing/2014/main" id="{E378C7E4-9D53-6BFD-23F1-461F93BC87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2304"/>
                <a:ext cx="240" cy="0"/>
              </a:xfrm>
              <a:prstGeom prst="line">
                <a:avLst/>
              </a:prstGeom>
              <a:noFill/>
              <a:ln w="2222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5076" name="Oval 20">
            <a:extLst>
              <a:ext uri="{FF2B5EF4-FFF2-40B4-BE49-F238E27FC236}">
                <a16:creationId xmlns:a16="http://schemas.microsoft.com/office/drawing/2014/main" id="{BF6D1C8C-E555-4E26-5B69-FBB2001E6D76}"/>
              </a:ext>
            </a:extLst>
          </p:cNvPr>
          <p:cNvSpPr>
            <a:spLocks noChangeArrowheads="1"/>
          </p:cNvSpPr>
          <p:nvPr/>
        </p:nvSpPr>
        <p:spPr bwMode="auto">
          <a:xfrm rot="-1963000">
            <a:off x="6380163" y="4414838"/>
            <a:ext cx="557212" cy="914400"/>
          </a:xfrm>
          <a:prstGeom prst="ellipse">
            <a:avLst/>
          </a:prstGeom>
          <a:noFill/>
          <a:ln w="285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77" name="Oval 21">
            <a:extLst>
              <a:ext uri="{FF2B5EF4-FFF2-40B4-BE49-F238E27FC236}">
                <a16:creationId xmlns:a16="http://schemas.microsoft.com/office/drawing/2014/main" id="{E9E3108D-A918-DF87-AA81-B2D6B56956F3}"/>
              </a:ext>
            </a:extLst>
          </p:cNvPr>
          <p:cNvSpPr>
            <a:spLocks noChangeArrowheads="1"/>
          </p:cNvSpPr>
          <p:nvPr/>
        </p:nvSpPr>
        <p:spPr bwMode="auto">
          <a:xfrm rot="-3753898">
            <a:off x="6579393" y="4231482"/>
            <a:ext cx="557213" cy="1066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78" name="Line 22">
            <a:extLst>
              <a:ext uri="{FF2B5EF4-FFF2-40B4-BE49-F238E27FC236}">
                <a16:creationId xmlns:a16="http://schemas.microsoft.com/office/drawing/2014/main" id="{776A33BC-BC5D-6EEB-01C9-E735CA3F40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4181475"/>
            <a:ext cx="1066800" cy="6096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079" name="Object 4">
            <a:extLst>
              <a:ext uri="{FF2B5EF4-FFF2-40B4-BE49-F238E27FC236}">
                <a16:creationId xmlns:a16="http://schemas.microsoft.com/office/drawing/2014/main" id="{DBC04D80-ABAD-47FD-90E8-AF03670DE4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3778250"/>
          <a:ext cx="4191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6116" imgH="335169" progId="Equation.3">
                  <p:embed/>
                </p:oleObj>
              </mc:Choice>
              <mc:Fallback>
                <p:oleObj name="Equation" r:id="rId6" imgW="396116" imgH="33516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3778250"/>
                        <a:ext cx="419100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0" name="Object 5">
            <a:extLst>
              <a:ext uri="{FF2B5EF4-FFF2-40B4-BE49-F238E27FC236}">
                <a16:creationId xmlns:a16="http://schemas.microsoft.com/office/drawing/2014/main" id="{BC4CD036-31C7-0DFF-3557-701F43EFA4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4838" y="4083050"/>
          <a:ext cx="2286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9267" imgH="320206" progId="Equation.3">
                  <p:embed/>
                </p:oleObj>
              </mc:Choice>
              <mc:Fallback>
                <p:oleObj name="Equation" r:id="rId8" imgW="259267" imgH="32020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4838" y="4083050"/>
                        <a:ext cx="2286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5">
            <a:extLst>
              <a:ext uri="{FF2B5EF4-FFF2-40B4-BE49-F238E27FC236}">
                <a16:creationId xmlns:a16="http://schemas.microsoft.com/office/drawing/2014/main" id="{861A4943-EB7F-071C-47BA-A3736755AF0C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5629275"/>
            <a:ext cx="762000" cy="498475"/>
            <a:chOff x="4416" y="3546"/>
            <a:chExt cx="480" cy="314"/>
          </a:xfrm>
        </p:grpSpPr>
        <p:sp>
          <p:nvSpPr>
            <p:cNvPr id="9243" name="AutoShape 26">
              <a:extLst>
                <a:ext uri="{FF2B5EF4-FFF2-40B4-BE49-F238E27FC236}">
                  <a16:creationId xmlns:a16="http://schemas.microsoft.com/office/drawing/2014/main" id="{9A08FB9F-067B-AF99-1160-BF03B03CD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546"/>
              <a:ext cx="480" cy="314"/>
            </a:xfrm>
            <a:prstGeom prst="wedgeRectCallout">
              <a:avLst>
                <a:gd name="adj1" fmla="val -88125"/>
                <a:gd name="adj2" fmla="val -159236"/>
              </a:avLst>
            </a:prstGeom>
            <a:solidFill>
              <a:srgbClr val="006699"/>
            </a:solidFill>
            <a:ln w="9525">
              <a:solidFill>
                <a:srgbClr val="66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b="0"/>
            </a:p>
          </p:txBody>
        </p:sp>
        <p:graphicFrame>
          <p:nvGraphicFramePr>
            <p:cNvPr id="9244" name="Object 10">
              <a:extLst>
                <a:ext uri="{FF2B5EF4-FFF2-40B4-BE49-F238E27FC236}">
                  <a16:creationId xmlns:a16="http://schemas.microsoft.com/office/drawing/2014/main" id="{ECFE488B-8702-02EB-D757-96036402E8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90" y="3587"/>
            <a:ext cx="34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25998" imgH="411480" progId="Equation.3">
                    <p:embed/>
                  </p:oleObj>
                </mc:Choice>
                <mc:Fallback>
                  <p:oleObj name="Equation" r:id="rId10" imgW="525998" imgH="41148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0" y="3587"/>
                          <a:ext cx="343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84" name="Line 28">
            <a:extLst>
              <a:ext uri="{FF2B5EF4-FFF2-40B4-BE49-F238E27FC236}">
                <a16:creationId xmlns:a16="http://schemas.microsoft.com/office/drawing/2014/main" id="{1A86504F-93DD-1F5F-235A-D386DE8044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4181475"/>
            <a:ext cx="533400" cy="6096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85" name="Text Box 29">
            <a:extLst>
              <a:ext uri="{FF2B5EF4-FFF2-40B4-BE49-F238E27FC236}">
                <a16:creationId xmlns:a16="http://schemas.microsoft.com/office/drawing/2014/main" id="{34E03573-9B1E-AC4F-02B1-389DB4767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3578225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对于有限曲面</a:t>
            </a:r>
          </a:p>
        </p:txBody>
      </p:sp>
      <p:graphicFrame>
        <p:nvGraphicFramePr>
          <p:cNvPr id="45086" name="Object 6">
            <a:extLst>
              <a:ext uri="{FF2B5EF4-FFF2-40B4-BE49-F238E27FC236}">
                <a16:creationId xmlns:a16="http://schemas.microsoft.com/office/drawing/2014/main" id="{AE858CE3-A0AE-A6DA-D0FA-96532FBF2CC3}"/>
              </a:ext>
            </a:extLst>
          </p:cNvPr>
          <p:cNvGraphicFramePr>
            <a:graphicFrameLocks/>
          </p:cNvGraphicFramePr>
          <p:nvPr/>
        </p:nvGraphicFramePr>
        <p:xfrm>
          <a:off x="2986088" y="3586163"/>
          <a:ext cx="187801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59156" imgH="564102" progId="Equation.3">
                  <p:embed/>
                </p:oleObj>
              </mc:Choice>
              <mc:Fallback>
                <p:oleObj name="Equation" r:id="rId12" imgW="1859156" imgH="564102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088" y="3586163"/>
                        <a:ext cx="1878012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87" name="Text Box 31">
            <a:extLst>
              <a:ext uri="{FF2B5EF4-FFF2-40B4-BE49-F238E27FC236}">
                <a16:creationId xmlns:a16="http://schemas.microsoft.com/office/drawing/2014/main" id="{024C59A4-97BE-FF20-B59D-327EECEB5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5486400"/>
            <a:ext cx="2508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磁力线穿入</a:t>
            </a:r>
            <a:endParaRPr lang="zh-CN" altLang="en-US" sz="2800">
              <a:solidFill>
                <a:srgbClr val="00FFFF"/>
              </a:solidFill>
            </a:endParaRPr>
          </a:p>
        </p:txBody>
      </p:sp>
      <p:sp>
        <p:nvSpPr>
          <p:cNvPr id="45088" name="Text Box 32">
            <a:extLst>
              <a:ext uri="{FF2B5EF4-FFF2-40B4-BE49-F238E27FC236}">
                <a16:creationId xmlns:a16="http://schemas.microsoft.com/office/drawing/2014/main" id="{4232D43E-30AE-1BAB-3E76-2E39BD47B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4196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对于闭合曲面</a:t>
            </a:r>
          </a:p>
        </p:txBody>
      </p:sp>
      <p:graphicFrame>
        <p:nvGraphicFramePr>
          <p:cNvPr id="45089" name="Object 7">
            <a:extLst>
              <a:ext uri="{FF2B5EF4-FFF2-40B4-BE49-F238E27FC236}">
                <a16:creationId xmlns:a16="http://schemas.microsoft.com/office/drawing/2014/main" id="{AB4A4A1E-0865-8C21-31E5-4B21E924743E}"/>
              </a:ext>
            </a:extLst>
          </p:cNvPr>
          <p:cNvGraphicFramePr>
            <a:graphicFrameLocks/>
          </p:cNvGraphicFramePr>
          <p:nvPr/>
        </p:nvGraphicFramePr>
        <p:xfrm>
          <a:off x="3090863" y="4343400"/>
          <a:ext cx="1789112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68089" imgH="586546" progId="Equation.3">
                  <p:embed/>
                </p:oleObj>
              </mc:Choice>
              <mc:Fallback>
                <p:oleObj name="Equation" r:id="rId14" imgW="1768089" imgH="586546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4343400"/>
                        <a:ext cx="1789112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90" name="Text Box 34">
            <a:extLst>
              <a:ext uri="{FF2B5EF4-FFF2-40B4-BE49-F238E27FC236}">
                <a16:creationId xmlns:a16="http://schemas.microsoft.com/office/drawing/2014/main" id="{FE67BAC5-BB92-4B3C-C878-ECBF4F878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4973638"/>
            <a:ext cx="178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规定</a:t>
            </a:r>
          </a:p>
        </p:txBody>
      </p:sp>
      <p:graphicFrame>
        <p:nvGraphicFramePr>
          <p:cNvPr id="45091" name="Object 8">
            <a:extLst>
              <a:ext uri="{FF2B5EF4-FFF2-40B4-BE49-F238E27FC236}">
                <a16:creationId xmlns:a16="http://schemas.microsoft.com/office/drawing/2014/main" id="{4AAE45E5-4385-7B6E-1E61-F9EDDD1C17E8}"/>
              </a:ext>
            </a:extLst>
          </p:cNvPr>
          <p:cNvGraphicFramePr>
            <a:graphicFrameLocks/>
          </p:cNvGraphicFramePr>
          <p:nvPr/>
        </p:nvGraphicFramePr>
        <p:xfrm>
          <a:off x="2708275" y="5486400"/>
          <a:ext cx="1041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21142" imgH="411480" progId="Equation.3">
                  <p:embed/>
                </p:oleObj>
              </mc:Choice>
              <mc:Fallback>
                <p:oleObj name="Equation" r:id="rId16" imgW="1021142" imgH="41148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275" y="5486400"/>
                        <a:ext cx="1041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92" name="Text Box 36">
            <a:extLst>
              <a:ext uri="{FF2B5EF4-FFF2-40B4-BE49-F238E27FC236}">
                <a16:creationId xmlns:a16="http://schemas.microsoft.com/office/drawing/2014/main" id="{B4AE6A22-0003-492B-DFC9-28234920A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6019800"/>
            <a:ext cx="3155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磁力线穿出</a:t>
            </a:r>
            <a:endParaRPr lang="zh-CN" altLang="en-US" sz="2800">
              <a:solidFill>
                <a:srgbClr val="00FFFF"/>
              </a:solidFill>
            </a:endParaRPr>
          </a:p>
        </p:txBody>
      </p:sp>
      <p:graphicFrame>
        <p:nvGraphicFramePr>
          <p:cNvPr id="45093" name="Object 9">
            <a:extLst>
              <a:ext uri="{FF2B5EF4-FFF2-40B4-BE49-F238E27FC236}">
                <a16:creationId xmlns:a16="http://schemas.microsoft.com/office/drawing/2014/main" id="{C0E3F057-9637-01D1-22C9-0B6D766D214B}"/>
              </a:ext>
            </a:extLst>
          </p:cNvPr>
          <p:cNvGraphicFramePr>
            <a:graphicFrameLocks/>
          </p:cNvGraphicFramePr>
          <p:nvPr/>
        </p:nvGraphicFramePr>
        <p:xfrm>
          <a:off x="2762250" y="6078538"/>
          <a:ext cx="1041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21142" imgH="411480" progId="Equation.3">
                  <p:embed/>
                </p:oleObj>
              </mc:Choice>
              <mc:Fallback>
                <p:oleObj name="Equation" r:id="rId18" imgW="1021142" imgH="41148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0" y="6078538"/>
                        <a:ext cx="1041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000"/>
                                        <p:tgtEl>
                                          <p:spTgt spid="4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000"/>
                                        <p:tgtEl>
                                          <p:spTgt spid="4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000"/>
                                        <p:tgtEl>
                                          <p:spTgt spid="4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2000"/>
                                        <p:tgtEl>
                                          <p:spTgt spid="4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2000"/>
                                        <p:tgtEl>
                                          <p:spTgt spid="4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2000"/>
                                        <p:tgtEl>
                                          <p:spTgt spid="4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utoUpdateAnimBg="0"/>
      <p:bldP spid="45059" grpId="0" autoUpdateAnimBg="0"/>
      <p:bldP spid="45060" grpId="0" autoUpdateAnimBg="0"/>
      <p:bldP spid="45063" grpId="0" animBg="1"/>
      <p:bldP spid="45064" grpId="0" autoUpdateAnimBg="0"/>
      <p:bldP spid="45065" grpId="0" autoUpdateAnimBg="0"/>
      <p:bldP spid="45076" grpId="0" animBg="1"/>
      <p:bldP spid="45077" grpId="0" animBg="1"/>
      <p:bldP spid="45085" grpId="0" autoUpdateAnimBg="0"/>
      <p:bldP spid="45087" grpId="0" autoUpdateAnimBg="0"/>
      <p:bldP spid="45088" grpId="0" autoUpdateAnimBg="0"/>
      <p:bldP spid="45090" grpId="0" autoUpdateAnimBg="0"/>
      <p:bldP spid="4509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Text Box 2">
            <a:extLst>
              <a:ext uri="{FF2B5EF4-FFF2-40B4-BE49-F238E27FC236}">
                <a16:creationId xmlns:a16="http://schemas.microsoft.com/office/drawing/2014/main" id="{F2FF80D2-528E-2BE1-9D81-4FEFB8848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0800"/>
            <a:ext cx="5064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磁场的高斯定理</a:t>
            </a:r>
            <a:endParaRPr lang="zh-CN" altLang="en-US" b="0">
              <a:solidFill>
                <a:srgbClr val="FFFF00"/>
              </a:solidFill>
            </a:endParaRPr>
          </a:p>
        </p:txBody>
      </p:sp>
      <p:sp>
        <p:nvSpPr>
          <p:cNvPr id="236547" name="Text Box 3">
            <a:extLst>
              <a:ext uri="{FF2B5EF4-FFF2-40B4-BE49-F238E27FC236}">
                <a16:creationId xmlns:a16="http://schemas.microsoft.com/office/drawing/2014/main" id="{EF9291FC-40CE-26EF-B2AE-DC385EF92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573088"/>
            <a:ext cx="31384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磁场线都是闭合曲线 </a:t>
            </a:r>
            <a:r>
              <a:rPr lang="zh-CN" altLang="en-US" b="0">
                <a:solidFill>
                  <a:srgbClr val="FFFF00"/>
                </a:solidFill>
              </a:rPr>
              <a:t> </a:t>
            </a:r>
          </a:p>
        </p:txBody>
      </p:sp>
      <p:graphicFrame>
        <p:nvGraphicFramePr>
          <p:cNvPr id="236548" name="Object 2">
            <a:extLst>
              <a:ext uri="{FF2B5EF4-FFF2-40B4-BE49-F238E27FC236}">
                <a16:creationId xmlns:a16="http://schemas.microsoft.com/office/drawing/2014/main" id="{B95AF866-2DC0-6BD8-2F42-828031DBAA62}"/>
              </a:ext>
            </a:extLst>
          </p:cNvPr>
          <p:cNvGraphicFramePr>
            <a:graphicFrameLocks/>
          </p:cNvGraphicFramePr>
          <p:nvPr/>
        </p:nvGraphicFramePr>
        <p:xfrm>
          <a:off x="850900" y="1211263"/>
          <a:ext cx="2400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77689" imgH="586546" progId="Equation.3">
                  <p:embed/>
                </p:oleObj>
              </mc:Choice>
              <mc:Fallback>
                <p:oleObj name="Equation" r:id="rId2" imgW="2377689" imgH="586546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1211263"/>
                        <a:ext cx="2400300" cy="609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49" name="Rectangle 5">
            <a:extLst>
              <a:ext uri="{FF2B5EF4-FFF2-40B4-BE49-F238E27FC236}">
                <a16:creationId xmlns:a16="http://schemas.microsoft.com/office/drawing/2014/main" id="{3AF6D1BD-2840-860A-A62C-BE8991C7F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1268413"/>
            <a:ext cx="2535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磁高斯定理</a:t>
            </a:r>
          </a:p>
        </p:txBody>
      </p:sp>
      <p:sp>
        <p:nvSpPr>
          <p:cNvPr id="236552" name="Text Box 8">
            <a:extLst>
              <a:ext uri="{FF2B5EF4-FFF2-40B4-BE49-F238E27FC236}">
                <a16:creationId xmlns:a16="http://schemas.microsoft.com/office/drawing/2014/main" id="{91779E0E-4913-617B-7988-98A26FB1B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4081463"/>
            <a:ext cx="663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 </a:t>
            </a:r>
            <a:r>
              <a:rPr lang="zh-CN" altLang="en-US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36553" name="Text Box 9">
            <a:extLst>
              <a:ext uri="{FF2B5EF4-FFF2-40B4-BE49-F238E27FC236}">
                <a16:creationId xmlns:a16="http://schemas.microsoft.com/office/drawing/2014/main" id="{3AFEA483-2929-2CF2-1ACC-9E7E74CA0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005263"/>
            <a:ext cx="807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证明在 磁力线为平行直线的空间中，同一根磁力线 上各点的磁感应强度值相等。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D04B91CE-1D6A-6D47-7E2B-7B742C4D84AB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5224463"/>
            <a:ext cx="2590800" cy="762000"/>
            <a:chOff x="3888" y="3504"/>
            <a:chExt cx="1632" cy="480"/>
          </a:xfrm>
        </p:grpSpPr>
        <p:sp>
          <p:nvSpPr>
            <p:cNvPr id="10282" name="Line 11">
              <a:extLst>
                <a:ext uri="{FF2B5EF4-FFF2-40B4-BE49-F238E27FC236}">
                  <a16:creationId xmlns:a16="http://schemas.microsoft.com/office/drawing/2014/main" id="{176C0D77-8EA1-9FCA-1D40-47A65FC7F7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504"/>
              <a:ext cx="1632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3" name="Line 12">
              <a:extLst>
                <a:ext uri="{FF2B5EF4-FFF2-40B4-BE49-F238E27FC236}">
                  <a16:creationId xmlns:a16="http://schemas.microsoft.com/office/drawing/2014/main" id="{2728CCFA-4341-DA06-BC5F-1DF159C61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744"/>
              <a:ext cx="1632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4" name="Line 13">
              <a:extLst>
                <a:ext uri="{FF2B5EF4-FFF2-40B4-BE49-F238E27FC236}">
                  <a16:creationId xmlns:a16="http://schemas.microsoft.com/office/drawing/2014/main" id="{FDAD1DCE-38EE-E76C-3A26-519FC786EF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984"/>
              <a:ext cx="1632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4">
            <a:extLst>
              <a:ext uri="{FF2B5EF4-FFF2-40B4-BE49-F238E27FC236}">
                <a16:creationId xmlns:a16="http://schemas.microsoft.com/office/drawing/2014/main" id="{85144565-0EEB-0D2D-7AF4-533C4ED97210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5300663"/>
            <a:ext cx="2590800" cy="533400"/>
            <a:chOff x="3456" y="3168"/>
            <a:chExt cx="1632" cy="336"/>
          </a:xfrm>
        </p:grpSpPr>
        <p:sp>
          <p:nvSpPr>
            <p:cNvPr id="10279" name="AutoShape 15">
              <a:extLst>
                <a:ext uri="{FF2B5EF4-FFF2-40B4-BE49-F238E27FC236}">
                  <a16:creationId xmlns:a16="http://schemas.microsoft.com/office/drawing/2014/main" id="{3EED5085-756D-A7DF-7420-CA6F3E4547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80" y="2880"/>
              <a:ext cx="336" cy="912"/>
            </a:xfrm>
            <a:prstGeom prst="can">
              <a:avLst>
                <a:gd name="adj" fmla="val 67857"/>
              </a:avLst>
            </a:prstGeom>
            <a:gradFill rotWithShape="0">
              <a:gsLst>
                <a:gs pos="0">
                  <a:srgbClr val="666699"/>
                </a:gs>
                <a:gs pos="100000">
                  <a:srgbClr val="1E1E2E"/>
                </a:gs>
              </a:gsLst>
              <a:lin ang="5400000" scaled="1"/>
            </a:gra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80" name="Oval 16">
              <a:extLst>
                <a:ext uri="{FF2B5EF4-FFF2-40B4-BE49-F238E27FC236}">
                  <a16:creationId xmlns:a16="http://schemas.microsoft.com/office/drawing/2014/main" id="{E157C6B6-D586-D40E-39A9-F1BA225F3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168"/>
              <a:ext cx="240" cy="336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81" name="Line 17">
              <a:extLst>
                <a:ext uri="{FF2B5EF4-FFF2-40B4-BE49-F238E27FC236}">
                  <a16:creationId xmlns:a16="http://schemas.microsoft.com/office/drawing/2014/main" id="{F7D79D39-DDD4-DD2B-3B38-1F4010149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360"/>
              <a:ext cx="1632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36562" name="Object 3">
            <a:extLst>
              <a:ext uri="{FF2B5EF4-FFF2-40B4-BE49-F238E27FC236}">
                <a16:creationId xmlns:a16="http://schemas.microsoft.com/office/drawing/2014/main" id="{63DC3F40-00D8-1C29-0C56-B06C7F19C2A8}"/>
              </a:ext>
            </a:extLst>
          </p:cNvPr>
          <p:cNvGraphicFramePr>
            <a:graphicFrameLocks/>
          </p:cNvGraphicFramePr>
          <p:nvPr/>
        </p:nvGraphicFramePr>
        <p:xfrm>
          <a:off x="5772150" y="5356225"/>
          <a:ext cx="230188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5522" imgH="205989" progId="Equation.3">
                  <p:embed/>
                </p:oleObj>
              </mc:Choice>
              <mc:Fallback>
                <p:oleObj name="Equation" r:id="rId4" imgW="205522" imgH="205989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2150" y="5356225"/>
                        <a:ext cx="230188" cy="23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63" name="Object 4">
            <a:extLst>
              <a:ext uri="{FF2B5EF4-FFF2-40B4-BE49-F238E27FC236}">
                <a16:creationId xmlns:a16="http://schemas.microsoft.com/office/drawing/2014/main" id="{10B3CE21-A272-60BD-677B-433D158F70E3}"/>
              </a:ext>
            </a:extLst>
          </p:cNvPr>
          <p:cNvGraphicFramePr>
            <a:graphicFrameLocks/>
          </p:cNvGraphicFramePr>
          <p:nvPr/>
        </p:nvGraphicFramePr>
        <p:xfrm>
          <a:off x="7570788" y="5289550"/>
          <a:ext cx="201612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3129" imgH="297263" progId="Equation.3">
                  <p:embed/>
                </p:oleObj>
              </mc:Choice>
              <mc:Fallback>
                <p:oleObj name="Equation" r:id="rId6" imgW="183129" imgH="297263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0788" y="5289550"/>
                        <a:ext cx="201612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64" name="Oval 20">
            <a:extLst>
              <a:ext uri="{FF2B5EF4-FFF2-40B4-BE49-F238E27FC236}">
                <a16:creationId xmlns:a16="http://schemas.microsoft.com/office/drawing/2014/main" id="{4A52E973-8D03-9AAA-B8BB-E8ECDD449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52926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6565" name="Oval 21">
            <a:extLst>
              <a:ext uri="{FF2B5EF4-FFF2-40B4-BE49-F238E27FC236}">
                <a16:creationId xmlns:a16="http://schemas.microsoft.com/office/drawing/2014/main" id="{70D49388-80DD-DC71-F85C-EF8380C37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52926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36566" name="Object 5">
            <a:extLst>
              <a:ext uri="{FF2B5EF4-FFF2-40B4-BE49-F238E27FC236}">
                <a16:creationId xmlns:a16="http://schemas.microsoft.com/office/drawing/2014/main" id="{F2893B87-384A-8530-360B-1E1655CC0BAD}"/>
              </a:ext>
            </a:extLst>
          </p:cNvPr>
          <p:cNvGraphicFramePr>
            <a:graphicFrameLocks/>
          </p:cNvGraphicFramePr>
          <p:nvPr/>
        </p:nvGraphicFramePr>
        <p:xfrm>
          <a:off x="6526213" y="5300663"/>
          <a:ext cx="25558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413" imgH="297263" progId="Equation.3">
                  <p:embed/>
                </p:oleObj>
              </mc:Choice>
              <mc:Fallback>
                <p:oleObj name="Equation" r:id="rId8" imgW="228413" imgH="297263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6213" y="5300663"/>
                        <a:ext cx="255587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67" name="Text Box 23">
            <a:extLst>
              <a:ext uri="{FF2B5EF4-FFF2-40B4-BE49-F238E27FC236}">
                <a16:creationId xmlns:a16="http://schemas.microsoft.com/office/drawing/2014/main" id="{0E4D7198-1B83-086E-90A0-51BC6A809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513080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graphicFrame>
        <p:nvGraphicFramePr>
          <p:cNvPr id="236568" name="Object 6">
            <a:extLst>
              <a:ext uri="{FF2B5EF4-FFF2-40B4-BE49-F238E27FC236}">
                <a16:creationId xmlns:a16="http://schemas.microsoft.com/office/drawing/2014/main" id="{02DA3CF5-0CF3-D7A3-CD1F-32C5D02A0116}"/>
              </a:ext>
            </a:extLst>
          </p:cNvPr>
          <p:cNvGraphicFramePr>
            <a:graphicFrameLocks/>
          </p:cNvGraphicFramePr>
          <p:nvPr/>
        </p:nvGraphicFramePr>
        <p:xfrm>
          <a:off x="835025" y="5075238"/>
          <a:ext cx="187801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59156" imgH="586546" progId="Equation.3">
                  <p:embed/>
                </p:oleObj>
              </mc:Choice>
              <mc:Fallback>
                <p:oleObj name="Equation" r:id="rId10" imgW="1859156" imgH="586546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5075238"/>
                        <a:ext cx="1878013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69" name="Object 7">
            <a:extLst>
              <a:ext uri="{FF2B5EF4-FFF2-40B4-BE49-F238E27FC236}">
                <a16:creationId xmlns:a16="http://schemas.microsoft.com/office/drawing/2014/main" id="{1EFBD2B8-D777-BE38-9B3E-1DF184507867}"/>
              </a:ext>
            </a:extLst>
          </p:cNvPr>
          <p:cNvGraphicFramePr>
            <a:graphicFrameLocks/>
          </p:cNvGraphicFramePr>
          <p:nvPr/>
        </p:nvGraphicFramePr>
        <p:xfrm>
          <a:off x="1335088" y="5834063"/>
          <a:ext cx="2908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87762" imgH="411480" progId="Equation.3">
                  <p:embed/>
                </p:oleObj>
              </mc:Choice>
              <mc:Fallback>
                <p:oleObj name="Equation" r:id="rId12" imgW="2887762" imgH="41148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088" y="5834063"/>
                        <a:ext cx="2908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70" name="Object 8">
            <a:extLst>
              <a:ext uri="{FF2B5EF4-FFF2-40B4-BE49-F238E27FC236}">
                <a16:creationId xmlns:a16="http://schemas.microsoft.com/office/drawing/2014/main" id="{B1775038-C13B-8B4F-E6CF-DA5B34380C43}"/>
              </a:ext>
            </a:extLst>
          </p:cNvPr>
          <p:cNvGraphicFramePr>
            <a:graphicFrameLocks/>
          </p:cNvGraphicFramePr>
          <p:nvPr/>
        </p:nvGraphicFramePr>
        <p:xfrm>
          <a:off x="855663" y="6426200"/>
          <a:ext cx="107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58962" imgH="411480" progId="Equation.3">
                  <p:embed/>
                </p:oleObj>
              </mc:Choice>
              <mc:Fallback>
                <p:oleObj name="Equation" r:id="rId14" imgW="1058962" imgH="41148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6426200"/>
                        <a:ext cx="1079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7">
            <a:extLst>
              <a:ext uri="{FF2B5EF4-FFF2-40B4-BE49-F238E27FC236}">
                <a16:creationId xmlns:a16="http://schemas.microsoft.com/office/drawing/2014/main" id="{F1BEA954-9A60-4023-6191-0E8EE2F404E1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42863"/>
            <a:ext cx="4535488" cy="2881312"/>
            <a:chOff x="2881" y="1434"/>
            <a:chExt cx="2857" cy="1815"/>
          </a:xfrm>
        </p:grpSpPr>
        <p:grpSp>
          <p:nvGrpSpPr>
            <p:cNvPr id="10275" name="Group 28">
              <a:extLst>
                <a:ext uri="{FF2B5EF4-FFF2-40B4-BE49-F238E27FC236}">
                  <a16:creationId xmlns:a16="http://schemas.microsoft.com/office/drawing/2014/main" id="{1BF7906C-DE3F-FDC6-066D-6420DAECEF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1" y="1849"/>
              <a:ext cx="2857" cy="1400"/>
              <a:chOff x="2881" y="1849"/>
              <a:chExt cx="2857" cy="1400"/>
            </a:xfrm>
          </p:grpSpPr>
          <p:sp>
            <p:nvSpPr>
              <p:cNvPr id="10277" name="Freeform 29">
                <a:extLst>
                  <a:ext uri="{FF2B5EF4-FFF2-40B4-BE49-F238E27FC236}">
                    <a16:creationId xmlns:a16="http://schemas.microsoft.com/office/drawing/2014/main" id="{73ECE204-5219-4F08-3A5E-35E28B7AA12D}"/>
                  </a:ext>
                </a:extLst>
              </p:cNvPr>
              <p:cNvSpPr>
                <a:spLocks/>
              </p:cNvSpPr>
              <p:nvPr/>
            </p:nvSpPr>
            <p:spPr bwMode="auto">
              <a:xfrm rot="-760095">
                <a:off x="2881" y="1849"/>
                <a:ext cx="2857" cy="1134"/>
              </a:xfrm>
              <a:custGeom>
                <a:avLst/>
                <a:gdLst>
                  <a:gd name="T0" fmla="*/ 0 w 2767"/>
                  <a:gd name="T1" fmla="*/ 1134 h 1134"/>
                  <a:gd name="T2" fmla="*/ 1741 w 2767"/>
                  <a:gd name="T3" fmla="*/ 953 h 1134"/>
                  <a:gd name="T4" fmla="*/ 3094 w 2767"/>
                  <a:gd name="T5" fmla="*/ 499 h 1134"/>
                  <a:gd name="T6" fmla="*/ 3935 w 2767"/>
                  <a:gd name="T7" fmla="*/ 0 h 113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67"/>
                  <a:gd name="T13" fmla="*/ 0 h 1134"/>
                  <a:gd name="T14" fmla="*/ 2767 w 2767"/>
                  <a:gd name="T15" fmla="*/ 1134 h 113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67" h="1134">
                    <a:moveTo>
                      <a:pt x="0" y="1134"/>
                    </a:moveTo>
                    <a:cubicBezTo>
                      <a:pt x="431" y="1096"/>
                      <a:pt x="862" y="1059"/>
                      <a:pt x="1225" y="953"/>
                    </a:cubicBezTo>
                    <a:cubicBezTo>
                      <a:pt x="1588" y="847"/>
                      <a:pt x="1920" y="658"/>
                      <a:pt x="2177" y="499"/>
                    </a:cubicBezTo>
                    <a:cubicBezTo>
                      <a:pt x="2434" y="340"/>
                      <a:pt x="2669" y="83"/>
                      <a:pt x="2767" y="0"/>
                    </a:cubicBezTo>
                  </a:path>
                </a:pathLst>
              </a:cu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 useBgFill="1">
            <p:nvSpPr>
              <p:cNvPr id="10278" name="Rectangle 30">
                <a:extLst>
                  <a:ext uri="{FF2B5EF4-FFF2-40B4-BE49-F238E27FC236}">
                    <a16:creationId xmlns:a16="http://schemas.microsoft.com/office/drawing/2014/main" id="{17C8B20C-4BE2-1F50-AD42-20104611BF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076862">
                <a:off x="3016" y="3113"/>
                <a:ext cx="453" cy="136"/>
              </a:xfrm>
              <a:prstGeom prst="rect">
                <a:avLst/>
              </a:prstGeom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sp useBgFill="1">
          <p:nvSpPr>
            <p:cNvPr id="10276" name="Rectangle 31">
              <a:extLst>
                <a:ext uri="{FF2B5EF4-FFF2-40B4-BE49-F238E27FC236}">
                  <a16:creationId xmlns:a16="http://schemas.microsoft.com/office/drawing/2014/main" id="{F7909BD0-9179-E3FE-CE7A-1CB21D409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" y="1434"/>
              <a:ext cx="91" cy="40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:a16="http://schemas.microsoft.com/office/drawing/2014/main" id="{463ADBC9-1B0B-535D-4A4A-ADCC3BF2B887}"/>
              </a:ext>
            </a:extLst>
          </p:cNvPr>
          <p:cNvGrpSpPr>
            <a:grpSpLocks/>
          </p:cNvGrpSpPr>
          <p:nvPr/>
        </p:nvGrpSpPr>
        <p:grpSpPr bwMode="auto">
          <a:xfrm>
            <a:off x="6154738" y="960438"/>
            <a:ext cx="2617787" cy="1739900"/>
            <a:chOff x="2335" y="2742"/>
            <a:chExt cx="1649" cy="1096"/>
          </a:xfrm>
        </p:grpSpPr>
        <p:sp>
          <p:nvSpPr>
            <p:cNvPr id="236577" name="Oval 33">
              <a:extLst>
                <a:ext uri="{FF2B5EF4-FFF2-40B4-BE49-F238E27FC236}">
                  <a16:creationId xmlns:a16="http://schemas.microsoft.com/office/drawing/2014/main" id="{BC1EA21E-70B7-577F-C9F8-8AFCA169612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589796">
              <a:off x="2335" y="2794"/>
              <a:ext cx="1649" cy="1044"/>
            </a:xfrm>
            <a:prstGeom prst="ellipse">
              <a:avLst/>
            </a:prstGeom>
            <a:gradFill rotWithShape="1">
              <a:gsLst>
                <a:gs pos="0">
                  <a:srgbClr val="00CC99">
                    <a:gamma/>
                    <a:shade val="46275"/>
                    <a:invGamma/>
                    <a:alpha val="80000"/>
                  </a:srgbClr>
                </a:gs>
                <a:gs pos="50000">
                  <a:srgbClr val="00CC99">
                    <a:alpha val="70000"/>
                  </a:srgbClr>
                </a:gs>
                <a:gs pos="100000">
                  <a:srgbClr val="00CC99">
                    <a:gamma/>
                    <a:shade val="46275"/>
                    <a:invGamma/>
                    <a:alpha val="80000"/>
                  </a:srgbClr>
                </a:gs>
              </a:gsLst>
              <a:lin ang="5400000" scaled="1"/>
            </a:gradFill>
            <a:ln w="190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0273" name="AutoShape 34">
              <a:extLst>
                <a:ext uri="{FF2B5EF4-FFF2-40B4-BE49-F238E27FC236}">
                  <a16:creationId xmlns:a16="http://schemas.microsoft.com/office/drawing/2014/main" id="{4BC79284-F7A6-C583-1255-A7A58E7637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49" y="3589"/>
              <a:ext cx="272" cy="136"/>
            </a:xfrm>
            <a:prstGeom prst="parallelogram">
              <a:avLst>
                <a:gd name="adj" fmla="val 100361"/>
              </a:avLst>
            </a:prstGeom>
            <a:solidFill>
              <a:srgbClr val="000000">
                <a:alpha val="7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74" name="AutoShape 35">
              <a:extLst>
                <a:ext uri="{FF2B5EF4-FFF2-40B4-BE49-F238E27FC236}">
                  <a16:creationId xmlns:a16="http://schemas.microsoft.com/office/drawing/2014/main" id="{8C08FD7B-EFA4-EDC3-2845-F7560070273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7274160">
              <a:off x="3540" y="2833"/>
              <a:ext cx="318" cy="136"/>
            </a:xfrm>
            <a:prstGeom prst="parallelogram">
              <a:avLst>
                <a:gd name="adj" fmla="val 93400"/>
              </a:avLst>
            </a:prstGeom>
            <a:solidFill>
              <a:srgbClr val="000000">
                <a:alpha val="7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grpSp>
        <p:nvGrpSpPr>
          <p:cNvPr id="7" name="Group 36">
            <a:extLst>
              <a:ext uri="{FF2B5EF4-FFF2-40B4-BE49-F238E27FC236}">
                <a16:creationId xmlns:a16="http://schemas.microsoft.com/office/drawing/2014/main" id="{A1AE12F0-3D12-0617-6445-651740983C88}"/>
              </a:ext>
            </a:extLst>
          </p:cNvPr>
          <p:cNvGrpSpPr>
            <a:grpSpLocks/>
          </p:cNvGrpSpPr>
          <p:nvPr/>
        </p:nvGrpSpPr>
        <p:grpSpPr bwMode="auto">
          <a:xfrm>
            <a:off x="6326188" y="757238"/>
            <a:ext cx="2351087" cy="1781175"/>
            <a:chOff x="2443" y="2614"/>
            <a:chExt cx="1481" cy="1122"/>
          </a:xfrm>
        </p:grpSpPr>
        <p:sp>
          <p:nvSpPr>
            <p:cNvPr id="10267" name="Freeform 37">
              <a:extLst>
                <a:ext uri="{FF2B5EF4-FFF2-40B4-BE49-F238E27FC236}">
                  <a16:creationId xmlns:a16="http://schemas.microsoft.com/office/drawing/2014/main" id="{4E4FBCFC-7D0D-1A67-02C6-9852FFCFB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3" y="3657"/>
              <a:ext cx="165" cy="79"/>
            </a:xfrm>
            <a:custGeom>
              <a:avLst/>
              <a:gdLst>
                <a:gd name="T0" fmla="*/ 0 w 182"/>
                <a:gd name="T1" fmla="*/ 20 h 91"/>
                <a:gd name="T2" fmla="*/ 62 w 182"/>
                <a:gd name="T3" fmla="*/ 0 h 91"/>
                <a:gd name="T4" fmla="*/ 0 60000 65536"/>
                <a:gd name="T5" fmla="*/ 0 60000 65536"/>
                <a:gd name="T6" fmla="*/ 0 w 182"/>
                <a:gd name="T7" fmla="*/ 0 h 91"/>
                <a:gd name="T8" fmla="*/ 182 w 182"/>
                <a:gd name="T9" fmla="*/ 91 h 9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91">
                  <a:moveTo>
                    <a:pt x="0" y="91"/>
                  </a:moveTo>
                  <a:cubicBezTo>
                    <a:pt x="76" y="53"/>
                    <a:pt x="152" y="15"/>
                    <a:pt x="182" y="0"/>
                  </a:cubicBezTo>
                </a:path>
              </a:pathLst>
            </a:custGeom>
            <a:noFill/>
            <a:ln w="38100">
              <a:solidFill>
                <a:srgbClr val="FFCC66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8" name="Freeform 38">
              <a:extLst>
                <a:ext uri="{FF2B5EF4-FFF2-40B4-BE49-F238E27FC236}">
                  <a16:creationId xmlns:a16="http://schemas.microsoft.com/office/drawing/2014/main" id="{FA8E184D-4871-FDFE-69BA-6B58649A7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795"/>
              <a:ext cx="91" cy="91"/>
            </a:xfrm>
            <a:custGeom>
              <a:avLst/>
              <a:gdLst>
                <a:gd name="T0" fmla="*/ 0 w 91"/>
                <a:gd name="T1" fmla="*/ 91 h 91"/>
                <a:gd name="T2" fmla="*/ 91 w 91"/>
                <a:gd name="T3" fmla="*/ 0 h 91"/>
                <a:gd name="T4" fmla="*/ 0 60000 65536"/>
                <a:gd name="T5" fmla="*/ 0 60000 65536"/>
                <a:gd name="T6" fmla="*/ 0 w 91"/>
                <a:gd name="T7" fmla="*/ 0 h 91"/>
                <a:gd name="T8" fmla="*/ 91 w 91"/>
                <a:gd name="T9" fmla="*/ 91 h 9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1" h="91">
                  <a:moveTo>
                    <a:pt x="0" y="91"/>
                  </a:moveTo>
                  <a:cubicBezTo>
                    <a:pt x="38" y="53"/>
                    <a:pt x="76" y="15"/>
                    <a:pt x="91" y="0"/>
                  </a:cubicBezTo>
                </a:path>
              </a:pathLst>
            </a:custGeom>
            <a:noFill/>
            <a:ln w="38100">
              <a:solidFill>
                <a:srgbClr val="FFCC66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9" name="Line 39">
              <a:extLst>
                <a:ext uri="{FF2B5EF4-FFF2-40B4-BE49-F238E27FC236}">
                  <a16:creationId xmlns:a16="http://schemas.microsoft.com/office/drawing/2014/main" id="{261FFF1C-D161-BF11-DD92-D6DC53C692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3" y="2614"/>
              <a:ext cx="91" cy="136"/>
            </a:xfrm>
            <a:prstGeom prst="line">
              <a:avLst/>
            </a:prstGeom>
            <a:noFill/>
            <a:ln w="38100">
              <a:solidFill>
                <a:srgbClr val="FFCC66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36584" name="Object 9">
            <a:extLst>
              <a:ext uri="{FF2B5EF4-FFF2-40B4-BE49-F238E27FC236}">
                <a16:creationId xmlns:a16="http://schemas.microsoft.com/office/drawing/2014/main" id="{973A97CE-976F-8842-A7C0-212154031A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2075" y="1836738"/>
          <a:ext cx="4730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49362" imgH="434423" progId="Equation.3">
                  <p:embed/>
                </p:oleObj>
              </mc:Choice>
              <mc:Fallback>
                <p:oleObj name="公式" r:id="rId16" imgW="449362" imgH="43442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2075" y="1836738"/>
                        <a:ext cx="4730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85" name="Object 10">
            <a:extLst>
              <a:ext uri="{FF2B5EF4-FFF2-40B4-BE49-F238E27FC236}">
                <a16:creationId xmlns:a16="http://schemas.microsoft.com/office/drawing/2014/main" id="{50B0DB65-D0AE-B6E2-6286-90E44D9AF0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6400" y="1404938"/>
          <a:ext cx="5111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87680" imgH="434423" progId="Equation.3">
                  <p:embed/>
                </p:oleObj>
              </mc:Choice>
              <mc:Fallback>
                <p:oleObj name="公式" r:id="rId18" imgW="487680" imgH="43442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6400" y="1404938"/>
                        <a:ext cx="5111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0" name="Text Box 6">
            <a:extLst>
              <a:ext uri="{FF2B5EF4-FFF2-40B4-BE49-F238E27FC236}">
                <a16:creationId xmlns:a16="http://schemas.microsoft.com/office/drawing/2014/main" id="{9343A5D5-1EA7-CCD0-EBFC-B1D0DF6FA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438" y="1943100"/>
            <a:ext cx="428307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是磁场线闭合性质的数学表达 </a:t>
            </a:r>
          </a:p>
        </p:txBody>
      </p:sp>
      <p:sp>
        <p:nvSpPr>
          <p:cNvPr id="236551" name="Text Box 7">
            <a:extLst>
              <a:ext uri="{FF2B5EF4-FFF2-40B4-BE49-F238E27FC236}">
                <a16:creationId xmlns:a16="http://schemas.microsoft.com/office/drawing/2014/main" id="{D1AE0C10-1A49-1874-42AB-BDB1BF4F8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573463"/>
            <a:ext cx="4056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—— </a:t>
            </a:r>
            <a:r>
              <a:rPr lang="zh-CN" altLang="en-US">
                <a:solidFill>
                  <a:srgbClr val="66FFFF"/>
                </a:solidFill>
              </a:rPr>
              <a:t>磁场是无源场</a:t>
            </a:r>
            <a:r>
              <a:rPr lang="en-GB" altLang="zh-CN">
                <a:solidFill>
                  <a:srgbClr val="66FFFF"/>
                </a:solidFill>
              </a:rPr>
              <a:t>(</a:t>
            </a:r>
            <a:r>
              <a:rPr lang="zh-CN" altLang="en-US">
                <a:solidFill>
                  <a:srgbClr val="66FFFF"/>
                </a:solidFill>
              </a:rPr>
              <a:t>涡旋场</a:t>
            </a:r>
            <a:r>
              <a:rPr lang="en-US" altLang="zh-CN">
                <a:solidFill>
                  <a:srgbClr val="66FFFF"/>
                </a:solidFill>
              </a:rPr>
              <a:t>)</a:t>
            </a:r>
          </a:p>
        </p:txBody>
      </p:sp>
      <p:sp>
        <p:nvSpPr>
          <p:cNvPr id="236586" name="Text Box 42">
            <a:extLst>
              <a:ext uri="{FF2B5EF4-FFF2-40B4-BE49-F238E27FC236}">
                <a16:creationId xmlns:a16="http://schemas.microsoft.com/office/drawing/2014/main" id="{E339745D-B9A9-9AF8-685B-DADFC1574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92375"/>
            <a:ext cx="56165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磁场的性质与静电场不同，电流产生</a:t>
            </a:r>
          </a:p>
          <a:p>
            <a:pPr algn="ctr"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的磁感应线既没有起点，也没有终点，即磁场线既没有源头，也没有结尾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6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3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3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3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3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23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4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4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644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23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1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3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2" dur="500"/>
                                        <p:tgtEl>
                                          <p:spTgt spid="23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3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000"/>
                                        <p:tgtEl>
                                          <p:spTgt spid="23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2000"/>
                                        <p:tgtEl>
                                          <p:spTgt spid="23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3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6" grpId="0" autoUpdateAnimBg="0"/>
      <p:bldP spid="236547" grpId="0" autoUpdateAnimBg="0"/>
      <p:bldP spid="236549" grpId="0" autoUpdateAnimBg="0"/>
      <p:bldP spid="236552" grpId="0" autoUpdateAnimBg="0"/>
      <p:bldP spid="236553" grpId="0" autoUpdateAnimBg="0"/>
      <p:bldP spid="236564" grpId="0" animBg="1"/>
      <p:bldP spid="236565" grpId="0" animBg="1"/>
      <p:bldP spid="236567" grpId="0" autoUpdateAnimBg="0"/>
      <p:bldP spid="236550" grpId="0" autoUpdateAnimBg="0"/>
      <p:bldP spid="236551" grpId="0" autoUpdateAnimBg="0"/>
      <p:bldP spid="23658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Line 2">
            <a:extLst>
              <a:ext uri="{FF2B5EF4-FFF2-40B4-BE49-F238E27FC236}">
                <a16:creationId xmlns:a16="http://schemas.microsoft.com/office/drawing/2014/main" id="{DE736F71-F806-3DF5-051D-D00A174072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8288" y="6056313"/>
            <a:ext cx="381000" cy="381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23" name="Line 3">
            <a:extLst>
              <a:ext uri="{FF2B5EF4-FFF2-40B4-BE49-F238E27FC236}">
                <a16:creationId xmlns:a16="http://schemas.microsoft.com/office/drawing/2014/main" id="{6AF22684-81FA-A0F6-B7B0-E61E0F03F5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62888" y="5510213"/>
            <a:ext cx="533400" cy="9144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24" name="Rectangle 4">
            <a:extLst>
              <a:ext uri="{FF2B5EF4-FFF2-40B4-BE49-F238E27FC236}">
                <a16:creationId xmlns:a16="http://schemas.microsoft.com/office/drawing/2014/main" id="{88629AE7-D9B4-EEDA-2A75-5292EFEBF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88913"/>
            <a:ext cx="6553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>
                <a:solidFill>
                  <a:srgbClr val="66FF33"/>
                </a:solidFill>
                <a:ea typeface="黑体" panose="02010609060101010101" pitchFamily="49" charset="-122"/>
              </a:rPr>
              <a:t>9-4</a:t>
            </a:r>
            <a:r>
              <a:rPr lang="en-US" altLang="zh-CN" sz="28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磁场的安培环路定理</a:t>
            </a:r>
          </a:p>
        </p:txBody>
      </p:sp>
      <p:sp>
        <p:nvSpPr>
          <p:cNvPr id="235525" name="Text Box 5">
            <a:extLst>
              <a:ext uri="{FF2B5EF4-FFF2-40B4-BE49-F238E27FC236}">
                <a16:creationId xmlns:a16="http://schemas.microsoft.com/office/drawing/2014/main" id="{D01B1F3A-6DC9-6FDC-60D6-D239EE09C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133600"/>
            <a:ext cx="5045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磁场的安培环路定理</a:t>
            </a:r>
          </a:p>
        </p:txBody>
      </p:sp>
      <p:sp>
        <p:nvSpPr>
          <p:cNvPr id="235526" name="Text Box 6">
            <a:extLst>
              <a:ext uri="{FF2B5EF4-FFF2-40B4-BE49-F238E27FC236}">
                <a16:creationId xmlns:a16="http://schemas.microsoft.com/office/drawing/2014/main" id="{49946833-8B76-7830-2718-26AE485F6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38" y="803275"/>
            <a:ext cx="2201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静电场</a:t>
            </a:r>
            <a:r>
              <a:rPr lang="en-US" altLang="zh-CN">
                <a:solidFill>
                  <a:schemeClr val="bg1"/>
                </a:solidFill>
              </a:rPr>
              <a:t>: </a:t>
            </a:r>
          </a:p>
        </p:txBody>
      </p:sp>
      <p:graphicFrame>
        <p:nvGraphicFramePr>
          <p:cNvPr id="235527" name="Object 2">
            <a:extLst>
              <a:ext uri="{FF2B5EF4-FFF2-40B4-BE49-F238E27FC236}">
                <a16:creationId xmlns:a16="http://schemas.microsoft.com/office/drawing/2014/main" id="{3F2021CB-5260-C3FB-DD6A-D337D1CFE8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2188" y="769938"/>
          <a:ext cx="15478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249" imgH="564102" progId="Equation.3">
                  <p:embed/>
                </p:oleObj>
              </mc:Choice>
              <mc:Fallback>
                <p:oleObj name="Equation" r:id="rId2" imgW="1524249" imgH="56410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2188" y="769938"/>
                        <a:ext cx="15478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28" name="Text Box 8">
            <a:extLst>
              <a:ext uri="{FF2B5EF4-FFF2-40B4-BE49-F238E27FC236}">
                <a16:creationId xmlns:a16="http://schemas.microsoft.com/office/drawing/2014/main" id="{32F27E60-5BFA-F597-2711-6F7A002BD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5288" y="765175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静电场是保守场</a:t>
            </a:r>
          </a:p>
        </p:txBody>
      </p:sp>
      <p:sp>
        <p:nvSpPr>
          <p:cNvPr id="235529" name="Text Box 9">
            <a:extLst>
              <a:ext uri="{FF2B5EF4-FFF2-40B4-BE49-F238E27FC236}">
                <a16:creationId xmlns:a16="http://schemas.microsoft.com/office/drawing/2014/main" id="{A27F1A25-F400-D3CC-42BD-942A236D6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1484313"/>
            <a:ext cx="2268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磁    场</a:t>
            </a:r>
            <a:r>
              <a:rPr lang="en-US" altLang="zh-CN">
                <a:solidFill>
                  <a:schemeClr val="bg1"/>
                </a:solidFill>
              </a:rPr>
              <a:t>:</a:t>
            </a:r>
          </a:p>
        </p:txBody>
      </p:sp>
      <p:graphicFrame>
        <p:nvGraphicFramePr>
          <p:cNvPr id="235530" name="Object 3">
            <a:extLst>
              <a:ext uri="{FF2B5EF4-FFF2-40B4-BE49-F238E27FC236}">
                <a16:creationId xmlns:a16="http://schemas.microsoft.com/office/drawing/2014/main" id="{EE8B32E0-1BFB-1532-AB43-98E372674C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3938" y="1465263"/>
          <a:ext cx="15113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85931" imgH="564102" progId="Equation.3">
                  <p:embed/>
                </p:oleObj>
              </mc:Choice>
              <mc:Fallback>
                <p:oleObj name="Equation" r:id="rId4" imgW="1485931" imgH="56410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938" y="1465263"/>
                        <a:ext cx="15113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31" name="Text Box 11">
            <a:extLst>
              <a:ext uri="{FF2B5EF4-FFF2-40B4-BE49-F238E27FC236}">
                <a16:creationId xmlns:a16="http://schemas.microsoft.com/office/drawing/2014/main" id="{9DD5B523-ACC6-10A5-18BE-1ACF0446B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2806700"/>
            <a:ext cx="47767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  <a:cs typeface="Times New Roman" panose="02020603050405020304" pitchFamily="18" charset="0"/>
              </a:rPr>
              <a:t>•  </a:t>
            </a:r>
            <a:r>
              <a:rPr lang="zh-CN" altLang="en-US">
                <a:solidFill>
                  <a:srgbClr val="66FFFF"/>
                </a:solidFill>
              </a:rPr>
              <a:t>以无限长载流直导线为例</a:t>
            </a:r>
            <a:r>
              <a:rPr lang="zh-CN" altLang="en-US" b="0">
                <a:solidFill>
                  <a:srgbClr val="FFFF00"/>
                </a:solidFill>
              </a:rPr>
              <a:t> </a:t>
            </a:r>
          </a:p>
        </p:txBody>
      </p:sp>
      <p:graphicFrame>
        <p:nvGraphicFramePr>
          <p:cNvPr id="235532" name="Object 4">
            <a:extLst>
              <a:ext uri="{FF2B5EF4-FFF2-40B4-BE49-F238E27FC236}">
                <a16:creationId xmlns:a16="http://schemas.microsoft.com/office/drawing/2014/main" id="{369096D0-F940-6AB6-7344-2AF81B6BF24C}"/>
              </a:ext>
            </a:extLst>
          </p:cNvPr>
          <p:cNvGraphicFramePr>
            <a:graphicFrameLocks/>
          </p:cNvGraphicFramePr>
          <p:nvPr/>
        </p:nvGraphicFramePr>
        <p:xfrm>
          <a:off x="830263" y="3343275"/>
          <a:ext cx="1195387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73418" imgH="800017" progId="Equation.3">
                  <p:embed/>
                </p:oleObj>
              </mc:Choice>
              <mc:Fallback>
                <p:oleObj name="Equation" r:id="rId6" imgW="1173418" imgH="800017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3343275"/>
                        <a:ext cx="1195387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3" name="Object 5">
            <a:extLst>
              <a:ext uri="{FF2B5EF4-FFF2-40B4-BE49-F238E27FC236}">
                <a16:creationId xmlns:a16="http://schemas.microsoft.com/office/drawing/2014/main" id="{FA1E9181-0EE0-558A-EA06-6632CC4D45E1}"/>
              </a:ext>
            </a:extLst>
          </p:cNvPr>
          <p:cNvGraphicFramePr>
            <a:graphicFrameLocks/>
          </p:cNvGraphicFramePr>
          <p:nvPr/>
        </p:nvGraphicFramePr>
        <p:xfrm>
          <a:off x="936625" y="4352925"/>
          <a:ext cx="10033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82824" imgH="586546" progId="Equation.3">
                  <p:embed/>
                </p:oleObj>
              </mc:Choice>
              <mc:Fallback>
                <p:oleObj name="Equation" r:id="rId8" imgW="982824" imgH="586546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4352925"/>
                        <a:ext cx="10033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4" name="Object 6">
            <a:extLst>
              <a:ext uri="{FF2B5EF4-FFF2-40B4-BE49-F238E27FC236}">
                <a16:creationId xmlns:a16="http://schemas.microsoft.com/office/drawing/2014/main" id="{24C03E62-5D07-D631-D8B8-20D30DD1D5D3}"/>
              </a:ext>
            </a:extLst>
          </p:cNvPr>
          <p:cNvGraphicFramePr>
            <a:graphicFrameLocks/>
          </p:cNvGraphicFramePr>
          <p:nvPr/>
        </p:nvGraphicFramePr>
        <p:xfrm>
          <a:off x="1981200" y="4311650"/>
          <a:ext cx="173831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14344" imgH="586546" progId="Equation.3">
                  <p:embed/>
                </p:oleObj>
              </mc:Choice>
              <mc:Fallback>
                <p:oleObj name="Equation" r:id="rId10" imgW="1714344" imgH="586546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311650"/>
                        <a:ext cx="1738313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5" name="Object 7">
            <a:extLst>
              <a:ext uri="{FF2B5EF4-FFF2-40B4-BE49-F238E27FC236}">
                <a16:creationId xmlns:a16="http://schemas.microsoft.com/office/drawing/2014/main" id="{6845648D-74F8-47FC-7750-107D1F50B9A9}"/>
              </a:ext>
            </a:extLst>
          </p:cNvPr>
          <p:cNvGraphicFramePr>
            <a:graphicFrameLocks/>
          </p:cNvGraphicFramePr>
          <p:nvPr/>
        </p:nvGraphicFramePr>
        <p:xfrm>
          <a:off x="831850" y="5038725"/>
          <a:ext cx="17526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29771" imgH="800017" progId="Equation.3">
                  <p:embed/>
                </p:oleObj>
              </mc:Choice>
              <mc:Fallback>
                <p:oleObj name="Equation" r:id="rId12" imgW="1729771" imgH="800017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5038725"/>
                        <a:ext cx="17526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6" name="Object 8">
            <a:extLst>
              <a:ext uri="{FF2B5EF4-FFF2-40B4-BE49-F238E27FC236}">
                <a16:creationId xmlns:a16="http://schemas.microsoft.com/office/drawing/2014/main" id="{F16B1BBC-B8DB-4AA9-1C6F-6E34ABA8FC88}"/>
              </a:ext>
            </a:extLst>
          </p:cNvPr>
          <p:cNvGraphicFramePr>
            <a:graphicFrameLocks/>
          </p:cNvGraphicFramePr>
          <p:nvPr/>
        </p:nvGraphicFramePr>
        <p:xfrm>
          <a:off x="2819400" y="5249863"/>
          <a:ext cx="8239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00193" imgH="411480" progId="Equation.3">
                  <p:embed/>
                </p:oleObj>
              </mc:Choice>
              <mc:Fallback>
                <p:oleObj name="Equation" r:id="rId14" imgW="800193" imgH="41148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249863"/>
                        <a:ext cx="8239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37" name="Text Box 17">
            <a:extLst>
              <a:ext uri="{FF2B5EF4-FFF2-40B4-BE49-F238E27FC236}">
                <a16:creationId xmlns:a16="http://schemas.microsoft.com/office/drawing/2014/main" id="{76F44CA5-010E-E996-2988-5AEC3B710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5934075"/>
            <a:ext cx="7004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磁场的环流与环路中所包围的电流有关</a:t>
            </a:r>
            <a:r>
              <a:rPr lang="zh-CN" altLang="en-US" b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35538" name="Rectangle 18">
            <a:extLst>
              <a:ext uri="{FF2B5EF4-FFF2-40B4-BE49-F238E27FC236}">
                <a16:creationId xmlns:a16="http://schemas.microsoft.com/office/drawing/2014/main" id="{8FCEE1EB-B088-D3EE-B0CB-A02C6D824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2116138"/>
            <a:ext cx="152400" cy="2362200"/>
          </a:xfrm>
          <a:prstGeom prst="rect">
            <a:avLst/>
          </a:prstGeom>
          <a:gradFill rotWithShape="0">
            <a:gsLst>
              <a:gs pos="0">
                <a:srgbClr val="66FFFF"/>
              </a:gs>
              <a:gs pos="100000">
                <a:srgbClr val="2F7676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5539" name="Freeform 19">
            <a:extLst>
              <a:ext uri="{FF2B5EF4-FFF2-40B4-BE49-F238E27FC236}">
                <a16:creationId xmlns:a16="http://schemas.microsoft.com/office/drawing/2014/main" id="{6FEDAD39-15C3-2E19-0B65-340234472C47}"/>
              </a:ext>
            </a:extLst>
          </p:cNvPr>
          <p:cNvSpPr>
            <a:spLocks/>
          </p:cNvSpPr>
          <p:nvPr/>
        </p:nvSpPr>
        <p:spPr bwMode="auto">
          <a:xfrm>
            <a:off x="6008688" y="3030538"/>
            <a:ext cx="2667000" cy="914400"/>
          </a:xfrm>
          <a:custGeom>
            <a:avLst/>
            <a:gdLst>
              <a:gd name="T0" fmla="*/ 2147483646 w 2648"/>
              <a:gd name="T1" fmla="*/ 2147483646 h 1184"/>
              <a:gd name="T2" fmla="*/ 2147483646 w 2648"/>
              <a:gd name="T3" fmla="*/ 2147483646 h 1184"/>
              <a:gd name="T4" fmla="*/ 2147483646 w 2648"/>
              <a:gd name="T5" fmla="*/ 2147483646 h 1184"/>
              <a:gd name="T6" fmla="*/ 2147483646 w 2648"/>
              <a:gd name="T7" fmla="*/ 2147483646 h 1184"/>
              <a:gd name="T8" fmla="*/ 2147483646 w 2648"/>
              <a:gd name="T9" fmla="*/ 2147483646 h 1184"/>
              <a:gd name="T10" fmla="*/ 2147483646 w 2648"/>
              <a:gd name="T11" fmla="*/ 2147483646 h 1184"/>
              <a:gd name="T12" fmla="*/ 2147483646 w 2648"/>
              <a:gd name="T13" fmla="*/ 2147483646 h 1184"/>
              <a:gd name="T14" fmla="*/ 2147483646 w 2648"/>
              <a:gd name="T15" fmla="*/ 2147483646 h 1184"/>
              <a:gd name="T16" fmla="*/ 2147483646 w 2648"/>
              <a:gd name="T17" fmla="*/ 2147483646 h 1184"/>
              <a:gd name="T18" fmla="*/ 2147483646 w 2648"/>
              <a:gd name="T19" fmla="*/ 2147483646 h 1184"/>
              <a:gd name="T20" fmla="*/ 2147483646 w 2648"/>
              <a:gd name="T21" fmla="*/ 2147483646 h 1184"/>
              <a:gd name="T22" fmla="*/ 2147483646 w 2648"/>
              <a:gd name="T23" fmla="*/ 2147483646 h 1184"/>
              <a:gd name="T24" fmla="*/ 2147483646 w 2648"/>
              <a:gd name="T25" fmla="*/ 2147483646 h 1184"/>
              <a:gd name="T26" fmla="*/ 2147483646 w 2648"/>
              <a:gd name="T27" fmla="*/ 2147483646 h 1184"/>
              <a:gd name="T28" fmla="*/ 2147483646 w 2648"/>
              <a:gd name="T29" fmla="*/ 2147483646 h 118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2648"/>
              <a:gd name="T46" fmla="*/ 0 h 1184"/>
              <a:gd name="T47" fmla="*/ 2648 w 2648"/>
              <a:gd name="T48" fmla="*/ 1184 h 1184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2648" h="1184">
                <a:moveTo>
                  <a:pt x="112" y="208"/>
                </a:moveTo>
                <a:cubicBezTo>
                  <a:pt x="48" y="240"/>
                  <a:pt x="24" y="256"/>
                  <a:pt x="16" y="304"/>
                </a:cubicBezTo>
                <a:cubicBezTo>
                  <a:pt x="8" y="352"/>
                  <a:pt x="0" y="424"/>
                  <a:pt x="64" y="496"/>
                </a:cubicBezTo>
                <a:cubicBezTo>
                  <a:pt x="128" y="568"/>
                  <a:pt x="328" y="664"/>
                  <a:pt x="400" y="736"/>
                </a:cubicBezTo>
                <a:cubicBezTo>
                  <a:pt x="472" y="808"/>
                  <a:pt x="464" y="880"/>
                  <a:pt x="496" y="928"/>
                </a:cubicBezTo>
                <a:cubicBezTo>
                  <a:pt x="528" y="976"/>
                  <a:pt x="544" y="992"/>
                  <a:pt x="592" y="1024"/>
                </a:cubicBezTo>
                <a:cubicBezTo>
                  <a:pt x="640" y="1056"/>
                  <a:pt x="672" y="1096"/>
                  <a:pt x="784" y="1120"/>
                </a:cubicBezTo>
                <a:cubicBezTo>
                  <a:pt x="896" y="1144"/>
                  <a:pt x="1032" y="1184"/>
                  <a:pt x="1264" y="1168"/>
                </a:cubicBezTo>
                <a:cubicBezTo>
                  <a:pt x="1496" y="1152"/>
                  <a:pt x="1952" y="1152"/>
                  <a:pt x="2176" y="1024"/>
                </a:cubicBezTo>
                <a:cubicBezTo>
                  <a:pt x="2400" y="896"/>
                  <a:pt x="2568" y="544"/>
                  <a:pt x="2608" y="400"/>
                </a:cubicBezTo>
                <a:cubicBezTo>
                  <a:pt x="2648" y="256"/>
                  <a:pt x="2536" y="224"/>
                  <a:pt x="2416" y="160"/>
                </a:cubicBezTo>
                <a:cubicBezTo>
                  <a:pt x="2296" y="96"/>
                  <a:pt x="2136" y="32"/>
                  <a:pt x="1888" y="16"/>
                </a:cubicBezTo>
                <a:cubicBezTo>
                  <a:pt x="1640" y="0"/>
                  <a:pt x="1176" y="48"/>
                  <a:pt x="928" y="64"/>
                </a:cubicBezTo>
                <a:cubicBezTo>
                  <a:pt x="680" y="80"/>
                  <a:pt x="536" y="88"/>
                  <a:pt x="400" y="112"/>
                </a:cubicBezTo>
                <a:cubicBezTo>
                  <a:pt x="264" y="136"/>
                  <a:pt x="176" y="176"/>
                  <a:pt x="112" y="208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40" name="Line 20">
            <a:extLst>
              <a:ext uri="{FF2B5EF4-FFF2-40B4-BE49-F238E27FC236}">
                <a16:creationId xmlns:a16="http://schemas.microsoft.com/office/drawing/2014/main" id="{BC433683-E2C9-EE60-93A0-3EDD0F514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4650" y="3660775"/>
            <a:ext cx="1341438" cy="207963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41" name="Oval 21">
            <a:extLst>
              <a:ext uri="{FF2B5EF4-FFF2-40B4-BE49-F238E27FC236}">
                <a16:creationId xmlns:a16="http://schemas.microsoft.com/office/drawing/2014/main" id="{4B58901F-F687-9A59-452D-C8BB30060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8088" y="3259138"/>
            <a:ext cx="3352800" cy="762000"/>
          </a:xfrm>
          <a:prstGeom prst="ellipse">
            <a:avLst/>
          </a:prstGeom>
          <a:noFill/>
          <a:ln w="28575" cap="rnd">
            <a:solidFill>
              <a:srgbClr val="FF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35542" name="Object 9">
            <a:extLst>
              <a:ext uri="{FF2B5EF4-FFF2-40B4-BE49-F238E27FC236}">
                <a16:creationId xmlns:a16="http://schemas.microsoft.com/office/drawing/2014/main" id="{647FC8A7-E2F8-AD10-2B1B-80D3B843B0A0}"/>
              </a:ext>
            </a:extLst>
          </p:cNvPr>
          <p:cNvGraphicFramePr>
            <a:graphicFrameLocks/>
          </p:cNvGraphicFramePr>
          <p:nvPr/>
        </p:nvGraphicFramePr>
        <p:xfrm>
          <a:off x="7151688" y="2192338"/>
          <a:ext cx="2016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3129" imgH="266839" progId="Equation.3">
                  <p:embed/>
                </p:oleObj>
              </mc:Choice>
              <mc:Fallback>
                <p:oleObj name="Equation" r:id="rId16" imgW="183129" imgH="266839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1688" y="2192338"/>
                        <a:ext cx="20161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43" name="Line 23">
            <a:extLst>
              <a:ext uri="{FF2B5EF4-FFF2-40B4-BE49-F238E27FC236}">
                <a16:creationId xmlns:a16="http://schemas.microsoft.com/office/drawing/2014/main" id="{5510214C-9C1E-DF51-A5F8-8A7BA45E20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99288" y="2116138"/>
            <a:ext cx="0" cy="6096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5544" name="Object 10">
            <a:extLst>
              <a:ext uri="{FF2B5EF4-FFF2-40B4-BE49-F238E27FC236}">
                <a16:creationId xmlns:a16="http://schemas.microsoft.com/office/drawing/2014/main" id="{40E4B24D-7424-04B1-99BF-59AC86F163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7175" y="2581275"/>
          <a:ext cx="255588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8413" imgH="266839" progId="Equation.3">
                  <p:embed/>
                </p:oleObj>
              </mc:Choice>
              <mc:Fallback>
                <p:oleObj name="Equation" r:id="rId18" imgW="228413" imgH="26683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7175" y="2581275"/>
                        <a:ext cx="255588" cy="27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45" name="Oval 25">
            <a:extLst>
              <a:ext uri="{FF2B5EF4-FFF2-40B4-BE49-F238E27FC236}">
                <a16:creationId xmlns:a16="http://schemas.microsoft.com/office/drawing/2014/main" id="{162BB86D-E26B-3214-6F1E-B9E30C706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9888" y="3792538"/>
            <a:ext cx="152400" cy="152400"/>
          </a:xfrm>
          <a:prstGeom prst="ellipse">
            <a:avLst/>
          </a:prstGeom>
          <a:solidFill>
            <a:srgbClr val="00CC99">
              <a:alpha val="36862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35546" name="Object 11">
            <a:extLst>
              <a:ext uri="{FF2B5EF4-FFF2-40B4-BE49-F238E27FC236}">
                <a16:creationId xmlns:a16="http://schemas.microsoft.com/office/drawing/2014/main" id="{928F6778-ED30-3F36-6B6B-026E84DBEB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94688" y="3792538"/>
          <a:ext cx="3746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9384" imgH="144641" progId="Equation.3">
                  <p:embed/>
                </p:oleObj>
              </mc:Choice>
              <mc:Fallback>
                <p:oleObj name="Equation" r:id="rId20" imgW="129384" imgH="14464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4688" y="3792538"/>
                        <a:ext cx="3746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47" name="Freeform 27">
            <a:extLst>
              <a:ext uri="{FF2B5EF4-FFF2-40B4-BE49-F238E27FC236}">
                <a16:creationId xmlns:a16="http://schemas.microsoft.com/office/drawing/2014/main" id="{2E8AA5C3-BC29-9445-AE25-9DBF0A729BF8}"/>
              </a:ext>
            </a:extLst>
          </p:cNvPr>
          <p:cNvSpPr>
            <a:spLocks/>
          </p:cNvSpPr>
          <p:nvPr/>
        </p:nvSpPr>
        <p:spPr bwMode="auto">
          <a:xfrm>
            <a:off x="5957888" y="4976813"/>
            <a:ext cx="2667000" cy="1524000"/>
          </a:xfrm>
          <a:custGeom>
            <a:avLst/>
            <a:gdLst>
              <a:gd name="T0" fmla="*/ 2147483646 w 2648"/>
              <a:gd name="T1" fmla="*/ 2147483646 h 1184"/>
              <a:gd name="T2" fmla="*/ 2147483646 w 2648"/>
              <a:gd name="T3" fmla="*/ 2147483646 h 1184"/>
              <a:gd name="T4" fmla="*/ 2147483646 w 2648"/>
              <a:gd name="T5" fmla="*/ 2147483646 h 1184"/>
              <a:gd name="T6" fmla="*/ 2147483646 w 2648"/>
              <a:gd name="T7" fmla="*/ 2147483646 h 1184"/>
              <a:gd name="T8" fmla="*/ 2147483646 w 2648"/>
              <a:gd name="T9" fmla="*/ 2147483646 h 1184"/>
              <a:gd name="T10" fmla="*/ 2147483646 w 2648"/>
              <a:gd name="T11" fmla="*/ 2147483646 h 1184"/>
              <a:gd name="T12" fmla="*/ 2147483646 w 2648"/>
              <a:gd name="T13" fmla="*/ 2147483646 h 1184"/>
              <a:gd name="T14" fmla="*/ 2147483646 w 2648"/>
              <a:gd name="T15" fmla="*/ 2147483646 h 1184"/>
              <a:gd name="T16" fmla="*/ 2147483646 w 2648"/>
              <a:gd name="T17" fmla="*/ 2147483646 h 1184"/>
              <a:gd name="T18" fmla="*/ 2147483646 w 2648"/>
              <a:gd name="T19" fmla="*/ 2147483646 h 1184"/>
              <a:gd name="T20" fmla="*/ 2147483646 w 2648"/>
              <a:gd name="T21" fmla="*/ 2147483646 h 1184"/>
              <a:gd name="T22" fmla="*/ 2147483646 w 2648"/>
              <a:gd name="T23" fmla="*/ 2147483646 h 1184"/>
              <a:gd name="T24" fmla="*/ 2147483646 w 2648"/>
              <a:gd name="T25" fmla="*/ 2147483646 h 1184"/>
              <a:gd name="T26" fmla="*/ 2147483646 w 2648"/>
              <a:gd name="T27" fmla="*/ 2147483646 h 1184"/>
              <a:gd name="T28" fmla="*/ 2147483646 w 2648"/>
              <a:gd name="T29" fmla="*/ 2147483646 h 118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2648"/>
              <a:gd name="T46" fmla="*/ 0 h 1184"/>
              <a:gd name="T47" fmla="*/ 2648 w 2648"/>
              <a:gd name="T48" fmla="*/ 1184 h 1184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2648" h="1184">
                <a:moveTo>
                  <a:pt x="112" y="208"/>
                </a:moveTo>
                <a:cubicBezTo>
                  <a:pt x="48" y="240"/>
                  <a:pt x="24" y="256"/>
                  <a:pt x="16" y="304"/>
                </a:cubicBezTo>
                <a:cubicBezTo>
                  <a:pt x="8" y="352"/>
                  <a:pt x="0" y="424"/>
                  <a:pt x="64" y="496"/>
                </a:cubicBezTo>
                <a:cubicBezTo>
                  <a:pt x="128" y="568"/>
                  <a:pt x="328" y="664"/>
                  <a:pt x="400" y="736"/>
                </a:cubicBezTo>
                <a:cubicBezTo>
                  <a:pt x="472" y="808"/>
                  <a:pt x="464" y="880"/>
                  <a:pt x="496" y="928"/>
                </a:cubicBezTo>
                <a:cubicBezTo>
                  <a:pt x="528" y="976"/>
                  <a:pt x="544" y="992"/>
                  <a:pt x="592" y="1024"/>
                </a:cubicBezTo>
                <a:cubicBezTo>
                  <a:pt x="640" y="1056"/>
                  <a:pt x="672" y="1096"/>
                  <a:pt x="784" y="1120"/>
                </a:cubicBezTo>
                <a:cubicBezTo>
                  <a:pt x="896" y="1144"/>
                  <a:pt x="1032" y="1184"/>
                  <a:pt x="1264" y="1168"/>
                </a:cubicBezTo>
                <a:cubicBezTo>
                  <a:pt x="1496" y="1152"/>
                  <a:pt x="1952" y="1152"/>
                  <a:pt x="2176" y="1024"/>
                </a:cubicBezTo>
                <a:cubicBezTo>
                  <a:pt x="2400" y="896"/>
                  <a:pt x="2568" y="544"/>
                  <a:pt x="2608" y="400"/>
                </a:cubicBezTo>
                <a:cubicBezTo>
                  <a:pt x="2648" y="256"/>
                  <a:pt x="2536" y="224"/>
                  <a:pt x="2416" y="160"/>
                </a:cubicBezTo>
                <a:cubicBezTo>
                  <a:pt x="2296" y="96"/>
                  <a:pt x="2136" y="32"/>
                  <a:pt x="1888" y="16"/>
                </a:cubicBezTo>
                <a:cubicBezTo>
                  <a:pt x="1640" y="0"/>
                  <a:pt x="1176" y="48"/>
                  <a:pt x="928" y="64"/>
                </a:cubicBezTo>
                <a:cubicBezTo>
                  <a:pt x="680" y="80"/>
                  <a:pt x="536" y="88"/>
                  <a:pt x="400" y="112"/>
                </a:cubicBezTo>
                <a:cubicBezTo>
                  <a:pt x="264" y="136"/>
                  <a:pt x="176" y="176"/>
                  <a:pt x="112" y="208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48" name="Oval 28">
            <a:extLst>
              <a:ext uri="{FF2B5EF4-FFF2-40B4-BE49-F238E27FC236}">
                <a16:creationId xmlns:a16="http://schemas.microsoft.com/office/drawing/2014/main" id="{F5962E0F-7294-C73E-93D8-98E720AC4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5434013"/>
            <a:ext cx="152400" cy="1524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5549" name="Line 29">
            <a:extLst>
              <a:ext uri="{FF2B5EF4-FFF2-40B4-BE49-F238E27FC236}">
                <a16:creationId xmlns:a16="http://schemas.microsoft.com/office/drawing/2014/main" id="{12088B68-3505-AB4A-2080-166E074213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1288" y="5510213"/>
            <a:ext cx="1371600" cy="9144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50" name="Oval 30">
            <a:extLst>
              <a:ext uri="{FF2B5EF4-FFF2-40B4-BE49-F238E27FC236}">
                <a16:creationId xmlns:a16="http://schemas.microsoft.com/office/drawing/2014/main" id="{71D94A4D-0C91-F6CE-177D-017788F7B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6688" y="6348413"/>
            <a:ext cx="152400" cy="152400"/>
          </a:xfrm>
          <a:prstGeom prst="ellipse">
            <a:avLst/>
          </a:prstGeom>
          <a:solidFill>
            <a:srgbClr val="00CC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35551" name="Object 12">
            <a:extLst>
              <a:ext uri="{FF2B5EF4-FFF2-40B4-BE49-F238E27FC236}">
                <a16:creationId xmlns:a16="http://schemas.microsoft.com/office/drawing/2014/main" id="{FBC5F4A8-8FED-C53F-F9EC-AE3FF92620F4}"/>
              </a:ext>
            </a:extLst>
          </p:cNvPr>
          <p:cNvGraphicFramePr>
            <a:graphicFrameLocks/>
          </p:cNvGraphicFramePr>
          <p:nvPr/>
        </p:nvGraphicFramePr>
        <p:xfrm>
          <a:off x="6149975" y="5329238"/>
          <a:ext cx="20161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3129" imgH="266839" progId="Equation.3">
                  <p:embed/>
                </p:oleObj>
              </mc:Choice>
              <mc:Fallback>
                <p:oleObj name="Equation" r:id="rId16" imgW="183129" imgH="266839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9975" y="5329238"/>
                        <a:ext cx="20161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2" name="Object 13">
            <a:extLst>
              <a:ext uri="{FF2B5EF4-FFF2-40B4-BE49-F238E27FC236}">
                <a16:creationId xmlns:a16="http://schemas.microsoft.com/office/drawing/2014/main" id="{73DA409F-ED03-D979-62FB-8E566F7B9FD0}"/>
              </a:ext>
            </a:extLst>
          </p:cNvPr>
          <p:cNvGraphicFramePr>
            <a:graphicFrameLocks/>
          </p:cNvGraphicFramePr>
          <p:nvPr/>
        </p:nvGraphicFramePr>
        <p:xfrm>
          <a:off x="7989888" y="5240338"/>
          <a:ext cx="2794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59267" imgH="320206" progId="Equation.3">
                  <p:embed/>
                </p:oleObj>
              </mc:Choice>
              <mc:Fallback>
                <p:oleObj name="Equation" r:id="rId23" imgW="259267" imgH="320206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9888" y="5240338"/>
                        <a:ext cx="279400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3" name="Object 14">
            <a:extLst>
              <a:ext uri="{FF2B5EF4-FFF2-40B4-BE49-F238E27FC236}">
                <a16:creationId xmlns:a16="http://schemas.microsoft.com/office/drawing/2014/main" id="{C737B0A9-AB5D-05C2-0CAC-14121AFFBB7C}"/>
              </a:ext>
            </a:extLst>
          </p:cNvPr>
          <p:cNvGraphicFramePr>
            <a:graphicFrameLocks/>
          </p:cNvGraphicFramePr>
          <p:nvPr/>
        </p:nvGraphicFramePr>
        <p:xfrm>
          <a:off x="7789863" y="3449638"/>
          <a:ext cx="215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90593" imgH="243895" progId="Equation.3">
                  <p:embed/>
                </p:oleObj>
              </mc:Choice>
              <mc:Fallback>
                <p:oleObj name="Equation" r:id="rId25" imgW="190593" imgH="243895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9863" y="3449638"/>
                        <a:ext cx="215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4" name="Object 15">
            <a:extLst>
              <a:ext uri="{FF2B5EF4-FFF2-40B4-BE49-F238E27FC236}">
                <a16:creationId xmlns:a16="http://schemas.microsoft.com/office/drawing/2014/main" id="{C3322A5F-A9C3-498D-41B3-C47493B7AA14}"/>
              </a:ext>
            </a:extLst>
          </p:cNvPr>
          <p:cNvGraphicFramePr>
            <a:graphicFrameLocks/>
          </p:cNvGraphicFramePr>
          <p:nvPr/>
        </p:nvGraphicFramePr>
        <p:xfrm>
          <a:off x="6923088" y="6013450"/>
          <a:ext cx="215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90593" imgH="243895" progId="Equation.3">
                  <p:embed/>
                </p:oleObj>
              </mc:Choice>
              <mc:Fallback>
                <p:oleObj name="Equation" r:id="rId27" imgW="190593" imgH="243895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088" y="6013450"/>
                        <a:ext cx="215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5" name="Object 16">
            <a:extLst>
              <a:ext uri="{FF2B5EF4-FFF2-40B4-BE49-F238E27FC236}">
                <a16:creationId xmlns:a16="http://schemas.microsoft.com/office/drawing/2014/main" id="{76846A10-8D83-09C6-8D0C-0232C78155E8}"/>
              </a:ext>
            </a:extLst>
          </p:cNvPr>
          <p:cNvGraphicFramePr>
            <a:graphicFrameLocks/>
          </p:cNvGraphicFramePr>
          <p:nvPr/>
        </p:nvGraphicFramePr>
        <p:xfrm>
          <a:off x="7516813" y="4597400"/>
          <a:ext cx="25558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28413" imgH="266839" progId="Equation.3">
                  <p:embed/>
                </p:oleObj>
              </mc:Choice>
              <mc:Fallback>
                <p:oleObj name="Equation" r:id="rId29" imgW="228413" imgH="266839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6813" y="4597400"/>
                        <a:ext cx="255587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6" name="Line 36">
            <a:extLst>
              <a:ext uri="{FF2B5EF4-FFF2-40B4-BE49-F238E27FC236}">
                <a16:creationId xmlns:a16="http://schemas.microsoft.com/office/drawing/2014/main" id="{CFE2E7D8-99DC-88DE-B1E1-4466AAB539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7488" y="5510213"/>
            <a:ext cx="1752600" cy="5334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5557" name="Object 17">
            <a:extLst>
              <a:ext uri="{FF2B5EF4-FFF2-40B4-BE49-F238E27FC236}">
                <a16:creationId xmlns:a16="http://schemas.microsoft.com/office/drawing/2014/main" id="{747CDA62-A588-F06A-DD09-5FAE90496488}"/>
              </a:ext>
            </a:extLst>
          </p:cNvPr>
          <p:cNvGraphicFramePr>
            <a:graphicFrameLocks/>
          </p:cNvGraphicFramePr>
          <p:nvPr/>
        </p:nvGraphicFramePr>
        <p:xfrm>
          <a:off x="7456488" y="5392738"/>
          <a:ext cx="2921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66731" imgH="297263" progId="Equation.3">
                  <p:embed/>
                </p:oleObj>
              </mc:Choice>
              <mc:Fallback>
                <p:oleObj name="Equation" r:id="rId31" imgW="266731" imgH="297263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6488" y="5392738"/>
                        <a:ext cx="2921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8" name="Object 18">
            <a:extLst>
              <a:ext uri="{FF2B5EF4-FFF2-40B4-BE49-F238E27FC236}">
                <a16:creationId xmlns:a16="http://schemas.microsoft.com/office/drawing/2014/main" id="{450359F0-85E4-C178-A9BC-98D14A8F91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2288" y="5129213"/>
          <a:ext cx="3905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05522" imgH="183046" progId="Equation.3">
                  <p:embed/>
                </p:oleObj>
              </mc:Choice>
              <mc:Fallback>
                <p:oleObj name="Equation" r:id="rId33" imgW="205522" imgH="18304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2288" y="5129213"/>
                        <a:ext cx="3905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9" name="AutoShape 39">
            <a:extLst>
              <a:ext uri="{FF2B5EF4-FFF2-40B4-BE49-F238E27FC236}">
                <a16:creationId xmlns:a16="http://schemas.microsoft.com/office/drawing/2014/main" id="{664ED6E8-F05A-AC8C-3C3C-C6CF70252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2688" y="2944813"/>
            <a:ext cx="457200" cy="152400"/>
          </a:xfrm>
          <a:prstGeom prst="lef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5560" name="AutoShape 40">
            <a:extLst>
              <a:ext uri="{FF2B5EF4-FFF2-40B4-BE49-F238E27FC236}">
                <a16:creationId xmlns:a16="http://schemas.microsoft.com/office/drawing/2014/main" id="{27A8EB12-A47D-A691-ACB1-3004DB89D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9488" y="4922838"/>
            <a:ext cx="457200" cy="152400"/>
          </a:xfrm>
          <a:prstGeom prst="lef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5561" name="Line 41">
            <a:extLst>
              <a:ext uri="{FF2B5EF4-FFF2-40B4-BE49-F238E27FC236}">
                <a16:creationId xmlns:a16="http://schemas.microsoft.com/office/drawing/2014/main" id="{8C98705A-B4B0-FCAE-6982-14BCBC25C49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4688" y="5510213"/>
            <a:ext cx="0" cy="2286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2" name="Rectangle 42">
            <a:extLst>
              <a:ext uri="{FF2B5EF4-FFF2-40B4-BE49-F238E27FC236}">
                <a16:creationId xmlns:a16="http://schemas.microsoft.com/office/drawing/2014/main" id="{DE7FDD15-C87C-6498-C182-39080A4D1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213" y="2133600"/>
            <a:ext cx="107950" cy="1600200"/>
          </a:xfrm>
          <a:prstGeom prst="rect">
            <a:avLst/>
          </a:prstGeom>
          <a:gradFill rotWithShape="0">
            <a:gsLst>
              <a:gs pos="0">
                <a:srgbClr val="66FFFF"/>
              </a:gs>
              <a:gs pos="100000">
                <a:srgbClr val="2F767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35563" name="Object 19">
            <a:extLst>
              <a:ext uri="{FF2B5EF4-FFF2-40B4-BE49-F238E27FC236}">
                <a16:creationId xmlns:a16="http://schemas.microsoft.com/office/drawing/2014/main" id="{B99181EF-13B0-D6DE-89A6-A9D458DC066D}"/>
              </a:ext>
            </a:extLst>
          </p:cNvPr>
          <p:cNvGraphicFramePr>
            <a:graphicFrameLocks/>
          </p:cNvGraphicFramePr>
          <p:nvPr/>
        </p:nvGraphicFramePr>
        <p:xfrm>
          <a:off x="8142288" y="6230938"/>
          <a:ext cx="392112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373224" imgH="343149" progId="Equation.3">
                  <p:embed/>
                </p:oleObj>
              </mc:Choice>
              <mc:Fallback>
                <p:oleObj name="Equation" r:id="rId35" imgW="373224" imgH="343149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2288" y="6230938"/>
                        <a:ext cx="392112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3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3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3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2" dur="500"/>
                                        <p:tgtEl>
                                          <p:spTgt spid="235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5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5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9" dur="500"/>
                                        <p:tgtEl>
                                          <p:spTgt spid="23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5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5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2000"/>
                                        <p:tgtEl>
                                          <p:spTgt spid="23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23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23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23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23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5" dur="500"/>
                                        <p:tgtEl>
                                          <p:spTgt spid="23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35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35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9" dur="500"/>
                                        <p:tgtEl>
                                          <p:spTgt spid="23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1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53" dur="500"/>
                                        <p:tgtEl>
                                          <p:spTgt spid="23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3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2000"/>
                                        <p:tgtEl>
                                          <p:spTgt spid="23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2000"/>
                                        <p:tgtEl>
                                          <p:spTgt spid="235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2000"/>
                                        <p:tgtEl>
                                          <p:spTgt spid="235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23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2000"/>
                                        <p:tgtEl>
                                          <p:spTgt spid="235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4" grpId="0" autoUpdateAnimBg="0"/>
      <p:bldP spid="235525" grpId="0" autoUpdateAnimBg="0"/>
      <p:bldP spid="235526" grpId="0" autoUpdateAnimBg="0"/>
      <p:bldP spid="235528" grpId="0" autoUpdateAnimBg="0"/>
      <p:bldP spid="235529" grpId="0" autoUpdateAnimBg="0"/>
      <p:bldP spid="235531" grpId="0" autoUpdateAnimBg="0"/>
      <p:bldP spid="235537" grpId="0" autoUpdateAnimBg="0"/>
      <p:bldP spid="235538" grpId="0" animBg="1"/>
      <p:bldP spid="235541" grpId="0" animBg="1"/>
      <p:bldP spid="235545" grpId="0" animBg="1"/>
      <p:bldP spid="235548" grpId="0" animBg="1"/>
      <p:bldP spid="235550" grpId="0" animBg="1"/>
      <p:bldP spid="235559" grpId="0" animBg="1"/>
      <p:bldP spid="235560" grpId="0" animBg="1"/>
      <p:bldP spid="2355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Text Box 2">
            <a:extLst>
              <a:ext uri="{FF2B5EF4-FFF2-40B4-BE49-F238E27FC236}">
                <a16:creationId xmlns:a16="http://schemas.microsoft.com/office/drawing/2014/main" id="{989C59B9-7974-3AFC-76A2-5C1D48F68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3" y="1676400"/>
            <a:ext cx="4484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  <a:cs typeface="Times New Roman" panose="02020603050405020304" pitchFamily="18" charset="0"/>
              </a:rPr>
              <a:t>•  </a:t>
            </a:r>
            <a:r>
              <a:rPr lang="zh-CN" altLang="en-US">
                <a:solidFill>
                  <a:srgbClr val="66FFFF"/>
                </a:solidFill>
              </a:rPr>
              <a:t>若环路中不包围电流的情况？</a:t>
            </a:r>
            <a:endParaRPr lang="zh-CN" altLang="en-US" b="0">
              <a:solidFill>
                <a:srgbClr val="66FFFF"/>
              </a:solidFill>
            </a:endParaRPr>
          </a:p>
        </p:txBody>
      </p:sp>
      <p:sp>
        <p:nvSpPr>
          <p:cNvPr id="234499" name="AutoShape 3">
            <a:extLst>
              <a:ext uri="{FF2B5EF4-FFF2-40B4-BE49-F238E27FC236}">
                <a16:creationId xmlns:a16="http://schemas.microsoft.com/office/drawing/2014/main" id="{87CE83BB-5D14-0533-6E54-67F244094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5675" y="3048000"/>
            <a:ext cx="2936875" cy="914400"/>
          </a:xfrm>
          <a:prstGeom prst="parallelogram">
            <a:avLst>
              <a:gd name="adj" fmla="val 80295"/>
            </a:avLst>
          </a:prstGeom>
          <a:gradFill rotWithShape="0">
            <a:gsLst>
              <a:gs pos="0">
                <a:srgbClr val="007676"/>
              </a:gs>
              <a:gs pos="100000">
                <a:srgbClr val="00FFFF"/>
              </a:gs>
            </a:gsLst>
            <a:lin ang="5400000" scaled="1"/>
          </a:gra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4500" name="Rectangle 4">
            <a:extLst>
              <a:ext uri="{FF2B5EF4-FFF2-40B4-BE49-F238E27FC236}">
                <a16:creationId xmlns:a16="http://schemas.microsoft.com/office/drawing/2014/main" id="{E8A714DB-65D0-E49C-B040-DFCAC81BD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8950" y="2111375"/>
            <a:ext cx="146050" cy="1546225"/>
          </a:xfrm>
          <a:prstGeom prst="rect">
            <a:avLst/>
          </a:prstGeom>
          <a:gradFill rotWithShape="0">
            <a:gsLst>
              <a:gs pos="0">
                <a:srgbClr val="99CC00"/>
              </a:gs>
              <a:gs pos="100000">
                <a:srgbClr val="475E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4501" name="Rectangle 5">
            <a:extLst>
              <a:ext uri="{FF2B5EF4-FFF2-40B4-BE49-F238E27FC236}">
                <a16:creationId xmlns:a16="http://schemas.microsoft.com/office/drawing/2014/main" id="{2EC2F8A5-4B34-4831-E456-BFB2DEAF4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8950" y="3963988"/>
            <a:ext cx="146050" cy="403225"/>
          </a:xfrm>
          <a:prstGeom prst="rect">
            <a:avLst/>
          </a:prstGeom>
          <a:gradFill rotWithShape="0">
            <a:gsLst>
              <a:gs pos="0">
                <a:srgbClr val="99CC00"/>
              </a:gs>
              <a:gs pos="100000">
                <a:srgbClr val="475E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4502" name="Freeform 6">
            <a:extLst>
              <a:ext uri="{FF2B5EF4-FFF2-40B4-BE49-F238E27FC236}">
                <a16:creationId xmlns:a16="http://schemas.microsoft.com/office/drawing/2014/main" id="{B6EE5CBB-7998-504C-7699-E828403BA3BF}"/>
              </a:ext>
            </a:extLst>
          </p:cNvPr>
          <p:cNvSpPr>
            <a:spLocks/>
          </p:cNvSpPr>
          <p:nvPr/>
        </p:nvSpPr>
        <p:spPr bwMode="auto">
          <a:xfrm>
            <a:off x="5821363" y="3152775"/>
            <a:ext cx="1371600" cy="657225"/>
          </a:xfrm>
          <a:custGeom>
            <a:avLst/>
            <a:gdLst>
              <a:gd name="T0" fmla="*/ 2147483646 w 1592"/>
              <a:gd name="T1" fmla="*/ 2147483646 h 1432"/>
              <a:gd name="T2" fmla="*/ 2147483646 w 1592"/>
              <a:gd name="T3" fmla="*/ 2147483646 h 1432"/>
              <a:gd name="T4" fmla="*/ 2147483646 w 1592"/>
              <a:gd name="T5" fmla="*/ 2147483646 h 1432"/>
              <a:gd name="T6" fmla="*/ 2147483646 w 1592"/>
              <a:gd name="T7" fmla="*/ 2147483646 h 1432"/>
              <a:gd name="T8" fmla="*/ 2147483646 w 1592"/>
              <a:gd name="T9" fmla="*/ 2147483646 h 1432"/>
              <a:gd name="T10" fmla="*/ 2147483646 w 1592"/>
              <a:gd name="T11" fmla="*/ 2147483646 h 1432"/>
              <a:gd name="T12" fmla="*/ 2147483646 w 1592"/>
              <a:gd name="T13" fmla="*/ 2147483646 h 1432"/>
              <a:gd name="T14" fmla="*/ 2147483646 w 1592"/>
              <a:gd name="T15" fmla="*/ 2147483646 h 1432"/>
              <a:gd name="T16" fmla="*/ 2147483646 w 1592"/>
              <a:gd name="T17" fmla="*/ 2147483646 h 1432"/>
              <a:gd name="T18" fmla="*/ 2147483646 w 1592"/>
              <a:gd name="T19" fmla="*/ 2147483646 h 1432"/>
              <a:gd name="T20" fmla="*/ 2147483646 w 1592"/>
              <a:gd name="T21" fmla="*/ 2147483646 h 1432"/>
              <a:gd name="T22" fmla="*/ 2147483646 w 1592"/>
              <a:gd name="T23" fmla="*/ 2147483646 h 1432"/>
              <a:gd name="T24" fmla="*/ 2147483646 w 1592"/>
              <a:gd name="T25" fmla="*/ 2147483646 h 143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592"/>
              <a:gd name="T40" fmla="*/ 0 h 1432"/>
              <a:gd name="T41" fmla="*/ 1592 w 1592"/>
              <a:gd name="T42" fmla="*/ 1432 h 143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592" h="1432">
                <a:moveTo>
                  <a:pt x="1312" y="80"/>
                </a:moveTo>
                <a:cubicBezTo>
                  <a:pt x="1232" y="96"/>
                  <a:pt x="1168" y="112"/>
                  <a:pt x="1072" y="128"/>
                </a:cubicBezTo>
                <a:cubicBezTo>
                  <a:pt x="976" y="144"/>
                  <a:pt x="872" y="112"/>
                  <a:pt x="736" y="176"/>
                </a:cubicBezTo>
                <a:cubicBezTo>
                  <a:pt x="600" y="240"/>
                  <a:pt x="376" y="368"/>
                  <a:pt x="256" y="512"/>
                </a:cubicBezTo>
                <a:cubicBezTo>
                  <a:pt x="136" y="656"/>
                  <a:pt x="32" y="896"/>
                  <a:pt x="16" y="1040"/>
                </a:cubicBezTo>
                <a:cubicBezTo>
                  <a:pt x="0" y="1184"/>
                  <a:pt x="56" y="1320"/>
                  <a:pt x="160" y="1376"/>
                </a:cubicBezTo>
                <a:cubicBezTo>
                  <a:pt x="264" y="1432"/>
                  <a:pt x="520" y="1424"/>
                  <a:pt x="640" y="1376"/>
                </a:cubicBezTo>
                <a:cubicBezTo>
                  <a:pt x="760" y="1328"/>
                  <a:pt x="792" y="1192"/>
                  <a:pt x="880" y="1088"/>
                </a:cubicBezTo>
                <a:cubicBezTo>
                  <a:pt x="968" y="984"/>
                  <a:pt x="1080" y="840"/>
                  <a:pt x="1168" y="752"/>
                </a:cubicBezTo>
                <a:cubicBezTo>
                  <a:pt x="1256" y="664"/>
                  <a:pt x="1344" y="640"/>
                  <a:pt x="1408" y="560"/>
                </a:cubicBezTo>
                <a:cubicBezTo>
                  <a:pt x="1472" y="480"/>
                  <a:pt x="1528" y="360"/>
                  <a:pt x="1552" y="272"/>
                </a:cubicBezTo>
                <a:cubicBezTo>
                  <a:pt x="1576" y="184"/>
                  <a:pt x="1592" y="64"/>
                  <a:pt x="1552" y="32"/>
                </a:cubicBezTo>
                <a:cubicBezTo>
                  <a:pt x="1512" y="0"/>
                  <a:pt x="1392" y="64"/>
                  <a:pt x="1312" y="80"/>
                </a:cubicBezTo>
                <a:close/>
              </a:path>
            </a:pathLst>
          </a:custGeom>
          <a:noFill/>
          <a:ln w="28575">
            <a:solidFill>
              <a:srgbClr val="9933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4503" name="Object 2">
            <a:extLst>
              <a:ext uri="{FF2B5EF4-FFF2-40B4-BE49-F238E27FC236}">
                <a16:creationId xmlns:a16="http://schemas.microsoft.com/office/drawing/2014/main" id="{C2B8BDFC-457B-121D-3FDF-1A592E697A44}"/>
              </a:ext>
            </a:extLst>
          </p:cNvPr>
          <p:cNvGraphicFramePr>
            <a:graphicFrameLocks/>
          </p:cNvGraphicFramePr>
          <p:nvPr/>
        </p:nvGraphicFramePr>
        <p:xfrm>
          <a:off x="6019800" y="2209800"/>
          <a:ext cx="20161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3129" imgH="266839" progId="Equation.3">
                  <p:embed/>
                </p:oleObj>
              </mc:Choice>
              <mc:Fallback>
                <p:oleObj name="Equation" r:id="rId2" imgW="183129" imgH="266839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209800"/>
                        <a:ext cx="20161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04" name="Line 8">
            <a:extLst>
              <a:ext uri="{FF2B5EF4-FFF2-40B4-BE49-F238E27FC236}">
                <a16:creationId xmlns:a16="http://schemas.microsoft.com/office/drawing/2014/main" id="{60E1460F-4E81-4A70-2C17-FB5A4E0284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56288" y="2035175"/>
            <a:ext cx="0" cy="6096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4505" name="Object 3">
            <a:extLst>
              <a:ext uri="{FF2B5EF4-FFF2-40B4-BE49-F238E27FC236}">
                <a16:creationId xmlns:a16="http://schemas.microsoft.com/office/drawing/2014/main" id="{F1418D72-7247-B9AE-50AC-5418E547AF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9575" y="3429000"/>
          <a:ext cx="3444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456" imgH="144641" progId="Equation.3">
                  <p:embed/>
                </p:oleObj>
              </mc:Choice>
              <mc:Fallback>
                <p:oleObj name="Equation" r:id="rId4" imgW="114456" imgH="14464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9575" y="3429000"/>
                        <a:ext cx="34448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06" name="Text Box 10">
            <a:extLst>
              <a:ext uri="{FF2B5EF4-FFF2-40B4-BE49-F238E27FC236}">
                <a16:creationId xmlns:a16="http://schemas.microsoft.com/office/drawing/2014/main" id="{3828C6EA-D5C2-169C-F936-95EAB30F0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3" y="304800"/>
            <a:ext cx="4484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  <a:cs typeface="Times New Roman" panose="02020603050405020304" pitchFamily="18" charset="0"/>
              </a:rPr>
              <a:t>•  </a:t>
            </a:r>
            <a:r>
              <a:rPr lang="zh-CN" altLang="en-US">
                <a:solidFill>
                  <a:srgbClr val="66FFFF"/>
                </a:solidFill>
              </a:rPr>
              <a:t>若环路方向反向，情况如何？</a:t>
            </a:r>
            <a:endParaRPr lang="zh-CN" altLang="en-US" b="0">
              <a:solidFill>
                <a:srgbClr val="66FFFF"/>
              </a:solidFill>
            </a:endParaRPr>
          </a:p>
        </p:txBody>
      </p:sp>
      <p:sp>
        <p:nvSpPr>
          <p:cNvPr id="234507" name="Freeform 11">
            <a:extLst>
              <a:ext uri="{FF2B5EF4-FFF2-40B4-BE49-F238E27FC236}">
                <a16:creationId xmlns:a16="http://schemas.microsoft.com/office/drawing/2014/main" id="{064A9656-2A3D-6EA9-BEF3-30EB0C9813F7}"/>
              </a:ext>
            </a:extLst>
          </p:cNvPr>
          <p:cNvSpPr>
            <a:spLocks/>
          </p:cNvSpPr>
          <p:nvPr/>
        </p:nvSpPr>
        <p:spPr bwMode="auto">
          <a:xfrm>
            <a:off x="6102350" y="474663"/>
            <a:ext cx="2667000" cy="1524000"/>
          </a:xfrm>
          <a:custGeom>
            <a:avLst/>
            <a:gdLst>
              <a:gd name="T0" fmla="*/ 2147483646 w 2648"/>
              <a:gd name="T1" fmla="*/ 2147483646 h 1184"/>
              <a:gd name="T2" fmla="*/ 2147483646 w 2648"/>
              <a:gd name="T3" fmla="*/ 2147483646 h 1184"/>
              <a:gd name="T4" fmla="*/ 2147483646 w 2648"/>
              <a:gd name="T5" fmla="*/ 2147483646 h 1184"/>
              <a:gd name="T6" fmla="*/ 2147483646 w 2648"/>
              <a:gd name="T7" fmla="*/ 2147483646 h 1184"/>
              <a:gd name="T8" fmla="*/ 2147483646 w 2648"/>
              <a:gd name="T9" fmla="*/ 2147483646 h 1184"/>
              <a:gd name="T10" fmla="*/ 2147483646 w 2648"/>
              <a:gd name="T11" fmla="*/ 2147483646 h 1184"/>
              <a:gd name="T12" fmla="*/ 2147483646 w 2648"/>
              <a:gd name="T13" fmla="*/ 2147483646 h 1184"/>
              <a:gd name="T14" fmla="*/ 2147483646 w 2648"/>
              <a:gd name="T15" fmla="*/ 2147483646 h 1184"/>
              <a:gd name="T16" fmla="*/ 2147483646 w 2648"/>
              <a:gd name="T17" fmla="*/ 2147483646 h 1184"/>
              <a:gd name="T18" fmla="*/ 2147483646 w 2648"/>
              <a:gd name="T19" fmla="*/ 2147483646 h 1184"/>
              <a:gd name="T20" fmla="*/ 2147483646 w 2648"/>
              <a:gd name="T21" fmla="*/ 2147483646 h 1184"/>
              <a:gd name="T22" fmla="*/ 2147483646 w 2648"/>
              <a:gd name="T23" fmla="*/ 2147483646 h 1184"/>
              <a:gd name="T24" fmla="*/ 2147483646 w 2648"/>
              <a:gd name="T25" fmla="*/ 2147483646 h 1184"/>
              <a:gd name="T26" fmla="*/ 2147483646 w 2648"/>
              <a:gd name="T27" fmla="*/ 2147483646 h 1184"/>
              <a:gd name="T28" fmla="*/ 2147483646 w 2648"/>
              <a:gd name="T29" fmla="*/ 2147483646 h 118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2648"/>
              <a:gd name="T46" fmla="*/ 0 h 1184"/>
              <a:gd name="T47" fmla="*/ 2648 w 2648"/>
              <a:gd name="T48" fmla="*/ 1184 h 1184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2648" h="1184">
                <a:moveTo>
                  <a:pt x="112" y="208"/>
                </a:moveTo>
                <a:cubicBezTo>
                  <a:pt x="48" y="240"/>
                  <a:pt x="24" y="256"/>
                  <a:pt x="16" y="304"/>
                </a:cubicBezTo>
                <a:cubicBezTo>
                  <a:pt x="8" y="352"/>
                  <a:pt x="0" y="424"/>
                  <a:pt x="64" y="496"/>
                </a:cubicBezTo>
                <a:cubicBezTo>
                  <a:pt x="128" y="568"/>
                  <a:pt x="328" y="664"/>
                  <a:pt x="400" y="736"/>
                </a:cubicBezTo>
                <a:cubicBezTo>
                  <a:pt x="472" y="808"/>
                  <a:pt x="464" y="880"/>
                  <a:pt x="496" y="928"/>
                </a:cubicBezTo>
                <a:cubicBezTo>
                  <a:pt x="528" y="976"/>
                  <a:pt x="544" y="992"/>
                  <a:pt x="592" y="1024"/>
                </a:cubicBezTo>
                <a:cubicBezTo>
                  <a:pt x="640" y="1056"/>
                  <a:pt x="672" y="1096"/>
                  <a:pt x="784" y="1120"/>
                </a:cubicBezTo>
                <a:cubicBezTo>
                  <a:pt x="896" y="1144"/>
                  <a:pt x="1032" y="1184"/>
                  <a:pt x="1264" y="1168"/>
                </a:cubicBezTo>
                <a:cubicBezTo>
                  <a:pt x="1496" y="1152"/>
                  <a:pt x="1952" y="1152"/>
                  <a:pt x="2176" y="1024"/>
                </a:cubicBezTo>
                <a:cubicBezTo>
                  <a:pt x="2400" y="896"/>
                  <a:pt x="2568" y="544"/>
                  <a:pt x="2608" y="400"/>
                </a:cubicBezTo>
                <a:cubicBezTo>
                  <a:pt x="2648" y="256"/>
                  <a:pt x="2536" y="224"/>
                  <a:pt x="2416" y="160"/>
                </a:cubicBezTo>
                <a:cubicBezTo>
                  <a:pt x="2296" y="96"/>
                  <a:pt x="2136" y="32"/>
                  <a:pt x="1888" y="16"/>
                </a:cubicBezTo>
                <a:cubicBezTo>
                  <a:pt x="1640" y="0"/>
                  <a:pt x="1176" y="48"/>
                  <a:pt x="928" y="64"/>
                </a:cubicBezTo>
                <a:cubicBezTo>
                  <a:pt x="680" y="80"/>
                  <a:pt x="536" y="88"/>
                  <a:pt x="400" y="112"/>
                </a:cubicBezTo>
                <a:cubicBezTo>
                  <a:pt x="264" y="136"/>
                  <a:pt x="176" y="176"/>
                  <a:pt x="112" y="208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508" name="Oval 12">
            <a:extLst>
              <a:ext uri="{FF2B5EF4-FFF2-40B4-BE49-F238E27FC236}">
                <a16:creationId xmlns:a16="http://schemas.microsoft.com/office/drawing/2014/main" id="{4DC77126-CA92-8DF6-BEBA-6786FCADA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931863"/>
            <a:ext cx="152400" cy="1524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4509" name="Line 13">
            <a:extLst>
              <a:ext uri="{FF2B5EF4-FFF2-40B4-BE49-F238E27FC236}">
                <a16:creationId xmlns:a16="http://schemas.microsoft.com/office/drawing/2014/main" id="{548836FF-105E-6058-1DA8-3B5FF3F41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5750" y="1008063"/>
            <a:ext cx="1371600" cy="9144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510" name="Oval 14">
            <a:extLst>
              <a:ext uri="{FF2B5EF4-FFF2-40B4-BE49-F238E27FC236}">
                <a16:creationId xmlns:a16="http://schemas.microsoft.com/office/drawing/2014/main" id="{57B9B226-5AC1-BEA5-FA15-2B4287761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1846263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4511" name="Line 15">
            <a:extLst>
              <a:ext uri="{FF2B5EF4-FFF2-40B4-BE49-F238E27FC236}">
                <a16:creationId xmlns:a16="http://schemas.microsoft.com/office/drawing/2014/main" id="{9FDAE9C6-5927-1A82-3AE5-AEC4D4244B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7350" y="1008063"/>
            <a:ext cx="533400" cy="9144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4512" name="Object 4">
            <a:extLst>
              <a:ext uri="{FF2B5EF4-FFF2-40B4-BE49-F238E27FC236}">
                <a16:creationId xmlns:a16="http://schemas.microsoft.com/office/drawing/2014/main" id="{572D3AFA-DC00-92FB-FF66-C7EB7AE4B5F0}"/>
              </a:ext>
            </a:extLst>
          </p:cNvPr>
          <p:cNvGraphicFramePr>
            <a:graphicFrameLocks/>
          </p:cNvGraphicFramePr>
          <p:nvPr/>
        </p:nvGraphicFramePr>
        <p:xfrm>
          <a:off x="6324600" y="838200"/>
          <a:ext cx="20161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3129" imgH="266839" progId="Equation.3">
                  <p:embed/>
                </p:oleObj>
              </mc:Choice>
              <mc:Fallback>
                <p:oleObj name="Equation" r:id="rId2" imgW="183129" imgH="26683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838200"/>
                        <a:ext cx="20161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3" name="Object 5">
            <a:extLst>
              <a:ext uri="{FF2B5EF4-FFF2-40B4-BE49-F238E27FC236}">
                <a16:creationId xmlns:a16="http://schemas.microsoft.com/office/drawing/2014/main" id="{76AF3F65-53E5-919E-E3E2-0DB793C3512A}"/>
              </a:ext>
            </a:extLst>
          </p:cNvPr>
          <p:cNvGraphicFramePr>
            <a:graphicFrameLocks/>
          </p:cNvGraphicFramePr>
          <p:nvPr/>
        </p:nvGraphicFramePr>
        <p:xfrm>
          <a:off x="8205788" y="685800"/>
          <a:ext cx="2809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9267" imgH="320206" progId="Equation.3">
                  <p:embed/>
                </p:oleObj>
              </mc:Choice>
              <mc:Fallback>
                <p:oleObj name="Equation" r:id="rId7" imgW="259267" imgH="320206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5788" y="685800"/>
                        <a:ext cx="280987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4" name="Object 6">
            <a:extLst>
              <a:ext uri="{FF2B5EF4-FFF2-40B4-BE49-F238E27FC236}">
                <a16:creationId xmlns:a16="http://schemas.microsoft.com/office/drawing/2014/main" id="{4662C2A5-D86A-FB8B-8B81-D19A606FB428}"/>
              </a:ext>
            </a:extLst>
          </p:cNvPr>
          <p:cNvGraphicFramePr>
            <a:graphicFrameLocks/>
          </p:cNvGraphicFramePr>
          <p:nvPr/>
        </p:nvGraphicFramePr>
        <p:xfrm>
          <a:off x="7620000" y="1295400"/>
          <a:ext cx="215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0593" imgH="243895" progId="Equation.3">
                  <p:embed/>
                </p:oleObj>
              </mc:Choice>
              <mc:Fallback>
                <p:oleObj name="Equation" r:id="rId9" imgW="190593" imgH="243895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1295400"/>
                        <a:ext cx="215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15" name="Line 19">
            <a:extLst>
              <a:ext uri="{FF2B5EF4-FFF2-40B4-BE49-F238E27FC236}">
                <a16:creationId xmlns:a16="http://schemas.microsoft.com/office/drawing/2014/main" id="{31A8A3FD-6547-834A-669A-7DE3E78ACE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7750" y="1922463"/>
            <a:ext cx="685800" cy="76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4516" name="Object 7">
            <a:extLst>
              <a:ext uri="{FF2B5EF4-FFF2-40B4-BE49-F238E27FC236}">
                <a16:creationId xmlns:a16="http://schemas.microsoft.com/office/drawing/2014/main" id="{C9956ACB-6234-1F99-6736-1D99FAB86E5C}"/>
              </a:ext>
            </a:extLst>
          </p:cNvPr>
          <p:cNvGraphicFramePr>
            <a:graphicFrameLocks/>
          </p:cNvGraphicFramePr>
          <p:nvPr/>
        </p:nvGraphicFramePr>
        <p:xfrm>
          <a:off x="6659563" y="260350"/>
          <a:ext cx="25558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8413" imgH="266839" progId="Equation.3">
                  <p:embed/>
                </p:oleObj>
              </mc:Choice>
              <mc:Fallback>
                <p:oleObj name="Equation" r:id="rId11" imgW="228413" imgH="266839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60350"/>
                        <a:ext cx="255587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7" name="Object 8">
            <a:extLst>
              <a:ext uri="{FF2B5EF4-FFF2-40B4-BE49-F238E27FC236}">
                <a16:creationId xmlns:a16="http://schemas.microsoft.com/office/drawing/2014/main" id="{7CF658D6-D400-4251-6E0E-C0F50FDE3324}"/>
              </a:ext>
            </a:extLst>
          </p:cNvPr>
          <p:cNvGraphicFramePr>
            <a:graphicFrameLocks/>
          </p:cNvGraphicFramePr>
          <p:nvPr/>
        </p:nvGraphicFramePr>
        <p:xfrm>
          <a:off x="7583488" y="2073275"/>
          <a:ext cx="392112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73224" imgH="343149" progId="Equation.3">
                  <p:embed/>
                </p:oleObj>
              </mc:Choice>
              <mc:Fallback>
                <p:oleObj name="Equation" r:id="rId13" imgW="373224" imgH="343149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3488" y="2073275"/>
                        <a:ext cx="392112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18" name="Line 22">
            <a:extLst>
              <a:ext uri="{FF2B5EF4-FFF2-40B4-BE49-F238E27FC236}">
                <a16:creationId xmlns:a16="http://schemas.microsoft.com/office/drawing/2014/main" id="{09BD9A48-2F71-CD7B-0D70-4E035D03BE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5750" y="1008063"/>
            <a:ext cx="762000" cy="9906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4519" name="Object 9">
            <a:extLst>
              <a:ext uri="{FF2B5EF4-FFF2-40B4-BE49-F238E27FC236}">
                <a16:creationId xmlns:a16="http://schemas.microsoft.com/office/drawing/2014/main" id="{643F300B-A1EF-F1E6-45AF-2D575CFC45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35750" y="1371600"/>
          <a:ext cx="29845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9267" imgH="281801" progId="Equation.3">
                  <p:embed/>
                </p:oleObj>
              </mc:Choice>
              <mc:Fallback>
                <p:oleObj name="Equation" r:id="rId15" imgW="259267" imgH="28180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0" y="1371600"/>
                        <a:ext cx="298450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20" name="Object 10">
            <a:extLst>
              <a:ext uri="{FF2B5EF4-FFF2-40B4-BE49-F238E27FC236}">
                <a16:creationId xmlns:a16="http://schemas.microsoft.com/office/drawing/2014/main" id="{4ECD9E89-2ECF-6240-7391-6C3093251DE8}"/>
              </a:ext>
            </a:extLst>
          </p:cNvPr>
          <p:cNvGraphicFramePr>
            <a:graphicFrameLocks/>
          </p:cNvGraphicFramePr>
          <p:nvPr/>
        </p:nvGraphicFramePr>
        <p:xfrm>
          <a:off x="7086600" y="827088"/>
          <a:ext cx="4572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34433" imgH="373574" progId="Equation.3">
                  <p:embed/>
                </p:oleObj>
              </mc:Choice>
              <mc:Fallback>
                <p:oleObj name="Equation" r:id="rId17" imgW="434433" imgH="373574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827088"/>
                        <a:ext cx="4572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21" name="AutoShape 25">
            <a:extLst>
              <a:ext uri="{FF2B5EF4-FFF2-40B4-BE49-F238E27FC236}">
                <a16:creationId xmlns:a16="http://schemas.microsoft.com/office/drawing/2014/main" id="{C10FFC45-8036-6468-276C-F0E801AE9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5788" y="465138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4522" name="Line 26">
            <a:extLst>
              <a:ext uri="{FF2B5EF4-FFF2-40B4-BE49-F238E27FC236}">
                <a16:creationId xmlns:a16="http://schemas.microsoft.com/office/drawing/2014/main" id="{A731DC17-7434-C09C-08FB-E464E59834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9150" y="1236663"/>
            <a:ext cx="76200" cy="304800"/>
          </a:xfrm>
          <a:prstGeom prst="line">
            <a:avLst/>
          </a:prstGeom>
          <a:noFill/>
          <a:ln w="222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4523" name="Object 11">
            <a:extLst>
              <a:ext uri="{FF2B5EF4-FFF2-40B4-BE49-F238E27FC236}">
                <a16:creationId xmlns:a16="http://schemas.microsoft.com/office/drawing/2014/main" id="{34484468-12B9-6D27-A31E-1395B3785A75}"/>
              </a:ext>
            </a:extLst>
          </p:cNvPr>
          <p:cNvGraphicFramePr>
            <a:graphicFrameLocks/>
          </p:cNvGraphicFramePr>
          <p:nvPr/>
        </p:nvGraphicFramePr>
        <p:xfrm>
          <a:off x="890588" y="720725"/>
          <a:ext cx="303371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009682" imgH="800017" progId="Equation.DSMT4">
                  <p:embed/>
                </p:oleObj>
              </mc:Choice>
              <mc:Fallback>
                <p:oleObj name="Equation" r:id="rId19" imgW="3009682" imgH="800017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720725"/>
                        <a:ext cx="303371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24" name="Object 12">
            <a:extLst>
              <a:ext uri="{FF2B5EF4-FFF2-40B4-BE49-F238E27FC236}">
                <a16:creationId xmlns:a16="http://schemas.microsoft.com/office/drawing/2014/main" id="{D8649603-CEA4-4B04-0050-494E2460ED6E}"/>
              </a:ext>
            </a:extLst>
          </p:cNvPr>
          <p:cNvGraphicFramePr>
            <a:graphicFrameLocks/>
          </p:cNvGraphicFramePr>
          <p:nvPr/>
        </p:nvGraphicFramePr>
        <p:xfrm>
          <a:off x="4000500" y="911225"/>
          <a:ext cx="1028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05716" imgH="411480" progId="Equation.3">
                  <p:embed/>
                </p:oleObj>
              </mc:Choice>
              <mc:Fallback>
                <p:oleObj name="Equation" r:id="rId21" imgW="1005716" imgH="411480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911225"/>
                        <a:ext cx="1028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25" name="Freeform 29">
            <a:extLst>
              <a:ext uri="{FF2B5EF4-FFF2-40B4-BE49-F238E27FC236}">
                <a16:creationId xmlns:a16="http://schemas.microsoft.com/office/drawing/2014/main" id="{A93DD833-6127-BED0-F48D-1071F0652A17}"/>
              </a:ext>
            </a:extLst>
          </p:cNvPr>
          <p:cNvSpPr>
            <a:spLocks/>
          </p:cNvSpPr>
          <p:nvPr/>
        </p:nvSpPr>
        <p:spPr bwMode="auto">
          <a:xfrm>
            <a:off x="6629400" y="4341813"/>
            <a:ext cx="1981200" cy="1828800"/>
          </a:xfrm>
          <a:custGeom>
            <a:avLst/>
            <a:gdLst>
              <a:gd name="T0" fmla="*/ 2147483646 w 1592"/>
              <a:gd name="T1" fmla="*/ 2147483646 h 1432"/>
              <a:gd name="T2" fmla="*/ 2147483646 w 1592"/>
              <a:gd name="T3" fmla="*/ 2147483646 h 1432"/>
              <a:gd name="T4" fmla="*/ 2147483646 w 1592"/>
              <a:gd name="T5" fmla="*/ 2147483646 h 1432"/>
              <a:gd name="T6" fmla="*/ 2147483646 w 1592"/>
              <a:gd name="T7" fmla="*/ 2147483646 h 1432"/>
              <a:gd name="T8" fmla="*/ 2147483646 w 1592"/>
              <a:gd name="T9" fmla="*/ 2147483646 h 1432"/>
              <a:gd name="T10" fmla="*/ 2147483646 w 1592"/>
              <a:gd name="T11" fmla="*/ 2147483646 h 1432"/>
              <a:gd name="T12" fmla="*/ 2147483646 w 1592"/>
              <a:gd name="T13" fmla="*/ 2147483646 h 1432"/>
              <a:gd name="T14" fmla="*/ 2147483646 w 1592"/>
              <a:gd name="T15" fmla="*/ 2147483646 h 1432"/>
              <a:gd name="T16" fmla="*/ 2147483646 w 1592"/>
              <a:gd name="T17" fmla="*/ 2147483646 h 1432"/>
              <a:gd name="T18" fmla="*/ 2147483646 w 1592"/>
              <a:gd name="T19" fmla="*/ 2147483646 h 1432"/>
              <a:gd name="T20" fmla="*/ 2147483646 w 1592"/>
              <a:gd name="T21" fmla="*/ 2147483646 h 1432"/>
              <a:gd name="T22" fmla="*/ 2147483646 w 1592"/>
              <a:gd name="T23" fmla="*/ 2147483646 h 1432"/>
              <a:gd name="T24" fmla="*/ 2147483646 w 1592"/>
              <a:gd name="T25" fmla="*/ 2147483646 h 143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592"/>
              <a:gd name="T40" fmla="*/ 0 h 1432"/>
              <a:gd name="T41" fmla="*/ 1592 w 1592"/>
              <a:gd name="T42" fmla="*/ 1432 h 143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592" h="1432">
                <a:moveTo>
                  <a:pt x="1312" y="80"/>
                </a:moveTo>
                <a:cubicBezTo>
                  <a:pt x="1232" y="96"/>
                  <a:pt x="1168" y="112"/>
                  <a:pt x="1072" y="128"/>
                </a:cubicBezTo>
                <a:cubicBezTo>
                  <a:pt x="976" y="144"/>
                  <a:pt x="872" y="112"/>
                  <a:pt x="736" y="176"/>
                </a:cubicBezTo>
                <a:cubicBezTo>
                  <a:pt x="600" y="240"/>
                  <a:pt x="376" y="368"/>
                  <a:pt x="256" y="512"/>
                </a:cubicBezTo>
                <a:cubicBezTo>
                  <a:pt x="136" y="656"/>
                  <a:pt x="32" y="896"/>
                  <a:pt x="16" y="1040"/>
                </a:cubicBezTo>
                <a:cubicBezTo>
                  <a:pt x="0" y="1184"/>
                  <a:pt x="56" y="1320"/>
                  <a:pt x="160" y="1376"/>
                </a:cubicBezTo>
                <a:cubicBezTo>
                  <a:pt x="264" y="1432"/>
                  <a:pt x="520" y="1424"/>
                  <a:pt x="640" y="1376"/>
                </a:cubicBezTo>
                <a:cubicBezTo>
                  <a:pt x="760" y="1328"/>
                  <a:pt x="792" y="1192"/>
                  <a:pt x="880" y="1088"/>
                </a:cubicBezTo>
                <a:cubicBezTo>
                  <a:pt x="968" y="984"/>
                  <a:pt x="1080" y="840"/>
                  <a:pt x="1168" y="752"/>
                </a:cubicBezTo>
                <a:cubicBezTo>
                  <a:pt x="1256" y="664"/>
                  <a:pt x="1344" y="640"/>
                  <a:pt x="1408" y="560"/>
                </a:cubicBezTo>
                <a:cubicBezTo>
                  <a:pt x="1472" y="480"/>
                  <a:pt x="1528" y="360"/>
                  <a:pt x="1552" y="272"/>
                </a:cubicBezTo>
                <a:cubicBezTo>
                  <a:pt x="1576" y="184"/>
                  <a:pt x="1592" y="64"/>
                  <a:pt x="1552" y="32"/>
                </a:cubicBezTo>
                <a:cubicBezTo>
                  <a:pt x="1512" y="0"/>
                  <a:pt x="1392" y="64"/>
                  <a:pt x="1312" y="80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526" name="Oval 30">
            <a:extLst>
              <a:ext uri="{FF2B5EF4-FFF2-40B4-BE49-F238E27FC236}">
                <a16:creationId xmlns:a16="http://schemas.microsoft.com/office/drawing/2014/main" id="{66B871DB-4CDA-7A8A-DA29-39BD88297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103813"/>
            <a:ext cx="152400" cy="1524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4527" name="Line 31">
            <a:extLst>
              <a:ext uri="{FF2B5EF4-FFF2-40B4-BE49-F238E27FC236}">
                <a16:creationId xmlns:a16="http://schemas.microsoft.com/office/drawing/2014/main" id="{12318D46-0ED9-E25A-46BF-394743AC32E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180013"/>
            <a:ext cx="2514600" cy="457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528" name="Line 32">
            <a:extLst>
              <a:ext uri="{FF2B5EF4-FFF2-40B4-BE49-F238E27FC236}">
                <a16:creationId xmlns:a16="http://schemas.microsoft.com/office/drawing/2014/main" id="{55DF5D09-C9D5-C380-1017-1D5597F9E0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1138" y="5103813"/>
            <a:ext cx="457200" cy="5334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4529" name="Object 13">
            <a:extLst>
              <a:ext uri="{FF2B5EF4-FFF2-40B4-BE49-F238E27FC236}">
                <a16:creationId xmlns:a16="http://schemas.microsoft.com/office/drawing/2014/main" id="{31145422-7302-4E68-23CE-1C2E717C3965}"/>
              </a:ext>
            </a:extLst>
          </p:cNvPr>
          <p:cNvGraphicFramePr>
            <a:graphicFrameLocks/>
          </p:cNvGraphicFramePr>
          <p:nvPr/>
        </p:nvGraphicFramePr>
        <p:xfrm>
          <a:off x="8077200" y="5334000"/>
          <a:ext cx="3921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73224" imgH="418961" progId="Equation.3">
                  <p:embed/>
                </p:oleObj>
              </mc:Choice>
              <mc:Fallback>
                <p:oleObj name="Equation" r:id="rId23" imgW="373224" imgH="418961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5334000"/>
                        <a:ext cx="3921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30" name="Line 34">
            <a:extLst>
              <a:ext uri="{FF2B5EF4-FFF2-40B4-BE49-F238E27FC236}">
                <a16:creationId xmlns:a16="http://schemas.microsoft.com/office/drawing/2014/main" id="{EF370027-CFBA-D757-0E6F-FF00CDB1D0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5103813"/>
            <a:ext cx="1447800" cy="762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531" name="Line 35">
            <a:extLst>
              <a:ext uri="{FF2B5EF4-FFF2-40B4-BE49-F238E27FC236}">
                <a16:creationId xmlns:a16="http://schemas.microsoft.com/office/drawing/2014/main" id="{F3FC1A10-A2DB-876D-E811-28295321C5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4570413"/>
            <a:ext cx="228600" cy="10668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532" name="Line 36">
            <a:extLst>
              <a:ext uri="{FF2B5EF4-FFF2-40B4-BE49-F238E27FC236}">
                <a16:creationId xmlns:a16="http://schemas.microsoft.com/office/drawing/2014/main" id="{D8E76876-24FF-64D3-207C-C3643557F2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4418013"/>
            <a:ext cx="0" cy="6858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533" name="Line 37">
            <a:extLst>
              <a:ext uri="{FF2B5EF4-FFF2-40B4-BE49-F238E27FC236}">
                <a16:creationId xmlns:a16="http://schemas.microsoft.com/office/drawing/2014/main" id="{C30DA9E2-DD5C-3B52-AA15-AFC8FE8E8A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05600" y="5103813"/>
            <a:ext cx="152400" cy="304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4534" name="Object 14">
            <a:extLst>
              <a:ext uri="{FF2B5EF4-FFF2-40B4-BE49-F238E27FC236}">
                <a16:creationId xmlns:a16="http://schemas.microsoft.com/office/drawing/2014/main" id="{A8D36D2E-286B-CF90-EC26-62E4D1BBCDD0}"/>
              </a:ext>
            </a:extLst>
          </p:cNvPr>
          <p:cNvGraphicFramePr>
            <a:graphicFrameLocks/>
          </p:cNvGraphicFramePr>
          <p:nvPr/>
        </p:nvGraphicFramePr>
        <p:xfrm>
          <a:off x="5257800" y="4800600"/>
          <a:ext cx="20161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83129" imgH="266839" progId="Equation.3">
                  <p:embed/>
                </p:oleObj>
              </mc:Choice>
              <mc:Fallback>
                <p:oleObj name="Equation" r:id="rId25" imgW="183129" imgH="266839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800600"/>
                        <a:ext cx="20161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35" name="Object 15">
            <a:extLst>
              <a:ext uri="{FF2B5EF4-FFF2-40B4-BE49-F238E27FC236}">
                <a16:creationId xmlns:a16="http://schemas.microsoft.com/office/drawing/2014/main" id="{DC401A4B-A43D-5F24-ED6B-1302734D9948}"/>
              </a:ext>
            </a:extLst>
          </p:cNvPr>
          <p:cNvGraphicFramePr>
            <a:graphicFrameLocks/>
          </p:cNvGraphicFramePr>
          <p:nvPr/>
        </p:nvGraphicFramePr>
        <p:xfrm>
          <a:off x="7578725" y="4606925"/>
          <a:ext cx="3317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05049" imgH="411480" progId="Equation.3">
                  <p:embed/>
                </p:oleObj>
              </mc:Choice>
              <mc:Fallback>
                <p:oleObj name="Equation" r:id="rId27" imgW="305049" imgH="411480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8725" y="4606925"/>
                        <a:ext cx="3317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36" name="Object 16">
            <a:extLst>
              <a:ext uri="{FF2B5EF4-FFF2-40B4-BE49-F238E27FC236}">
                <a16:creationId xmlns:a16="http://schemas.microsoft.com/office/drawing/2014/main" id="{FC580AF0-0796-3BEB-D0A8-02590DA06AA1}"/>
              </a:ext>
            </a:extLst>
          </p:cNvPr>
          <p:cNvGraphicFramePr>
            <a:graphicFrameLocks/>
          </p:cNvGraphicFramePr>
          <p:nvPr/>
        </p:nvGraphicFramePr>
        <p:xfrm>
          <a:off x="6376988" y="4221163"/>
          <a:ext cx="3667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342869" imgH="411480" progId="Equation.3">
                  <p:embed/>
                </p:oleObj>
              </mc:Choice>
              <mc:Fallback>
                <p:oleObj name="Equation" r:id="rId29" imgW="342869" imgH="411480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6988" y="4221163"/>
                        <a:ext cx="3667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37" name="Object 17">
            <a:extLst>
              <a:ext uri="{FF2B5EF4-FFF2-40B4-BE49-F238E27FC236}">
                <a16:creationId xmlns:a16="http://schemas.microsoft.com/office/drawing/2014/main" id="{D94BF9A0-56D2-E601-8C66-D5199ED57F78}"/>
              </a:ext>
            </a:extLst>
          </p:cNvPr>
          <p:cNvGraphicFramePr>
            <a:graphicFrameLocks/>
          </p:cNvGraphicFramePr>
          <p:nvPr/>
        </p:nvGraphicFramePr>
        <p:xfrm>
          <a:off x="6213475" y="5438775"/>
          <a:ext cx="3746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96116" imgH="418961" progId="Equation.3">
                  <p:embed/>
                </p:oleObj>
              </mc:Choice>
              <mc:Fallback>
                <p:oleObj name="Equation" r:id="rId31" imgW="396116" imgH="418961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3475" y="5438775"/>
                        <a:ext cx="37465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38" name="Object 18">
            <a:extLst>
              <a:ext uri="{FF2B5EF4-FFF2-40B4-BE49-F238E27FC236}">
                <a16:creationId xmlns:a16="http://schemas.microsoft.com/office/drawing/2014/main" id="{6B19CB6F-1B0C-E584-6569-748182CEAEB5}"/>
              </a:ext>
            </a:extLst>
          </p:cNvPr>
          <p:cNvGraphicFramePr>
            <a:graphicFrameLocks/>
          </p:cNvGraphicFramePr>
          <p:nvPr/>
        </p:nvGraphicFramePr>
        <p:xfrm>
          <a:off x="839788" y="2181225"/>
          <a:ext cx="1320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295338" imgH="891789" progId="Equation.3">
                  <p:embed/>
                </p:oleObj>
              </mc:Choice>
              <mc:Fallback>
                <p:oleObj name="Equation" r:id="rId33" imgW="1295338" imgH="891789" progId="Equation.3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2181225"/>
                        <a:ext cx="1320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39" name="Object 19">
            <a:extLst>
              <a:ext uri="{FF2B5EF4-FFF2-40B4-BE49-F238E27FC236}">
                <a16:creationId xmlns:a16="http://schemas.microsoft.com/office/drawing/2014/main" id="{7E5014D2-E8EB-7FBC-60FD-1D4371496C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5562600"/>
          <a:ext cx="230188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90593" imgH="396018" progId="Equation.3">
                  <p:embed/>
                </p:oleObj>
              </mc:Choice>
              <mc:Fallback>
                <p:oleObj name="Equation" r:id="rId35" imgW="190593" imgH="396018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5562600"/>
                        <a:ext cx="230188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40" name="Object 20">
            <a:extLst>
              <a:ext uri="{FF2B5EF4-FFF2-40B4-BE49-F238E27FC236}">
                <a16:creationId xmlns:a16="http://schemas.microsoft.com/office/drawing/2014/main" id="{B2C5B449-35BF-3EF3-EF11-459C86FD0E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4437063"/>
          <a:ext cx="2698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28413" imgH="396018" progId="Equation.3">
                  <p:embed/>
                </p:oleObj>
              </mc:Choice>
              <mc:Fallback>
                <p:oleObj name="Equation" r:id="rId37" imgW="228413" imgH="396018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4437063"/>
                        <a:ext cx="26987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41" name="Object 21">
            <a:extLst>
              <a:ext uri="{FF2B5EF4-FFF2-40B4-BE49-F238E27FC236}">
                <a16:creationId xmlns:a16="http://schemas.microsoft.com/office/drawing/2014/main" id="{0879098E-F35C-4D84-EC76-F28DC15EFB56}"/>
              </a:ext>
            </a:extLst>
          </p:cNvPr>
          <p:cNvGraphicFramePr>
            <a:graphicFrameLocks/>
          </p:cNvGraphicFramePr>
          <p:nvPr/>
        </p:nvGraphicFramePr>
        <p:xfrm>
          <a:off x="7620000" y="5867400"/>
          <a:ext cx="2540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228413" imgH="266839" progId="Equation.3">
                  <p:embed/>
                </p:oleObj>
              </mc:Choice>
              <mc:Fallback>
                <p:oleObj name="Equation" r:id="rId39" imgW="228413" imgH="266839" progId="Equation.3">
                  <p:embed/>
                  <p:pic>
                    <p:nvPicPr>
                      <p:cNvPr id="0" name="Object 21"/>
                      <p:cNvPicPr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5867400"/>
                        <a:ext cx="2540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42" name="Object 22">
            <a:extLst>
              <a:ext uri="{FF2B5EF4-FFF2-40B4-BE49-F238E27FC236}">
                <a16:creationId xmlns:a16="http://schemas.microsoft.com/office/drawing/2014/main" id="{C081576B-A149-EE03-B028-1A4F5EDB30E9}"/>
              </a:ext>
            </a:extLst>
          </p:cNvPr>
          <p:cNvGraphicFramePr>
            <a:graphicFrameLocks/>
          </p:cNvGraphicFramePr>
          <p:nvPr/>
        </p:nvGraphicFramePr>
        <p:xfrm>
          <a:off x="2968625" y="2181225"/>
          <a:ext cx="1397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371476" imgH="891789" progId="Equation.3">
                  <p:embed/>
                </p:oleObj>
              </mc:Choice>
              <mc:Fallback>
                <p:oleObj name="Equation" r:id="rId41" imgW="1371476" imgH="891789" progId="Equation.3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25" y="2181225"/>
                        <a:ext cx="1397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43" name="Object 23">
            <a:extLst>
              <a:ext uri="{FF2B5EF4-FFF2-40B4-BE49-F238E27FC236}">
                <a16:creationId xmlns:a16="http://schemas.microsoft.com/office/drawing/2014/main" id="{B729852B-6D49-9663-9A31-7A46A9A2F0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2997200"/>
          <a:ext cx="2974975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386902" imgH="609489" progId="Equation.DSMT4">
                  <p:embed/>
                </p:oleObj>
              </mc:Choice>
              <mc:Fallback>
                <p:oleObj name="Equation" r:id="rId43" imgW="1386902" imgH="609489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997200"/>
                        <a:ext cx="2974975" cy="133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45" name="Object 24">
            <a:extLst>
              <a:ext uri="{FF2B5EF4-FFF2-40B4-BE49-F238E27FC236}">
                <a16:creationId xmlns:a16="http://schemas.microsoft.com/office/drawing/2014/main" id="{66B32986-CCE9-F5D7-1230-7736E7843FE1}"/>
              </a:ext>
            </a:extLst>
          </p:cNvPr>
          <p:cNvGraphicFramePr>
            <a:graphicFrameLocks/>
          </p:cNvGraphicFramePr>
          <p:nvPr/>
        </p:nvGraphicFramePr>
        <p:xfrm>
          <a:off x="827088" y="4292600"/>
          <a:ext cx="36004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859156" imgH="297263" progId="Equation.DSMT4">
                  <p:embed/>
                </p:oleObj>
              </mc:Choice>
              <mc:Fallback>
                <p:oleObj name="Equation" r:id="rId45" imgW="1859156" imgH="297263" progId="Equation.DSMT4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292600"/>
                        <a:ext cx="360045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46" name="Object 25">
            <a:extLst>
              <a:ext uri="{FF2B5EF4-FFF2-40B4-BE49-F238E27FC236}">
                <a16:creationId xmlns:a16="http://schemas.microsoft.com/office/drawing/2014/main" id="{E4D3AA3E-D43F-1992-35BC-D8B5009E2681}"/>
              </a:ext>
            </a:extLst>
          </p:cNvPr>
          <p:cNvGraphicFramePr>
            <a:graphicFrameLocks/>
          </p:cNvGraphicFramePr>
          <p:nvPr/>
        </p:nvGraphicFramePr>
        <p:xfrm>
          <a:off x="827088" y="4941888"/>
          <a:ext cx="31384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592424" imgH="411480" progId="Equation.DSMT4">
                  <p:embed/>
                </p:oleObj>
              </mc:Choice>
              <mc:Fallback>
                <p:oleObj name="Equation" r:id="rId47" imgW="1592424" imgH="411480" progId="Equation.DSMT4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941888"/>
                        <a:ext cx="31384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47" name="Object 26">
            <a:extLst>
              <a:ext uri="{FF2B5EF4-FFF2-40B4-BE49-F238E27FC236}">
                <a16:creationId xmlns:a16="http://schemas.microsoft.com/office/drawing/2014/main" id="{E3723EC7-701A-EF1A-763F-EAD426ED46DB}"/>
              </a:ext>
            </a:extLst>
          </p:cNvPr>
          <p:cNvGraphicFramePr>
            <a:graphicFrameLocks/>
          </p:cNvGraphicFramePr>
          <p:nvPr/>
        </p:nvGraphicFramePr>
        <p:xfrm>
          <a:off x="4017963" y="5310188"/>
          <a:ext cx="4826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457324" imgH="297263" progId="Equation.3">
                  <p:embed/>
                </p:oleObj>
              </mc:Choice>
              <mc:Fallback>
                <p:oleObj name="Equation" r:id="rId49" imgW="457324" imgH="297263" progId="Equation.3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7963" y="5310188"/>
                        <a:ext cx="4826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48" name="Object 27">
            <a:extLst>
              <a:ext uri="{FF2B5EF4-FFF2-40B4-BE49-F238E27FC236}">
                <a16:creationId xmlns:a16="http://schemas.microsoft.com/office/drawing/2014/main" id="{CCC9D3E3-27BD-0D92-3274-C0CAC3D78159}"/>
              </a:ext>
            </a:extLst>
          </p:cNvPr>
          <p:cNvGraphicFramePr>
            <a:graphicFrameLocks/>
          </p:cNvGraphicFramePr>
          <p:nvPr/>
        </p:nvGraphicFramePr>
        <p:xfrm>
          <a:off x="5364163" y="5445125"/>
          <a:ext cx="41592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434433" imgH="373574" progId="Equation.3">
                  <p:embed/>
                </p:oleObj>
              </mc:Choice>
              <mc:Fallback>
                <p:oleObj name="Equation" r:id="rId51" imgW="434433" imgH="373574" progId="Equation.3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445125"/>
                        <a:ext cx="415925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49" name="Line 53">
            <a:extLst>
              <a:ext uri="{FF2B5EF4-FFF2-40B4-BE49-F238E27FC236}">
                <a16:creationId xmlns:a16="http://schemas.microsoft.com/office/drawing/2014/main" id="{735C0003-CDD7-8B08-F6CC-802E96473E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5180013"/>
            <a:ext cx="228600" cy="2286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550" name="Text Box 54">
            <a:extLst>
              <a:ext uri="{FF2B5EF4-FFF2-40B4-BE49-F238E27FC236}">
                <a16:creationId xmlns:a16="http://schemas.microsoft.com/office/drawing/2014/main" id="{DDF83E47-1599-9295-65C4-1412642B7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6037263"/>
            <a:ext cx="4910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环路不包围电流，则磁场环流为零</a:t>
            </a:r>
            <a:r>
              <a:rPr lang="zh-CN" altLang="en-US" i="1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34551" name="Line 55">
            <a:extLst>
              <a:ext uri="{FF2B5EF4-FFF2-40B4-BE49-F238E27FC236}">
                <a16:creationId xmlns:a16="http://schemas.microsoft.com/office/drawing/2014/main" id="{8A4A2978-8729-DDB8-4A10-B59AC0E3A5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5103813"/>
            <a:ext cx="2971800" cy="762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552" name="Line 56">
            <a:extLst>
              <a:ext uri="{FF2B5EF4-FFF2-40B4-BE49-F238E27FC236}">
                <a16:creationId xmlns:a16="http://schemas.microsoft.com/office/drawing/2014/main" id="{F70B1364-C5AF-AC25-B504-29367CA0E5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1125538"/>
            <a:ext cx="288925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34553" name="Line 57">
            <a:extLst>
              <a:ext uri="{FF2B5EF4-FFF2-40B4-BE49-F238E27FC236}">
                <a16:creationId xmlns:a16="http://schemas.microsoft.com/office/drawing/2014/main" id="{59BF12C8-FB83-32E4-6A72-1BE10FC727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64163" y="4437063"/>
            <a:ext cx="2520950" cy="7207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54" name="Line 58">
            <a:extLst>
              <a:ext uri="{FF2B5EF4-FFF2-40B4-BE49-F238E27FC236}">
                <a16:creationId xmlns:a16="http://schemas.microsoft.com/office/drawing/2014/main" id="{B5ABCA21-0894-22B7-D9FE-7CB11AEA57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5157788"/>
            <a:ext cx="1655762" cy="10795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4555" name="Object 28">
            <a:extLst>
              <a:ext uri="{FF2B5EF4-FFF2-40B4-BE49-F238E27FC236}">
                <a16:creationId xmlns:a16="http://schemas.microsoft.com/office/drawing/2014/main" id="{E0A40290-E6CE-1E5D-DA63-ACCDEA69B48E}"/>
              </a:ext>
            </a:extLst>
          </p:cNvPr>
          <p:cNvGraphicFramePr>
            <a:graphicFrameLocks/>
          </p:cNvGraphicFramePr>
          <p:nvPr/>
        </p:nvGraphicFramePr>
        <p:xfrm>
          <a:off x="6588125" y="6165850"/>
          <a:ext cx="41592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129384" imgH="152622" progId="Equation.DSMT4">
                  <p:embed/>
                </p:oleObj>
              </mc:Choice>
              <mc:Fallback>
                <p:oleObj name="Equation" r:id="rId53" imgW="129384" imgH="152622" progId="Equation.DSMT4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6165850"/>
                        <a:ext cx="415925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56" name="Object 29">
            <a:extLst>
              <a:ext uri="{FF2B5EF4-FFF2-40B4-BE49-F238E27FC236}">
                <a16:creationId xmlns:a16="http://schemas.microsoft.com/office/drawing/2014/main" id="{7FD39456-5AD2-B68E-135A-A0DA805C5F56}"/>
              </a:ext>
            </a:extLst>
          </p:cNvPr>
          <p:cNvGraphicFramePr>
            <a:graphicFrameLocks/>
          </p:cNvGraphicFramePr>
          <p:nvPr/>
        </p:nvGraphicFramePr>
        <p:xfrm>
          <a:off x="7596188" y="4005263"/>
          <a:ext cx="3429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5" imgW="129384" imgH="144641" progId="Equation.DSMT4">
                  <p:embed/>
                </p:oleObj>
              </mc:Choice>
              <mc:Fallback>
                <p:oleObj name="Equation" r:id="rId55" imgW="129384" imgH="144641" progId="Equation.DSMT4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4005263"/>
                        <a:ext cx="3429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3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3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3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23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3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89" dur="1000" fill="hold"/>
                                        <p:tgtEl>
                                          <p:spTgt spid="23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000"/>
                                        <p:tgtEl>
                                          <p:spTgt spid="23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9" dur="500"/>
                                        <p:tgtEl>
                                          <p:spTgt spid="23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34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34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23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23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23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23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23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23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9" dur="500"/>
                                        <p:tgtEl>
                                          <p:spTgt spid="234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23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23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3" dur="500"/>
                                        <p:tgtEl>
                                          <p:spTgt spid="23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1" dur="500"/>
                                        <p:tgtEl>
                                          <p:spTgt spid="23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2000"/>
                                        <p:tgtEl>
                                          <p:spTgt spid="234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2000"/>
                                        <p:tgtEl>
                                          <p:spTgt spid="234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2000"/>
                                        <p:tgtEl>
                                          <p:spTgt spid="23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2000"/>
                                        <p:tgtEl>
                                          <p:spTgt spid="234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2000"/>
                                        <p:tgtEl>
                                          <p:spTgt spid="23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23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2000"/>
                                        <p:tgtEl>
                                          <p:spTgt spid="23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8" grpId="0" autoUpdateAnimBg="0"/>
      <p:bldP spid="234499" grpId="0" animBg="1"/>
      <p:bldP spid="234500" grpId="0" animBg="1"/>
      <p:bldP spid="234501" grpId="0" animBg="1"/>
      <p:bldP spid="234506" grpId="0" autoUpdateAnimBg="0"/>
      <p:bldP spid="234508" grpId="0" animBg="1"/>
      <p:bldP spid="234510" grpId="0" animBg="1"/>
      <p:bldP spid="234521" grpId="0" animBg="1"/>
      <p:bldP spid="234526" grpId="0" animBg="1"/>
      <p:bldP spid="23455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AutoShape 2">
            <a:extLst>
              <a:ext uri="{FF2B5EF4-FFF2-40B4-BE49-F238E27FC236}">
                <a16:creationId xmlns:a16="http://schemas.microsoft.com/office/drawing/2014/main" id="{BDF060C7-845F-4149-5D60-BA79B40ED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663" y="4000500"/>
            <a:ext cx="2665412" cy="823913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3475" name="Text Box 3">
            <a:extLst>
              <a:ext uri="{FF2B5EF4-FFF2-40B4-BE49-F238E27FC236}">
                <a16:creationId xmlns:a16="http://schemas.microsoft.com/office/drawing/2014/main" id="{C2ACD881-BFB7-34CF-373B-CB7D8624F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3" y="257175"/>
            <a:ext cx="27130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  <a:cs typeface="Times New Roman" panose="02020603050405020304" pitchFamily="18" charset="0"/>
              </a:rPr>
              <a:t>•  </a:t>
            </a:r>
            <a:r>
              <a:rPr lang="zh-CN" altLang="en-US">
                <a:solidFill>
                  <a:srgbClr val="66FFFF"/>
                </a:solidFill>
              </a:rPr>
              <a:t>推广到一般情况</a:t>
            </a:r>
            <a:r>
              <a:rPr lang="zh-CN" altLang="en-US" b="0">
                <a:solidFill>
                  <a:schemeClr val="hlink"/>
                </a:solidFill>
              </a:rPr>
              <a:t> </a:t>
            </a:r>
          </a:p>
        </p:txBody>
      </p:sp>
      <p:graphicFrame>
        <p:nvGraphicFramePr>
          <p:cNvPr id="233476" name="Object 2">
            <a:extLst>
              <a:ext uri="{FF2B5EF4-FFF2-40B4-BE49-F238E27FC236}">
                <a16:creationId xmlns:a16="http://schemas.microsoft.com/office/drawing/2014/main" id="{1373BAD4-59D5-FA4F-A36B-1323534169EC}"/>
              </a:ext>
            </a:extLst>
          </p:cNvPr>
          <p:cNvGraphicFramePr>
            <a:graphicFrameLocks/>
          </p:cNvGraphicFramePr>
          <p:nvPr/>
        </p:nvGraphicFramePr>
        <p:xfrm>
          <a:off x="1295400" y="841375"/>
          <a:ext cx="91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91758" imgH="411480" progId="Equation.3">
                  <p:embed/>
                </p:oleObj>
              </mc:Choice>
              <mc:Fallback>
                <p:oleObj name="Equation" r:id="rId2" imgW="891758" imgH="411480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841375"/>
                        <a:ext cx="914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77" name="Object 3">
            <a:extLst>
              <a:ext uri="{FF2B5EF4-FFF2-40B4-BE49-F238E27FC236}">
                <a16:creationId xmlns:a16="http://schemas.microsoft.com/office/drawing/2014/main" id="{68471784-457E-7702-1FD3-1694B46BD06C}"/>
              </a:ext>
            </a:extLst>
          </p:cNvPr>
          <p:cNvGraphicFramePr>
            <a:graphicFrameLocks/>
          </p:cNvGraphicFramePr>
          <p:nvPr/>
        </p:nvGraphicFramePr>
        <p:xfrm>
          <a:off x="1219200" y="1517650"/>
          <a:ext cx="1169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62" imgH="411480" progId="Equation.3">
                  <p:embed/>
                </p:oleObj>
              </mc:Choice>
              <mc:Fallback>
                <p:oleObj name="Equation" r:id="rId4" imgW="1143062" imgH="41148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517650"/>
                        <a:ext cx="11699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78" name="Text Box 6">
            <a:extLst>
              <a:ext uri="{FF2B5EF4-FFF2-40B4-BE49-F238E27FC236}">
                <a16:creationId xmlns:a16="http://schemas.microsoft.com/office/drawing/2014/main" id="{AA0A6252-4343-ACD2-DF32-CFFCFB5C3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779463"/>
            <a:ext cx="2565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—— </a:t>
            </a:r>
            <a:r>
              <a:rPr lang="zh-CN" altLang="en-US">
                <a:solidFill>
                  <a:schemeClr val="bg1"/>
                </a:solidFill>
              </a:rPr>
              <a:t>在环路</a:t>
            </a:r>
            <a:r>
              <a:rPr lang="zh-CN" altLang="en-US">
                <a:solidFill>
                  <a:srgbClr val="66FFFF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L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中</a:t>
            </a:r>
            <a:r>
              <a:rPr lang="zh-CN" altLang="en-US" b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33479" name="Text Box 7">
            <a:extLst>
              <a:ext uri="{FF2B5EF4-FFF2-40B4-BE49-F238E27FC236}">
                <a16:creationId xmlns:a16="http://schemas.microsoft.com/office/drawing/2014/main" id="{FF11246B-7C59-30F7-22DB-D40E7D9C1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4763" y="1493838"/>
            <a:ext cx="2559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—— </a:t>
            </a:r>
            <a:r>
              <a:rPr lang="zh-CN" altLang="en-US">
                <a:solidFill>
                  <a:schemeClr val="bg1"/>
                </a:solidFill>
              </a:rPr>
              <a:t>在环路 </a:t>
            </a:r>
            <a:r>
              <a:rPr lang="en-US" altLang="zh-CN" i="1">
                <a:solidFill>
                  <a:srgbClr val="66FFFF"/>
                </a:solidFill>
              </a:rPr>
              <a:t>L </a:t>
            </a:r>
            <a:r>
              <a:rPr lang="zh-CN" altLang="en-US">
                <a:solidFill>
                  <a:schemeClr val="bg1"/>
                </a:solidFill>
              </a:rPr>
              <a:t>外</a:t>
            </a:r>
            <a:r>
              <a:rPr lang="zh-CN" altLang="en-US" b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33480" name="Freeform 8">
            <a:extLst>
              <a:ext uri="{FF2B5EF4-FFF2-40B4-BE49-F238E27FC236}">
                <a16:creationId xmlns:a16="http://schemas.microsoft.com/office/drawing/2014/main" id="{009CF29C-64F2-FF09-4635-DB070BD1FC57}"/>
              </a:ext>
            </a:extLst>
          </p:cNvPr>
          <p:cNvSpPr>
            <a:spLocks/>
          </p:cNvSpPr>
          <p:nvPr/>
        </p:nvSpPr>
        <p:spPr bwMode="auto">
          <a:xfrm rot="9600791">
            <a:off x="5726113" y="550863"/>
            <a:ext cx="2967037" cy="1866900"/>
          </a:xfrm>
          <a:custGeom>
            <a:avLst/>
            <a:gdLst>
              <a:gd name="T0" fmla="*/ 2147483646 w 2648"/>
              <a:gd name="T1" fmla="*/ 2147483646 h 1184"/>
              <a:gd name="T2" fmla="*/ 2147483646 w 2648"/>
              <a:gd name="T3" fmla="*/ 2147483646 h 1184"/>
              <a:gd name="T4" fmla="*/ 2147483646 w 2648"/>
              <a:gd name="T5" fmla="*/ 2147483646 h 1184"/>
              <a:gd name="T6" fmla="*/ 2147483646 w 2648"/>
              <a:gd name="T7" fmla="*/ 2147483646 h 1184"/>
              <a:gd name="T8" fmla="*/ 2147483646 w 2648"/>
              <a:gd name="T9" fmla="*/ 2147483646 h 1184"/>
              <a:gd name="T10" fmla="*/ 2147483646 w 2648"/>
              <a:gd name="T11" fmla="*/ 2147483646 h 1184"/>
              <a:gd name="T12" fmla="*/ 2147483646 w 2648"/>
              <a:gd name="T13" fmla="*/ 2147483646 h 1184"/>
              <a:gd name="T14" fmla="*/ 2147483646 w 2648"/>
              <a:gd name="T15" fmla="*/ 2147483646 h 1184"/>
              <a:gd name="T16" fmla="*/ 2147483646 w 2648"/>
              <a:gd name="T17" fmla="*/ 2147483646 h 1184"/>
              <a:gd name="T18" fmla="*/ 2147483646 w 2648"/>
              <a:gd name="T19" fmla="*/ 2147483646 h 1184"/>
              <a:gd name="T20" fmla="*/ 2147483646 w 2648"/>
              <a:gd name="T21" fmla="*/ 2147483646 h 1184"/>
              <a:gd name="T22" fmla="*/ 2147483646 w 2648"/>
              <a:gd name="T23" fmla="*/ 2147483646 h 1184"/>
              <a:gd name="T24" fmla="*/ 2147483646 w 2648"/>
              <a:gd name="T25" fmla="*/ 2147483646 h 1184"/>
              <a:gd name="T26" fmla="*/ 2147483646 w 2648"/>
              <a:gd name="T27" fmla="*/ 2147483646 h 1184"/>
              <a:gd name="T28" fmla="*/ 2147483646 w 2648"/>
              <a:gd name="T29" fmla="*/ 2147483646 h 118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2648"/>
              <a:gd name="T46" fmla="*/ 0 h 1184"/>
              <a:gd name="T47" fmla="*/ 2648 w 2648"/>
              <a:gd name="T48" fmla="*/ 1184 h 1184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2648" h="1184">
                <a:moveTo>
                  <a:pt x="112" y="208"/>
                </a:moveTo>
                <a:cubicBezTo>
                  <a:pt x="48" y="240"/>
                  <a:pt x="24" y="256"/>
                  <a:pt x="16" y="304"/>
                </a:cubicBezTo>
                <a:cubicBezTo>
                  <a:pt x="8" y="352"/>
                  <a:pt x="0" y="424"/>
                  <a:pt x="64" y="496"/>
                </a:cubicBezTo>
                <a:cubicBezTo>
                  <a:pt x="128" y="568"/>
                  <a:pt x="328" y="664"/>
                  <a:pt x="400" y="736"/>
                </a:cubicBezTo>
                <a:cubicBezTo>
                  <a:pt x="472" y="808"/>
                  <a:pt x="464" y="880"/>
                  <a:pt x="496" y="928"/>
                </a:cubicBezTo>
                <a:cubicBezTo>
                  <a:pt x="528" y="976"/>
                  <a:pt x="544" y="992"/>
                  <a:pt x="592" y="1024"/>
                </a:cubicBezTo>
                <a:cubicBezTo>
                  <a:pt x="640" y="1056"/>
                  <a:pt x="672" y="1096"/>
                  <a:pt x="784" y="1120"/>
                </a:cubicBezTo>
                <a:cubicBezTo>
                  <a:pt x="896" y="1144"/>
                  <a:pt x="1032" y="1184"/>
                  <a:pt x="1264" y="1168"/>
                </a:cubicBezTo>
                <a:cubicBezTo>
                  <a:pt x="1496" y="1152"/>
                  <a:pt x="1952" y="1152"/>
                  <a:pt x="2176" y="1024"/>
                </a:cubicBezTo>
                <a:cubicBezTo>
                  <a:pt x="2400" y="896"/>
                  <a:pt x="2568" y="544"/>
                  <a:pt x="2608" y="400"/>
                </a:cubicBezTo>
                <a:cubicBezTo>
                  <a:pt x="2648" y="256"/>
                  <a:pt x="2536" y="224"/>
                  <a:pt x="2416" y="160"/>
                </a:cubicBezTo>
                <a:cubicBezTo>
                  <a:pt x="2296" y="96"/>
                  <a:pt x="2136" y="32"/>
                  <a:pt x="1888" y="16"/>
                </a:cubicBezTo>
                <a:cubicBezTo>
                  <a:pt x="1640" y="0"/>
                  <a:pt x="1176" y="48"/>
                  <a:pt x="928" y="64"/>
                </a:cubicBezTo>
                <a:cubicBezTo>
                  <a:pt x="680" y="80"/>
                  <a:pt x="536" y="88"/>
                  <a:pt x="400" y="112"/>
                </a:cubicBezTo>
                <a:cubicBezTo>
                  <a:pt x="264" y="136"/>
                  <a:pt x="176" y="176"/>
                  <a:pt x="112" y="208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3481" name="Object 4">
            <a:extLst>
              <a:ext uri="{FF2B5EF4-FFF2-40B4-BE49-F238E27FC236}">
                <a16:creationId xmlns:a16="http://schemas.microsoft.com/office/drawing/2014/main" id="{0A5E872D-426D-909C-5C82-83292FD3C369}"/>
              </a:ext>
            </a:extLst>
          </p:cNvPr>
          <p:cNvGraphicFramePr>
            <a:graphicFrameLocks/>
          </p:cNvGraphicFramePr>
          <p:nvPr/>
        </p:nvGraphicFramePr>
        <p:xfrm>
          <a:off x="8458200" y="1905000"/>
          <a:ext cx="2540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413" imgH="266839" progId="Equation.3">
                  <p:embed/>
                </p:oleObj>
              </mc:Choice>
              <mc:Fallback>
                <p:oleObj name="Equation" r:id="rId6" imgW="228413" imgH="26683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1905000"/>
                        <a:ext cx="2540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82" name="Line 10">
            <a:extLst>
              <a:ext uri="{FF2B5EF4-FFF2-40B4-BE49-F238E27FC236}">
                <a16:creationId xmlns:a16="http://schemas.microsoft.com/office/drawing/2014/main" id="{A9FF3253-A825-C13C-25AB-AD3B96D3CEDA}"/>
              </a:ext>
            </a:extLst>
          </p:cNvPr>
          <p:cNvSpPr>
            <a:spLocks noChangeShapeType="1"/>
          </p:cNvSpPr>
          <p:nvPr/>
        </p:nvSpPr>
        <p:spPr bwMode="auto">
          <a:xfrm rot="300000" flipV="1">
            <a:off x="7808913" y="1911350"/>
            <a:ext cx="463550" cy="279400"/>
          </a:xfrm>
          <a:prstGeom prst="line">
            <a:avLst/>
          </a:prstGeom>
          <a:noFill/>
          <a:ln w="3175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3483" name="Object 5">
            <a:extLst>
              <a:ext uri="{FF2B5EF4-FFF2-40B4-BE49-F238E27FC236}">
                <a16:creationId xmlns:a16="http://schemas.microsoft.com/office/drawing/2014/main" id="{FBE669D1-655C-D310-2C6E-E63EB0A59F60}"/>
              </a:ext>
            </a:extLst>
          </p:cNvPr>
          <p:cNvGraphicFramePr>
            <a:graphicFrameLocks/>
          </p:cNvGraphicFramePr>
          <p:nvPr/>
        </p:nvGraphicFramePr>
        <p:xfrm>
          <a:off x="6629400" y="1600200"/>
          <a:ext cx="25558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413" imgH="396018" progId="Equation.3">
                  <p:embed/>
                </p:oleObj>
              </mc:Choice>
              <mc:Fallback>
                <p:oleObj name="Equation" r:id="rId8" imgW="228413" imgH="396018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600200"/>
                        <a:ext cx="25558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4" name="Object 6">
            <a:extLst>
              <a:ext uri="{FF2B5EF4-FFF2-40B4-BE49-F238E27FC236}">
                <a16:creationId xmlns:a16="http://schemas.microsoft.com/office/drawing/2014/main" id="{36B5683B-EC9D-1F6B-9B14-2424C42B93BA}"/>
              </a:ext>
            </a:extLst>
          </p:cNvPr>
          <p:cNvGraphicFramePr>
            <a:graphicFrameLocks/>
          </p:cNvGraphicFramePr>
          <p:nvPr/>
        </p:nvGraphicFramePr>
        <p:xfrm>
          <a:off x="6781800" y="762000"/>
          <a:ext cx="30638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2158" imgH="396018" progId="Equation.3">
                  <p:embed/>
                </p:oleObj>
              </mc:Choice>
              <mc:Fallback>
                <p:oleObj name="Equation" r:id="rId10" imgW="282158" imgH="396018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762000"/>
                        <a:ext cx="30638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5" name="Object 7">
            <a:extLst>
              <a:ext uri="{FF2B5EF4-FFF2-40B4-BE49-F238E27FC236}">
                <a16:creationId xmlns:a16="http://schemas.microsoft.com/office/drawing/2014/main" id="{F0D11563-9D58-B1A5-07CE-69B3C989262D}"/>
              </a:ext>
            </a:extLst>
          </p:cNvPr>
          <p:cNvGraphicFramePr>
            <a:graphicFrameLocks/>
          </p:cNvGraphicFramePr>
          <p:nvPr/>
        </p:nvGraphicFramePr>
        <p:xfrm>
          <a:off x="7391400" y="990600"/>
          <a:ext cx="2555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8413" imgH="411480" progId="Equation.3">
                  <p:embed/>
                </p:oleObj>
              </mc:Choice>
              <mc:Fallback>
                <p:oleObj name="Equation" r:id="rId12" imgW="228413" imgH="41148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990600"/>
                        <a:ext cx="2555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6" name="Object 8">
            <a:extLst>
              <a:ext uri="{FF2B5EF4-FFF2-40B4-BE49-F238E27FC236}">
                <a16:creationId xmlns:a16="http://schemas.microsoft.com/office/drawing/2014/main" id="{589087EE-A7B5-8E1E-31F1-7A09A36ACF3C}"/>
              </a:ext>
            </a:extLst>
          </p:cNvPr>
          <p:cNvGraphicFramePr>
            <a:graphicFrameLocks/>
          </p:cNvGraphicFramePr>
          <p:nvPr/>
        </p:nvGraphicFramePr>
        <p:xfrm>
          <a:off x="7543800" y="2590800"/>
          <a:ext cx="50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87680" imgH="411480" progId="Equation.3">
                  <p:embed/>
                </p:oleObj>
              </mc:Choice>
              <mc:Fallback>
                <p:oleObj name="Equation" r:id="rId14" imgW="487680" imgH="41148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2590800"/>
                        <a:ext cx="508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7" name="Object 9">
            <a:extLst>
              <a:ext uri="{FF2B5EF4-FFF2-40B4-BE49-F238E27FC236}">
                <a16:creationId xmlns:a16="http://schemas.microsoft.com/office/drawing/2014/main" id="{CB1BD2E4-C664-611C-9342-8FA215D7B0A2}"/>
              </a:ext>
            </a:extLst>
          </p:cNvPr>
          <p:cNvGraphicFramePr>
            <a:graphicFrameLocks/>
          </p:cNvGraphicFramePr>
          <p:nvPr/>
        </p:nvGraphicFramePr>
        <p:xfrm>
          <a:off x="5715000" y="609600"/>
          <a:ext cx="3063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2158" imgH="411480" progId="Equation.3">
                  <p:embed/>
                </p:oleObj>
              </mc:Choice>
              <mc:Fallback>
                <p:oleObj name="Equation" r:id="rId16" imgW="282158" imgH="41148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9600"/>
                        <a:ext cx="3063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8" name="Object 10">
            <a:extLst>
              <a:ext uri="{FF2B5EF4-FFF2-40B4-BE49-F238E27FC236}">
                <a16:creationId xmlns:a16="http://schemas.microsoft.com/office/drawing/2014/main" id="{029297B1-A63F-2551-6949-F337EB4CF0DA}"/>
              </a:ext>
            </a:extLst>
          </p:cNvPr>
          <p:cNvGraphicFramePr>
            <a:graphicFrameLocks/>
          </p:cNvGraphicFramePr>
          <p:nvPr/>
        </p:nvGraphicFramePr>
        <p:xfrm>
          <a:off x="8229600" y="1066800"/>
          <a:ext cx="3063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82158" imgH="411480" progId="Equation.3">
                  <p:embed/>
                </p:oleObj>
              </mc:Choice>
              <mc:Fallback>
                <p:oleObj name="Equation" r:id="rId18" imgW="282158" imgH="41148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1066800"/>
                        <a:ext cx="3063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91" name="AutoShape 19">
            <a:extLst>
              <a:ext uri="{FF2B5EF4-FFF2-40B4-BE49-F238E27FC236}">
                <a16:creationId xmlns:a16="http://schemas.microsoft.com/office/drawing/2014/main" id="{252DA2CB-04B0-5EAF-5F33-E93494C7F761}"/>
              </a:ext>
            </a:extLst>
          </p:cNvPr>
          <p:cNvSpPr>
            <a:spLocks/>
          </p:cNvSpPr>
          <p:nvPr/>
        </p:nvSpPr>
        <p:spPr bwMode="auto">
          <a:xfrm>
            <a:off x="1066800" y="914400"/>
            <a:ext cx="90488" cy="914400"/>
          </a:xfrm>
          <a:prstGeom prst="leftBrace">
            <a:avLst>
              <a:gd name="adj1" fmla="val 84210"/>
              <a:gd name="adj2" fmla="val 53472"/>
            </a:avLst>
          </a:prstGeom>
          <a:noFill/>
          <a:ln w="349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33492" name="Object 11">
            <a:extLst>
              <a:ext uri="{FF2B5EF4-FFF2-40B4-BE49-F238E27FC236}">
                <a16:creationId xmlns:a16="http://schemas.microsoft.com/office/drawing/2014/main" id="{924B9612-0CEC-395E-1688-34D18A149F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0" y="2500313"/>
          <a:ext cx="129222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257518" imgH="586546" progId="Equation.3">
                  <p:embed/>
                </p:oleObj>
              </mc:Choice>
              <mc:Fallback>
                <p:oleObj name="公式" r:id="rId20" imgW="1257518" imgH="58654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2500313"/>
                        <a:ext cx="1292225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93" name="Text Box 21">
            <a:extLst>
              <a:ext uri="{FF2B5EF4-FFF2-40B4-BE49-F238E27FC236}">
                <a16:creationId xmlns:a16="http://schemas.microsoft.com/office/drawing/2014/main" id="{F2220143-FAB4-C4D3-B804-2250FC0B1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1989138"/>
            <a:ext cx="2125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则磁场环流为</a:t>
            </a:r>
            <a:r>
              <a:rPr lang="zh-CN" altLang="en-US" b="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233494" name="Object 12">
            <a:extLst>
              <a:ext uri="{FF2B5EF4-FFF2-40B4-BE49-F238E27FC236}">
                <a16:creationId xmlns:a16="http://schemas.microsoft.com/office/drawing/2014/main" id="{8A4E3087-24C9-52D6-10A4-FC8CA95FD2BF}"/>
              </a:ext>
            </a:extLst>
          </p:cNvPr>
          <p:cNvGraphicFramePr>
            <a:graphicFrameLocks/>
          </p:cNvGraphicFramePr>
          <p:nvPr/>
        </p:nvGraphicFramePr>
        <p:xfrm>
          <a:off x="887413" y="3290888"/>
          <a:ext cx="185420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828800" imgH="586546" progId="Equation.3">
                  <p:embed/>
                </p:oleObj>
              </mc:Choice>
              <mc:Fallback>
                <p:oleObj name="Equation" r:id="rId22" imgW="1828800" imgH="586546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3290888"/>
                        <a:ext cx="1854200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95" name="Object 13">
            <a:extLst>
              <a:ext uri="{FF2B5EF4-FFF2-40B4-BE49-F238E27FC236}">
                <a16:creationId xmlns:a16="http://schemas.microsoft.com/office/drawing/2014/main" id="{9DCA9FEA-7EF9-7840-6830-DFC4B3569D03}"/>
              </a:ext>
            </a:extLst>
          </p:cNvPr>
          <p:cNvGraphicFramePr>
            <a:graphicFrameLocks/>
          </p:cNvGraphicFramePr>
          <p:nvPr/>
        </p:nvGraphicFramePr>
        <p:xfrm>
          <a:off x="2832100" y="3103563"/>
          <a:ext cx="184308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21336" imgH="914234" progId="Equation.3">
                  <p:embed/>
                </p:oleObj>
              </mc:Choice>
              <mc:Fallback>
                <p:oleObj name="Equation" r:id="rId24" imgW="1821336" imgH="914234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3103563"/>
                        <a:ext cx="1843088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96" name="Object 14">
            <a:extLst>
              <a:ext uri="{FF2B5EF4-FFF2-40B4-BE49-F238E27FC236}">
                <a16:creationId xmlns:a16="http://schemas.microsoft.com/office/drawing/2014/main" id="{533D0059-B7B1-2155-BDCA-D29400B6B009}"/>
              </a:ext>
            </a:extLst>
          </p:cNvPr>
          <p:cNvGraphicFramePr>
            <a:graphicFrameLocks/>
          </p:cNvGraphicFramePr>
          <p:nvPr/>
        </p:nvGraphicFramePr>
        <p:xfrm>
          <a:off x="4813300" y="3121025"/>
          <a:ext cx="2209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187096" imgH="914234" progId="Equation.3">
                  <p:embed/>
                </p:oleObj>
              </mc:Choice>
              <mc:Fallback>
                <p:oleObj name="Equation" r:id="rId26" imgW="2187096" imgH="914234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300" y="3121025"/>
                        <a:ext cx="22098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97" name="Text Box 25">
            <a:extLst>
              <a:ext uri="{FF2B5EF4-FFF2-40B4-BE49-F238E27FC236}">
                <a16:creationId xmlns:a16="http://schemas.microsoft.com/office/drawing/2014/main" id="{61563EFF-DDDF-C775-77A4-B00D101AC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4214813"/>
            <a:ext cx="2911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</a:rPr>
              <a:t> —— </a:t>
            </a:r>
            <a:r>
              <a:rPr lang="zh-CN" altLang="en-US">
                <a:solidFill>
                  <a:srgbClr val="FFFF00"/>
                </a:solidFill>
              </a:rPr>
              <a:t>安培环路定律 </a:t>
            </a:r>
          </a:p>
        </p:txBody>
      </p:sp>
      <p:sp>
        <p:nvSpPr>
          <p:cNvPr id="233498" name="Text Box 26">
            <a:extLst>
              <a:ext uri="{FF2B5EF4-FFF2-40B4-BE49-F238E27FC236}">
                <a16:creationId xmlns:a16="http://schemas.microsoft.com/office/drawing/2014/main" id="{D7E1AE12-F860-FC18-B743-077169D3B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" y="4948238"/>
            <a:ext cx="8129588" cy="96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66FFFF"/>
                </a:solidFill>
              </a:rPr>
              <a:t>恒定</a:t>
            </a:r>
            <a:r>
              <a:rPr lang="zh-CN" altLang="en-US">
                <a:solidFill>
                  <a:schemeClr val="bg1"/>
                </a:solidFill>
              </a:rPr>
              <a:t>电流的磁场中，磁感应强度沿一闭合路径 </a:t>
            </a:r>
            <a:r>
              <a:rPr lang="en-US" altLang="zh-CN" i="1">
                <a:solidFill>
                  <a:schemeClr val="bg1"/>
                </a:solidFill>
              </a:rPr>
              <a:t>L </a:t>
            </a:r>
            <a:r>
              <a:rPr lang="zh-CN" altLang="en-US">
                <a:solidFill>
                  <a:schemeClr val="bg1"/>
                </a:solidFill>
              </a:rPr>
              <a:t>的线积分等于路径 </a:t>
            </a:r>
            <a:r>
              <a:rPr lang="en-US" altLang="zh-CN" i="1">
                <a:solidFill>
                  <a:schemeClr val="bg1"/>
                </a:solidFill>
              </a:rPr>
              <a:t>L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包围的电流强度的代数和的 </a:t>
            </a:r>
          </a:p>
        </p:txBody>
      </p:sp>
      <p:graphicFrame>
        <p:nvGraphicFramePr>
          <p:cNvPr id="233499" name="Object 15">
            <a:extLst>
              <a:ext uri="{FF2B5EF4-FFF2-40B4-BE49-F238E27FC236}">
                <a16:creationId xmlns:a16="http://schemas.microsoft.com/office/drawing/2014/main" id="{63AA91DB-0AB8-8A6B-BB99-2F8FF5C4CB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9663" y="5497513"/>
          <a:ext cx="36671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42869" imgH="411480" progId="Equation.3">
                  <p:embed/>
                </p:oleObj>
              </mc:Choice>
              <mc:Fallback>
                <p:oleObj name="Equation" r:id="rId28" imgW="342869" imgH="411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9663" y="5497513"/>
                        <a:ext cx="366712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500" name="Text Box 28">
            <a:extLst>
              <a:ext uri="{FF2B5EF4-FFF2-40B4-BE49-F238E27FC236}">
                <a16:creationId xmlns:a16="http://schemas.microsoft.com/office/drawing/2014/main" id="{72D105E8-2EB5-D00D-5FE6-3FC83DB43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388" y="54689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倍</a:t>
            </a:r>
          </a:p>
        </p:txBody>
      </p:sp>
      <p:graphicFrame>
        <p:nvGraphicFramePr>
          <p:cNvPr id="233501" name="Object 16">
            <a:extLst>
              <a:ext uri="{FF2B5EF4-FFF2-40B4-BE49-F238E27FC236}">
                <a16:creationId xmlns:a16="http://schemas.microsoft.com/office/drawing/2014/main" id="{9D5B0373-30F8-F53A-0EAB-4CCC82339D64}"/>
              </a:ext>
            </a:extLst>
          </p:cNvPr>
          <p:cNvGraphicFramePr>
            <a:graphicFrameLocks/>
          </p:cNvGraphicFramePr>
          <p:nvPr/>
        </p:nvGraphicFramePr>
        <p:xfrm>
          <a:off x="938213" y="4143375"/>
          <a:ext cx="2386012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362262" imgH="586546" progId="Equation.DSMT4">
                  <p:embed/>
                </p:oleObj>
              </mc:Choice>
              <mc:Fallback>
                <p:oleObj name="Equation" r:id="rId30" imgW="2362262" imgH="586546" progId="Equation.DSMT4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4143375"/>
                        <a:ext cx="2386012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1">
            <a:extLst>
              <a:ext uri="{FF2B5EF4-FFF2-40B4-BE49-F238E27FC236}">
                <a16:creationId xmlns:a16="http://schemas.microsoft.com/office/drawing/2014/main" id="{53777988-0018-6CE5-6EB6-5D5F6DC473C2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533400"/>
            <a:ext cx="2457450" cy="2305050"/>
            <a:chOff x="3792" y="336"/>
            <a:chExt cx="1548" cy="1452"/>
          </a:xfrm>
        </p:grpSpPr>
        <p:grpSp>
          <p:nvGrpSpPr>
            <p:cNvPr id="13344" name="Group 32">
              <a:extLst>
                <a:ext uri="{FF2B5EF4-FFF2-40B4-BE49-F238E27FC236}">
                  <a16:creationId xmlns:a16="http://schemas.microsoft.com/office/drawing/2014/main" id="{52C7FBC9-0B1F-2535-03B5-648E96125B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2" y="648"/>
              <a:ext cx="204" cy="204"/>
              <a:chOff x="5160" y="2196"/>
              <a:chExt cx="204" cy="204"/>
            </a:xfrm>
          </p:grpSpPr>
          <p:sp>
            <p:nvSpPr>
              <p:cNvPr id="13380" name="Oval 33">
                <a:extLst>
                  <a:ext uri="{FF2B5EF4-FFF2-40B4-BE49-F238E27FC236}">
                    <a16:creationId xmlns:a16="http://schemas.microsoft.com/office/drawing/2014/main" id="{732C20E1-2189-94EF-E528-C264A0CAB0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2196"/>
                <a:ext cx="204" cy="204"/>
              </a:xfrm>
              <a:prstGeom prst="ellipse">
                <a:avLst/>
              </a:prstGeom>
              <a:solidFill>
                <a:srgbClr val="B5B5FF"/>
              </a:solidFill>
              <a:ln w="9525">
                <a:solidFill>
                  <a:srgbClr val="006699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grpSp>
            <p:nvGrpSpPr>
              <p:cNvPr id="13381" name="Group 34">
                <a:extLst>
                  <a:ext uri="{FF2B5EF4-FFF2-40B4-BE49-F238E27FC236}">
                    <a16:creationId xmlns:a16="http://schemas.microsoft.com/office/drawing/2014/main" id="{F9C2E421-08CC-62EC-1EBB-856C9DDF4F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99" y="2238"/>
                <a:ext cx="125" cy="120"/>
                <a:chOff x="2352" y="2027"/>
                <a:chExt cx="100" cy="96"/>
              </a:xfrm>
            </p:grpSpPr>
            <p:sp>
              <p:nvSpPr>
                <p:cNvPr id="13382" name="Line 35">
                  <a:extLst>
                    <a:ext uri="{FF2B5EF4-FFF2-40B4-BE49-F238E27FC236}">
                      <a16:creationId xmlns:a16="http://schemas.microsoft.com/office/drawing/2014/main" id="{633E8485-49BC-D81C-717E-27573AD5C3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2" y="2027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83" name="Line 36">
                  <a:extLst>
                    <a:ext uri="{FF2B5EF4-FFF2-40B4-BE49-F238E27FC236}">
                      <a16:creationId xmlns:a16="http://schemas.microsoft.com/office/drawing/2014/main" id="{513EE9AD-8521-B861-ED98-9D5149DA09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6" y="2027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45" name="Group 37">
              <a:extLst>
                <a:ext uri="{FF2B5EF4-FFF2-40B4-BE49-F238E27FC236}">
                  <a16:creationId xmlns:a16="http://schemas.microsoft.com/office/drawing/2014/main" id="{51CA65A9-E39F-354A-B195-11629F1602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1248"/>
              <a:ext cx="204" cy="204"/>
              <a:chOff x="4428" y="2186"/>
              <a:chExt cx="204" cy="204"/>
            </a:xfrm>
          </p:grpSpPr>
          <p:sp>
            <p:nvSpPr>
              <p:cNvPr id="13378" name="Oval 38">
                <a:extLst>
                  <a:ext uri="{FF2B5EF4-FFF2-40B4-BE49-F238E27FC236}">
                    <a16:creationId xmlns:a16="http://schemas.microsoft.com/office/drawing/2014/main" id="{D9991DFD-6D74-B736-0732-A1D515405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8" y="2186"/>
                <a:ext cx="204" cy="204"/>
              </a:xfrm>
              <a:prstGeom prst="ellipse">
                <a:avLst/>
              </a:prstGeom>
              <a:solidFill>
                <a:srgbClr val="B5B5FF"/>
              </a:solidFill>
              <a:ln w="9525">
                <a:solidFill>
                  <a:srgbClr val="006699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79" name="Oval 39">
                <a:extLst>
                  <a:ext uri="{FF2B5EF4-FFF2-40B4-BE49-F238E27FC236}">
                    <a16:creationId xmlns:a16="http://schemas.microsoft.com/office/drawing/2014/main" id="{D3563450-4859-823C-9F47-2B9C2CEBC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264"/>
                <a:ext cx="47" cy="47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grpSp>
          <p:nvGrpSpPr>
            <p:cNvPr id="13346" name="Group 40">
              <a:extLst>
                <a:ext uri="{FF2B5EF4-FFF2-40B4-BE49-F238E27FC236}">
                  <a16:creationId xmlns:a16="http://schemas.microsoft.com/office/drawing/2014/main" id="{5C6EFFEA-74D6-AE20-8CF4-AA5715DBC4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1200"/>
              <a:ext cx="204" cy="204"/>
              <a:chOff x="4428" y="2186"/>
              <a:chExt cx="204" cy="204"/>
            </a:xfrm>
          </p:grpSpPr>
          <p:sp>
            <p:nvSpPr>
              <p:cNvPr id="13376" name="Oval 41">
                <a:extLst>
                  <a:ext uri="{FF2B5EF4-FFF2-40B4-BE49-F238E27FC236}">
                    <a16:creationId xmlns:a16="http://schemas.microsoft.com/office/drawing/2014/main" id="{076EB625-D634-6A75-B08A-D4FAD0F02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8" y="2186"/>
                <a:ext cx="204" cy="204"/>
              </a:xfrm>
              <a:prstGeom prst="ellipse">
                <a:avLst/>
              </a:prstGeom>
              <a:solidFill>
                <a:srgbClr val="B5B5FF"/>
              </a:solidFill>
              <a:ln w="9525">
                <a:solidFill>
                  <a:srgbClr val="006699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77" name="Oval 42">
                <a:extLst>
                  <a:ext uri="{FF2B5EF4-FFF2-40B4-BE49-F238E27FC236}">
                    <a16:creationId xmlns:a16="http://schemas.microsoft.com/office/drawing/2014/main" id="{8348E213-BE38-4873-B2BD-D420987A3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264"/>
                <a:ext cx="47" cy="47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grpSp>
          <p:nvGrpSpPr>
            <p:cNvPr id="13347" name="Group 43">
              <a:extLst>
                <a:ext uri="{FF2B5EF4-FFF2-40B4-BE49-F238E27FC236}">
                  <a16:creationId xmlns:a16="http://schemas.microsoft.com/office/drawing/2014/main" id="{B2F19178-2793-C9A5-0D1E-961AF61FF2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432"/>
              <a:ext cx="204" cy="204"/>
              <a:chOff x="4428" y="2186"/>
              <a:chExt cx="204" cy="204"/>
            </a:xfrm>
          </p:grpSpPr>
          <p:sp>
            <p:nvSpPr>
              <p:cNvPr id="13374" name="Oval 44">
                <a:extLst>
                  <a:ext uri="{FF2B5EF4-FFF2-40B4-BE49-F238E27FC236}">
                    <a16:creationId xmlns:a16="http://schemas.microsoft.com/office/drawing/2014/main" id="{99B16555-6B37-8FDB-C48B-4555AC686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8" y="2186"/>
                <a:ext cx="204" cy="204"/>
              </a:xfrm>
              <a:prstGeom prst="ellipse">
                <a:avLst/>
              </a:prstGeom>
              <a:solidFill>
                <a:srgbClr val="B5B5FF"/>
              </a:solidFill>
              <a:ln w="9525">
                <a:solidFill>
                  <a:srgbClr val="006699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75" name="Oval 45">
                <a:extLst>
                  <a:ext uri="{FF2B5EF4-FFF2-40B4-BE49-F238E27FC236}">
                    <a16:creationId xmlns:a16="http://schemas.microsoft.com/office/drawing/2014/main" id="{B278CC1C-C019-2BC0-354E-0280E8312F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264"/>
                <a:ext cx="47" cy="47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grpSp>
          <p:nvGrpSpPr>
            <p:cNvPr id="13348" name="Group 46">
              <a:extLst>
                <a:ext uri="{FF2B5EF4-FFF2-40B4-BE49-F238E27FC236}">
                  <a16:creationId xmlns:a16="http://schemas.microsoft.com/office/drawing/2014/main" id="{3CD98D7E-54A2-DD3D-4417-1F4D4FA97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672"/>
              <a:ext cx="204" cy="204"/>
              <a:chOff x="5160" y="2196"/>
              <a:chExt cx="204" cy="204"/>
            </a:xfrm>
          </p:grpSpPr>
          <p:sp>
            <p:nvSpPr>
              <p:cNvPr id="13370" name="Oval 47">
                <a:extLst>
                  <a:ext uri="{FF2B5EF4-FFF2-40B4-BE49-F238E27FC236}">
                    <a16:creationId xmlns:a16="http://schemas.microsoft.com/office/drawing/2014/main" id="{F01E097C-E38B-07CA-CB97-8692D3F1D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2196"/>
                <a:ext cx="204" cy="204"/>
              </a:xfrm>
              <a:prstGeom prst="ellipse">
                <a:avLst/>
              </a:prstGeom>
              <a:solidFill>
                <a:srgbClr val="B5B5FF"/>
              </a:solidFill>
              <a:ln w="9525">
                <a:solidFill>
                  <a:srgbClr val="006699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grpSp>
            <p:nvGrpSpPr>
              <p:cNvPr id="13371" name="Group 48">
                <a:extLst>
                  <a:ext uri="{FF2B5EF4-FFF2-40B4-BE49-F238E27FC236}">
                    <a16:creationId xmlns:a16="http://schemas.microsoft.com/office/drawing/2014/main" id="{14502BBD-C2F0-0022-03D3-80EBCB0026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99" y="2238"/>
                <a:ext cx="125" cy="120"/>
                <a:chOff x="2352" y="2027"/>
                <a:chExt cx="100" cy="96"/>
              </a:xfrm>
            </p:grpSpPr>
            <p:sp>
              <p:nvSpPr>
                <p:cNvPr id="13372" name="Line 49">
                  <a:extLst>
                    <a:ext uri="{FF2B5EF4-FFF2-40B4-BE49-F238E27FC236}">
                      <a16:creationId xmlns:a16="http://schemas.microsoft.com/office/drawing/2014/main" id="{1A70D020-8483-7816-BAB4-E71563A3B8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2" y="2027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73" name="Line 50">
                  <a:extLst>
                    <a:ext uri="{FF2B5EF4-FFF2-40B4-BE49-F238E27FC236}">
                      <a16:creationId xmlns:a16="http://schemas.microsoft.com/office/drawing/2014/main" id="{9B6B057A-0D53-6748-36EE-22776E7BB5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6" y="2027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49" name="Group 51">
              <a:extLst>
                <a:ext uri="{FF2B5EF4-FFF2-40B4-BE49-F238E27FC236}">
                  <a16:creationId xmlns:a16="http://schemas.microsoft.com/office/drawing/2014/main" id="{FB84B4ED-3A02-11A2-69C3-AB27E1F2A8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912"/>
              <a:ext cx="204" cy="204"/>
              <a:chOff x="5160" y="2196"/>
              <a:chExt cx="204" cy="204"/>
            </a:xfrm>
          </p:grpSpPr>
          <p:sp>
            <p:nvSpPr>
              <p:cNvPr id="13366" name="Oval 52">
                <a:extLst>
                  <a:ext uri="{FF2B5EF4-FFF2-40B4-BE49-F238E27FC236}">
                    <a16:creationId xmlns:a16="http://schemas.microsoft.com/office/drawing/2014/main" id="{1B46C196-B041-2292-A43C-BF14E4D09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2196"/>
                <a:ext cx="204" cy="204"/>
              </a:xfrm>
              <a:prstGeom prst="ellipse">
                <a:avLst/>
              </a:prstGeom>
              <a:solidFill>
                <a:srgbClr val="B5B5FF"/>
              </a:solidFill>
              <a:ln w="9525">
                <a:solidFill>
                  <a:srgbClr val="006699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grpSp>
            <p:nvGrpSpPr>
              <p:cNvPr id="13367" name="Group 53">
                <a:extLst>
                  <a:ext uri="{FF2B5EF4-FFF2-40B4-BE49-F238E27FC236}">
                    <a16:creationId xmlns:a16="http://schemas.microsoft.com/office/drawing/2014/main" id="{01F15081-ABB7-6162-4906-6E84142F9A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99" y="2238"/>
                <a:ext cx="125" cy="120"/>
                <a:chOff x="2352" y="2027"/>
                <a:chExt cx="100" cy="96"/>
              </a:xfrm>
            </p:grpSpPr>
            <p:sp>
              <p:nvSpPr>
                <p:cNvPr id="13368" name="Line 54">
                  <a:extLst>
                    <a:ext uri="{FF2B5EF4-FFF2-40B4-BE49-F238E27FC236}">
                      <a16:creationId xmlns:a16="http://schemas.microsoft.com/office/drawing/2014/main" id="{A5AE24F6-7400-3358-CC8B-FEE895E544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2" y="2027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69" name="Line 55">
                  <a:extLst>
                    <a:ext uri="{FF2B5EF4-FFF2-40B4-BE49-F238E27FC236}">
                      <a16:creationId xmlns:a16="http://schemas.microsoft.com/office/drawing/2014/main" id="{AAAD5CB2-A98A-F514-2F80-166695D2A7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6" y="2027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50" name="Group 56">
              <a:extLst>
                <a:ext uri="{FF2B5EF4-FFF2-40B4-BE49-F238E27FC236}">
                  <a16:creationId xmlns:a16="http://schemas.microsoft.com/office/drawing/2014/main" id="{C1BA9DAB-E116-FA21-24E8-BAF3003B89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1584"/>
              <a:ext cx="204" cy="204"/>
              <a:chOff x="5160" y="2196"/>
              <a:chExt cx="204" cy="204"/>
            </a:xfrm>
          </p:grpSpPr>
          <p:sp>
            <p:nvSpPr>
              <p:cNvPr id="13362" name="Oval 57">
                <a:extLst>
                  <a:ext uri="{FF2B5EF4-FFF2-40B4-BE49-F238E27FC236}">
                    <a16:creationId xmlns:a16="http://schemas.microsoft.com/office/drawing/2014/main" id="{A0622801-21AE-FCD2-C117-BE6AD5DDB2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2196"/>
                <a:ext cx="204" cy="204"/>
              </a:xfrm>
              <a:prstGeom prst="ellipse">
                <a:avLst/>
              </a:prstGeom>
              <a:solidFill>
                <a:srgbClr val="B5B5FF"/>
              </a:solidFill>
              <a:ln w="9525">
                <a:solidFill>
                  <a:srgbClr val="006699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grpSp>
            <p:nvGrpSpPr>
              <p:cNvPr id="13363" name="Group 58">
                <a:extLst>
                  <a:ext uri="{FF2B5EF4-FFF2-40B4-BE49-F238E27FC236}">
                    <a16:creationId xmlns:a16="http://schemas.microsoft.com/office/drawing/2014/main" id="{81037487-DF77-B8D7-7D4D-3BB8838CC0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99" y="2238"/>
                <a:ext cx="125" cy="120"/>
                <a:chOff x="2352" y="2027"/>
                <a:chExt cx="100" cy="96"/>
              </a:xfrm>
            </p:grpSpPr>
            <p:sp>
              <p:nvSpPr>
                <p:cNvPr id="13364" name="Line 59">
                  <a:extLst>
                    <a:ext uri="{FF2B5EF4-FFF2-40B4-BE49-F238E27FC236}">
                      <a16:creationId xmlns:a16="http://schemas.microsoft.com/office/drawing/2014/main" id="{1026BA09-4A6D-4C9D-2A9F-629BE09F17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2" y="2027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65" name="Line 60">
                  <a:extLst>
                    <a:ext uri="{FF2B5EF4-FFF2-40B4-BE49-F238E27FC236}">
                      <a16:creationId xmlns:a16="http://schemas.microsoft.com/office/drawing/2014/main" id="{8E8F6EDC-B27D-916A-6C97-57CF243059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6" y="2027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51" name="Group 61">
              <a:extLst>
                <a:ext uri="{FF2B5EF4-FFF2-40B4-BE49-F238E27FC236}">
                  <a16:creationId xmlns:a16="http://schemas.microsoft.com/office/drawing/2014/main" id="{41D2E262-E982-9D9F-1696-FC6B23BFF0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384"/>
              <a:ext cx="204" cy="204"/>
              <a:chOff x="5160" y="2196"/>
              <a:chExt cx="204" cy="204"/>
            </a:xfrm>
          </p:grpSpPr>
          <p:sp>
            <p:nvSpPr>
              <p:cNvPr id="13358" name="Oval 62">
                <a:extLst>
                  <a:ext uri="{FF2B5EF4-FFF2-40B4-BE49-F238E27FC236}">
                    <a16:creationId xmlns:a16="http://schemas.microsoft.com/office/drawing/2014/main" id="{1A5BDC99-7433-6F1F-619C-D337A7AA98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0" y="2196"/>
                <a:ext cx="204" cy="204"/>
              </a:xfrm>
              <a:prstGeom prst="ellipse">
                <a:avLst/>
              </a:prstGeom>
              <a:solidFill>
                <a:srgbClr val="B5B5FF"/>
              </a:solidFill>
              <a:ln w="9525">
                <a:solidFill>
                  <a:srgbClr val="006699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grpSp>
            <p:nvGrpSpPr>
              <p:cNvPr id="13359" name="Group 63">
                <a:extLst>
                  <a:ext uri="{FF2B5EF4-FFF2-40B4-BE49-F238E27FC236}">
                    <a16:creationId xmlns:a16="http://schemas.microsoft.com/office/drawing/2014/main" id="{FC492BC3-2EC1-3058-356E-2431E3949C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99" y="2238"/>
                <a:ext cx="125" cy="120"/>
                <a:chOff x="2352" y="2027"/>
                <a:chExt cx="100" cy="96"/>
              </a:xfrm>
            </p:grpSpPr>
            <p:sp>
              <p:nvSpPr>
                <p:cNvPr id="13360" name="Line 64">
                  <a:extLst>
                    <a:ext uri="{FF2B5EF4-FFF2-40B4-BE49-F238E27FC236}">
                      <a16:creationId xmlns:a16="http://schemas.microsoft.com/office/drawing/2014/main" id="{30507D43-E012-178C-2C59-A406E9019F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2" y="2027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61" name="Line 65">
                  <a:extLst>
                    <a:ext uri="{FF2B5EF4-FFF2-40B4-BE49-F238E27FC236}">
                      <a16:creationId xmlns:a16="http://schemas.microsoft.com/office/drawing/2014/main" id="{1ED1369C-DA98-09EF-3C8D-339D1C26FF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6" y="2027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52" name="Group 66">
              <a:extLst>
                <a:ext uri="{FF2B5EF4-FFF2-40B4-BE49-F238E27FC236}">
                  <a16:creationId xmlns:a16="http://schemas.microsoft.com/office/drawing/2014/main" id="{BE895674-F028-BE04-150D-33276107DD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6" y="336"/>
              <a:ext cx="204" cy="204"/>
              <a:chOff x="4428" y="2186"/>
              <a:chExt cx="204" cy="204"/>
            </a:xfrm>
          </p:grpSpPr>
          <p:sp>
            <p:nvSpPr>
              <p:cNvPr id="13356" name="Oval 67">
                <a:extLst>
                  <a:ext uri="{FF2B5EF4-FFF2-40B4-BE49-F238E27FC236}">
                    <a16:creationId xmlns:a16="http://schemas.microsoft.com/office/drawing/2014/main" id="{9B777AF8-894B-2692-518E-8E09C22195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8" y="2186"/>
                <a:ext cx="204" cy="204"/>
              </a:xfrm>
              <a:prstGeom prst="ellipse">
                <a:avLst/>
              </a:prstGeom>
              <a:solidFill>
                <a:srgbClr val="B5B5FF"/>
              </a:solidFill>
              <a:ln w="9525">
                <a:solidFill>
                  <a:srgbClr val="006699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57" name="Oval 68">
                <a:extLst>
                  <a:ext uri="{FF2B5EF4-FFF2-40B4-BE49-F238E27FC236}">
                    <a16:creationId xmlns:a16="http://schemas.microsoft.com/office/drawing/2014/main" id="{4617024F-BD8D-708C-C4D2-8B8C0D402A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264"/>
                <a:ext cx="47" cy="47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grpSp>
          <p:nvGrpSpPr>
            <p:cNvPr id="13353" name="Group 69">
              <a:extLst>
                <a:ext uri="{FF2B5EF4-FFF2-40B4-BE49-F238E27FC236}">
                  <a16:creationId xmlns:a16="http://schemas.microsoft.com/office/drawing/2014/main" id="{D5940A81-FF03-19B9-62DF-377AA8B2C7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8" y="1392"/>
              <a:ext cx="204" cy="204"/>
              <a:chOff x="4428" y="2186"/>
              <a:chExt cx="204" cy="204"/>
            </a:xfrm>
          </p:grpSpPr>
          <p:sp>
            <p:nvSpPr>
              <p:cNvPr id="13354" name="Oval 70">
                <a:extLst>
                  <a:ext uri="{FF2B5EF4-FFF2-40B4-BE49-F238E27FC236}">
                    <a16:creationId xmlns:a16="http://schemas.microsoft.com/office/drawing/2014/main" id="{0BA0F7E3-B057-6DB0-985F-CD22DB86F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8" y="2186"/>
                <a:ext cx="204" cy="204"/>
              </a:xfrm>
              <a:prstGeom prst="ellipse">
                <a:avLst/>
              </a:prstGeom>
              <a:solidFill>
                <a:srgbClr val="B5B5FF"/>
              </a:solidFill>
              <a:ln w="9525">
                <a:solidFill>
                  <a:srgbClr val="006699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55" name="Oval 71">
                <a:extLst>
                  <a:ext uri="{FF2B5EF4-FFF2-40B4-BE49-F238E27FC236}">
                    <a16:creationId xmlns:a16="http://schemas.microsoft.com/office/drawing/2014/main" id="{9FEFB43C-9BD4-2DC2-54E3-C0941E70B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7" y="2264"/>
                <a:ext cx="47" cy="47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</p:grpSp>
      <p:graphicFrame>
        <p:nvGraphicFramePr>
          <p:cNvPr id="233544" name="Object 17">
            <a:extLst>
              <a:ext uri="{FF2B5EF4-FFF2-40B4-BE49-F238E27FC236}">
                <a16:creationId xmlns:a16="http://schemas.microsoft.com/office/drawing/2014/main" id="{3C272F57-9CD4-ADD5-4312-94EE6D927B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4238" y="2500313"/>
          <a:ext cx="183197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805909" imgH="586546" progId="Equation.3">
                  <p:embed/>
                </p:oleObj>
              </mc:Choice>
              <mc:Fallback>
                <p:oleObj name="公式" r:id="rId32" imgW="1805909" imgH="58654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2500313"/>
                        <a:ext cx="1831975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ext Box 3">
            <a:extLst>
              <a:ext uri="{FF2B5EF4-FFF2-40B4-BE49-F238E27FC236}">
                <a16:creationId xmlns:a16="http://schemas.microsoft.com/office/drawing/2014/main" id="{B912AD84-E6A7-8F5D-DCA4-408AF1962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5857875"/>
            <a:ext cx="739775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31825" indent="-631825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磁场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环流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只与闭合路径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  <a:cs typeface="Times New Roman" panose="02020603050405020304" pitchFamily="18" charset="0"/>
              </a:rPr>
              <a:t>面积内穿过的电流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有关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71" name="Text Box 5">
            <a:extLst>
              <a:ext uri="{FF2B5EF4-FFF2-40B4-BE49-F238E27FC236}">
                <a16:creationId xmlns:a16="http://schemas.microsoft.com/office/drawing/2014/main" id="{57275773-A2BD-1C8F-054D-2EFE89F73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286500"/>
            <a:ext cx="734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31825" indent="-631825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闭合路径各点的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  <a:cs typeface="Times New Roman" panose="02020603050405020304" pitchFamily="18" charset="0"/>
              </a:rPr>
              <a:t>磁感应强度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是与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  <a:cs typeface="Times New Roman" panose="02020603050405020304" pitchFamily="18" charset="0"/>
              </a:rPr>
              <a:t>内外电流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都有关的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3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0" dur="500"/>
                                        <p:tgtEl>
                                          <p:spTgt spid="23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23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23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23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23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23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2000"/>
                                        <p:tgtEl>
                                          <p:spTgt spid="23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2000"/>
                                        <p:tgtEl>
                                          <p:spTgt spid="23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3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3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37000"/>
                                  </p:iterate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3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457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3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7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3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4" grpId="0" animBg="1"/>
      <p:bldP spid="233475" grpId="0" autoUpdateAnimBg="0"/>
      <p:bldP spid="233478" grpId="0" autoUpdateAnimBg="0"/>
      <p:bldP spid="233479" grpId="0" autoUpdateAnimBg="0"/>
      <p:bldP spid="233491" grpId="0" animBg="1"/>
      <p:bldP spid="233493" grpId="0" autoUpdateAnimBg="0"/>
      <p:bldP spid="233497" grpId="0" autoUpdateAnimBg="0"/>
      <p:bldP spid="233498" grpId="0" autoUpdateAnimBg="0"/>
      <p:bldP spid="233500" grpId="0" autoUpdateAnimBg="0"/>
      <p:bldP spid="70" grpId="0" autoUpdateAnimBg="0"/>
      <p:bldP spid="7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Text Box 2">
            <a:extLst>
              <a:ext uri="{FF2B5EF4-FFF2-40B4-BE49-F238E27FC236}">
                <a16:creationId xmlns:a16="http://schemas.microsoft.com/office/drawing/2014/main" id="{3245DF3F-5D58-1BF3-4A0F-3C8F8BA77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642938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积分回路方向与电流方向呈右螺旋关系</a:t>
            </a:r>
            <a:endParaRPr lang="zh-CN" altLang="en-US" b="0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2451" name="Text Box 3">
            <a:extLst>
              <a:ext uri="{FF2B5EF4-FFF2-40B4-BE49-F238E27FC236}">
                <a16:creationId xmlns:a16="http://schemas.microsoft.com/office/drawing/2014/main" id="{40900FF0-1F1D-0606-A829-D332019C7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1071563"/>
            <a:ext cx="27447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满足右螺旋关系时</a:t>
            </a:r>
            <a:r>
              <a:rPr lang="zh-CN" altLang="en-US" b="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232452" name="Object 2">
            <a:extLst>
              <a:ext uri="{FF2B5EF4-FFF2-40B4-BE49-F238E27FC236}">
                <a16:creationId xmlns:a16="http://schemas.microsoft.com/office/drawing/2014/main" id="{A7808D6A-724C-08F8-02D0-0F62FB63B113}"/>
              </a:ext>
            </a:extLst>
          </p:cNvPr>
          <p:cNvGraphicFramePr>
            <a:graphicFrameLocks/>
          </p:cNvGraphicFramePr>
          <p:nvPr/>
        </p:nvGraphicFramePr>
        <p:xfrm>
          <a:off x="4070350" y="1162050"/>
          <a:ext cx="812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2729" imgH="411480" progId="Equation.3">
                  <p:embed/>
                </p:oleObj>
              </mc:Choice>
              <mc:Fallback>
                <p:oleObj name="Equation" r:id="rId2" imgW="792729" imgH="411480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350" y="1162050"/>
                        <a:ext cx="812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53" name="Text Box 5">
            <a:extLst>
              <a:ext uri="{FF2B5EF4-FFF2-40B4-BE49-F238E27FC236}">
                <a16:creationId xmlns:a16="http://schemas.microsoft.com/office/drawing/2014/main" id="{E4D5B1B6-C6CF-4857-524A-527813357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450" y="1071563"/>
            <a:ext cx="9572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反之</a:t>
            </a:r>
            <a:r>
              <a:rPr lang="zh-CN" altLang="en-US" b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232454" name="Object 3">
            <a:extLst>
              <a:ext uri="{FF2B5EF4-FFF2-40B4-BE49-F238E27FC236}">
                <a16:creationId xmlns:a16="http://schemas.microsoft.com/office/drawing/2014/main" id="{958753E6-4348-691D-343C-BCB2C90C56D8}"/>
              </a:ext>
            </a:extLst>
          </p:cNvPr>
          <p:cNvGraphicFramePr>
            <a:graphicFrameLocks/>
          </p:cNvGraphicFramePr>
          <p:nvPr/>
        </p:nvGraphicFramePr>
        <p:xfrm>
          <a:off x="6592888" y="1144588"/>
          <a:ext cx="7985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7302" imgH="411480" progId="Equation.3">
                  <p:embed/>
                </p:oleObj>
              </mc:Choice>
              <mc:Fallback>
                <p:oleObj name="Equation" r:id="rId4" imgW="777302" imgH="41148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2888" y="1144588"/>
                        <a:ext cx="7985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55" name="Text Box 7">
            <a:extLst>
              <a:ext uri="{FF2B5EF4-FFF2-40B4-BE49-F238E27FC236}">
                <a16:creationId xmlns:a16="http://schemas.microsoft.com/office/drawing/2014/main" id="{322A29E8-6BBF-1FB9-8464-80BEEB8CE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487488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(3)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磁场是有旋场</a:t>
            </a:r>
            <a:endParaRPr lang="zh-CN" altLang="en-US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2458" name="Text Box 10">
            <a:extLst>
              <a:ext uri="{FF2B5EF4-FFF2-40B4-BE49-F238E27FC236}">
                <a16:creationId xmlns:a16="http://schemas.microsoft.com/office/drawing/2014/main" id="{9F6ECB15-E482-E9A6-868C-0D01E2369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00" y="1436688"/>
            <a:ext cx="406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——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电流是磁场涡旋的轴心</a:t>
            </a:r>
            <a:r>
              <a:rPr lang="zh-CN" altLang="en-US" b="0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232459" name="Text Box 11">
            <a:extLst>
              <a:ext uri="{FF2B5EF4-FFF2-40B4-BE49-F238E27FC236}">
                <a16:creationId xmlns:a16="http://schemas.microsoft.com/office/drawing/2014/main" id="{DBD953FB-A6A5-A19B-4AD1-B172CEED4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50" y="1928813"/>
            <a:ext cx="81597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(4)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安培环路定理只适用于恒定电流的磁场，所以只适用于闭合的载流导线，即电流只能是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“无限长”或者与积分回路套连的情况，对于任意设想的一段载流导线不成立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232482" name="AutoShape 34">
            <a:extLst>
              <a:ext uri="{FF2B5EF4-FFF2-40B4-BE49-F238E27FC236}">
                <a16:creationId xmlns:a16="http://schemas.microsoft.com/office/drawing/2014/main" id="{113657A1-436E-3A42-1DE2-02317B48BB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5750" y="142875"/>
            <a:ext cx="460375" cy="403225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32483" name="Text Box 35">
            <a:extLst>
              <a:ext uri="{FF2B5EF4-FFF2-40B4-BE49-F238E27FC236}">
                <a16:creationId xmlns:a16="http://schemas.microsoft.com/office/drawing/2014/main" id="{0D1787E7-3740-71CB-0A23-C01892AA1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142875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安培环路定理适用于任何闭合路径和电流形状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232488" name="Rectangle 40">
            <a:extLst>
              <a:ext uri="{FF2B5EF4-FFF2-40B4-BE49-F238E27FC236}">
                <a16:creationId xmlns:a16="http://schemas.microsoft.com/office/drawing/2014/main" id="{A66C8BCE-189E-2D04-4272-BAADD6E54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4419600"/>
            <a:ext cx="152400" cy="2438400"/>
          </a:xfrm>
          <a:prstGeom prst="rect">
            <a:avLst/>
          </a:prstGeom>
          <a:gradFill rotWithShape="0">
            <a:gsLst>
              <a:gs pos="0">
                <a:srgbClr val="C0C0C0"/>
              </a:gs>
              <a:gs pos="100000">
                <a:srgbClr val="595959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2489" name="Oval 41">
            <a:extLst>
              <a:ext uri="{FF2B5EF4-FFF2-40B4-BE49-F238E27FC236}">
                <a16:creationId xmlns:a16="http://schemas.microsoft.com/office/drawing/2014/main" id="{CB9A57B5-FAAA-9E44-8F0A-14C8CCA99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25" y="5257800"/>
            <a:ext cx="2428875" cy="762000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2490" name="Rectangle 42">
            <a:extLst>
              <a:ext uri="{FF2B5EF4-FFF2-40B4-BE49-F238E27FC236}">
                <a16:creationId xmlns:a16="http://schemas.microsoft.com/office/drawing/2014/main" id="{74672843-6B92-A18B-8E07-3E5BF184C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6538" y="4343400"/>
            <a:ext cx="134937" cy="1658938"/>
          </a:xfrm>
          <a:prstGeom prst="rect">
            <a:avLst/>
          </a:prstGeom>
          <a:gradFill rotWithShape="0">
            <a:gsLst>
              <a:gs pos="0">
                <a:srgbClr val="C0C0C0"/>
              </a:gs>
              <a:gs pos="100000">
                <a:srgbClr val="595959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32491" name="Line 43">
            <a:extLst>
              <a:ext uri="{FF2B5EF4-FFF2-40B4-BE49-F238E27FC236}">
                <a16:creationId xmlns:a16="http://schemas.microsoft.com/office/drawing/2014/main" id="{A25B5023-2273-9E93-C98E-2331B642C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5250" y="5629275"/>
            <a:ext cx="137160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2492" name="Object 4">
            <a:extLst>
              <a:ext uri="{FF2B5EF4-FFF2-40B4-BE49-F238E27FC236}">
                <a16:creationId xmlns:a16="http://schemas.microsoft.com/office/drawing/2014/main" id="{A42B837C-A16E-06CF-8710-DEBAB73AE286}"/>
              </a:ext>
            </a:extLst>
          </p:cNvPr>
          <p:cNvGraphicFramePr>
            <a:graphicFrameLocks/>
          </p:cNvGraphicFramePr>
          <p:nvPr/>
        </p:nvGraphicFramePr>
        <p:xfrm>
          <a:off x="8277225" y="5295900"/>
          <a:ext cx="230188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5522" imgH="258858" progId="Equation.3">
                  <p:embed/>
                </p:oleObj>
              </mc:Choice>
              <mc:Fallback>
                <p:oleObj name="Equation" r:id="rId6" imgW="205522" imgH="25885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7225" y="5295900"/>
                        <a:ext cx="230188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93" name="Object 5">
            <a:extLst>
              <a:ext uri="{FF2B5EF4-FFF2-40B4-BE49-F238E27FC236}">
                <a16:creationId xmlns:a16="http://schemas.microsoft.com/office/drawing/2014/main" id="{27B93613-392B-EB2C-EAA0-88F98D4E1206}"/>
              </a:ext>
            </a:extLst>
          </p:cNvPr>
          <p:cNvGraphicFramePr>
            <a:graphicFrameLocks/>
          </p:cNvGraphicFramePr>
          <p:nvPr/>
        </p:nvGraphicFramePr>
        <p:xfrm>
          <a:off x="7305675" y="4495800"/>
          <a:ext cx="20161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3129" imgH="266839" progId="Equation.3">
                  <p:embed/>
                </p:oleObj>
              </mc:Choice>
              <mc:Fallback>
                <p:oleObj name="Equation" r:id="rId8" imgW="183129" imgH="266839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5675" y="4495800"/>
                        <a:ext cx="20161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94" name="Line 46">
            <a:extLst>
              <a:ext uri="{FF2B5EF4-FFF2-40B4-BE49-F238E27FC236}">
                <a16:creationId xmlns:a16="http://schemas.microsoft.com/office/drawing/2014/main" id="{E8A07F82-7DFB-3E3A-FA9B-6CCDDC7950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10475" y="4419600"/>
            <a:ext cx="0" cy="6096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2495" name="Object 6">
            <a:extLst>
              <a:ext uri="{FF2B5EF4-FFF2-40B4-BE49-F238E27FC236}">
                <a16:creationId xmlns:a16="http://schemas.microsoft.com/office/drawing/2014/main" id="{95A5EA02-7F44-B540-346C-5ECF7A11E3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29475" y="6019800"/>
          <a:ext cx="3270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456" imgH="144641" progId="Equation.3">
                  <p:embed/>
                </p:oleObj>
              </mc:Choice>
              <mc:Fallback>
                <p:oleObj name="Equation" r:id="rId10" imgW="114456" imgH="14464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5" y="6019800"/>
                        <a:ext cx="3270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96" name="Object 7">
            <a:extLst>
              <a:ext uri="{FF2B5EF4-FFF2-40B4-BE49-F238E27FC236}">
                <a16:creationId xmlns:a16="http://schemas.microsoft.com/office/drawing/2014/main" id="{917E5B98-2369-1EB8-1046-C6AE62CC3B29}"/>
              </a:ext>
            </a:extLst>
          </p:cNvPr>
          <p:cNvGraphicFramePr>
            <a:graphicFrameLocks/>
          </p:cNvGraphicFramePr>
          <p:nvPr/>
        </p:nvGraphicFramePr>
        <p:xfrm>
          <a:off x="2071688" y="5143500"/>
          <a:ext cx="10033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82824" imgH="586546" progId="Equation.3">
                  <p:embed/>
                </p:oleObj>
              </mc:Choice>
              <mc:Fallback>
                <p:oleObj name="Equation" r:id="rId12" imgW="982824" imgH="586546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5143500"/>
                        <a:ext cx="10033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97" name="Object 8">
            <a:extLst>
              <a:ext uri="{FF2B5EF4-FFF2-40B4-BE49-F238E27FC236}">
                <a16:creationId xmlns:a16="http://schemas.microsoft.com/office/drawing/2014/main" id="{E5237564-A8E3-608B-8111-2B956E46B447}"/>
              </a:ext>
            </a:extLst>
          </p:cNvPr>
          <p:cNvGraphicFramePr>
            <a:graphicFrameLocks/>
          </p:cNvGraphicFramePr>
          <p:nvPr/>
        </p:nvGraphicFramePr>
        <p:xfrm>
          <a:off x="3071813" y="5000625"/>
          <a:ext cx="36703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50136" imgH="800017" progId="Equation.3">
                  <p:embed/>
                </p:oleObj>
              </mc:Choice>
              <mc:Fallback>
                <p:oleObj name="Equation" r:id="rId14" imgW="3650136" imgH="800017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5000625"/>
                        <a:ext cx="36703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98" name="Line 50">
            <a:extLst>
              <a:ext uri="{FF2B5EF4-FFF2-40B4-BE49-F238E27FC236}">
                <a16:creationId xmlns:a16="http://schemas.microsoft.com/office/drawing/2014/main" id="{0E5208CD-D7D2-8E04-79EE-796DE8BCC754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9563" y="4357688"/>
            <a:ext cx="1214437" cy="1227137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2499" name="Line 51">
            <a:extLst>
              <a:ext uri="{FF2B5EF4-FFF2-40B4-BE49-F238E27FC236}">
                <a16:creationId xmlns:a16="http://schemas.microsoft.com/office/drawing/2014/main" id="{44848385-FBA5-650C-1D45-65128F5854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91475" y="5629275"/>
            <a:ext cx="1152525" cy="1228725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2500" name="Text Box 52">
            <a:extLst>
              <a:ext uri="{FF2B5EF4-FFF2-40B4-BE49-F238E27FC236}">
                <a16:creationId xmlns:a16="http://schemas.microsoft.com/office/drawing/2014/main" id="{9C9669F5-A8CD-39D1-1DFD-ADF4D3466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8" y="4537075"/>
            <a:ext cx="29987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如图载流直导线</a:t>
            </a:r>
            <a:r>
              <a:rPr lang="en-US" altLang="zh-CN">
                <a:solidFill>
                  <a:schemeClr val="bg1"/>
                </a:solidFill>
              </a:rPr>
              <a:t>,  </a:t>
            </a:r>
            <a:r>
              <a:rPr lang="zh-CN" altLang="en-US">
                <a:solidFill>
                  <a:schemeClr val="bg1"/>
                </a:solidFill>
              </a:rPr>
              <a:t>设</a:t>
            </a:r>
            <a:r>
              <a:rPr lang="zh-CN" altLang="en-US" b="0">
                <a:solidFill>
                  <a:srgbClr val="FFFF00"/>
                </a:solidFill>
              </a:rPr>
              <a:t> </a:t>
            </a:r>
          </a:p>
        </p:txBody>
      </p:sp>
      <p:graphicFrame>
        <p:nvGraphicFramePr>
          <p:cNvPr id="232501" name="Object 9">
            <a:extLst>
              <a:ext uri="{FF2B5EF4-FFF2-40B4-BE49-F238E27FC236}">
                <a16:creationId xmlns:a16="http://schemas.microsoft.com/office/drawing/2014/main" id="{99D7B0B5-8418-BC98-447E-FC0E341D7E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9063" y="4572000"/>
          <a:ext cx="1890712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67118" imgH="396018" progId="Equation.3">
                  <p:embed/>
                </p:oleObj>
              </mc:Choice>
              <mc:Fallback>
                <p:oleObj name="Equation" r:id="rId16" imgW="1867118" imgH="396018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63" y="4572000"/>
                        <a:ext cx="1890712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502" name="Object 10">
            <a:extLst>
              <a:ext uri="{FF2B5EF4-FFF2-40B4-BE49-F238E27FC236}">
                <a16:creationId xmlns:a16="http://schemas.microsoft.com/office/drawing/2014/main" id="{97DFF243-01D0-F1C2-0028-BDCD04B252FA}"/>
              </a:ext>
            </a:extLst>
          </p:cNvPr>
          <p:cNvGraphicFramePr>
            <a:graphicFrameLocks/>
          </p:cNvGraphicFramePr>
          <p:nvPr/>
        </p:nvGraphicFramePr>
        <p:xfrm>
          <a:off x="8010525" y="6191250"/>
          <a:ext cx="28098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9267" imgH="396018" progId="Equation.3">
                  <p:embed/>
                </p:oleObj>
              </mc:Choice>
              <mc:Fallback>
                <p:oleObj name="Equation" r:id="rId18" imgW="259267" imgH="396018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0525" y="6191250"/>
                        <a:ext cx="28098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503" name="Object 11">
            <a:extLst>
              <a:ext uri="{FF2B5EF4-FFF2-40B4-BE49-F238E27FC236}">
                <a16:creationId xmlns:a16="http://schemas.microsoft.com/office/drawing/2014/main" id="{76E16B61-54D0-E0EF-D854-C9C398729D89}"/>
              </a:ext>
            </a:extLst>
          </p:cNvPr>
          <p:cNvGraphicFramePr>
            <a:graphicFrameLocks/>
          </p:cNvGraphicFramePr>
          <p:nvPr/>
        </p:nvGraphicFramePr>
        <p:xfrm>
          <a:off x="8010525" y="4611688"/>
          <a:ext cx="31591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97087" imgH="396018" progId="Equation.3">
                  <p:embed/>
                </p:oleObj>
              </mc:Choice>
              <mc:Fallback>
                <p:oleObj name="Equation" r:id="rId20" imgW="297087" imgH="396018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0525" y="4611688"/>
                        <a:ext cx="315913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504" name="Object 12">
            <a:extLst>
              <a:ext uri="{FF2B5EF4-FFF2-40B4-BE49-F238E27FC236}">
                <a16:creationId xmlns:a16="http://schemas.microsoft.com/office/drawing/2014/main" id="{8889F5E7-5FB4-E030-2270-9EAAE2B40D6D}"/>
              </a:ext>
            </a:extLst>
          </p:cNvPr>
          <p:cNvGraphicFramePr>
            <a:graphicFrameLocks/>
          </p:cNvGraphicFramePr>
          <p:nvPr/>
        </p:nvGraphicFramePr>
        <p:xfrm>
          <a:off x="1890713" y="5786438"/>
          <a:ext cx="21971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171669" imgH="838422" progId="Equation.3">
                  <p:embed/>
                </p:oleObj>
              </mc:Choice>
              <mc:Fallback>
                <p:oleObj name="Equation" r:id="rId22" imgW="2171669" imgH="838422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5786438"/>
                        <a:ext cx="21971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505" name="Object 13">
            <a:extLst>
              <a:ext uri="{FF2B5EF4-FFF2-40B4-BE49-F238E27FC236}">
                <a16:creationId xmlns:a16="http://schemas.microsoft.com/office/drawing/2014/main" id="{D3792C31-DC1B-4693-B081-09A86A34FB4F}"/>
              </a:ext>
            </a:extLst>
          </p:cNvPr>
          <p:cNvGraphicFramePr>
            <a:graphicFrameLocks/>
          </p:cNvGraphicFramePr>
          <p:nvPr/>
        </p:nvGraphicFramePr>
        <p:xfrm>
          <a:off x="4248150" y="5857875"/>
          <a:ext cx="12811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57518" imgH="838422" progId="Equation.3">
                  <p:embed/>
                </p:oleObj>
              </mc:Choice>
              <mc:Fallback>
                <p:oleObj name="Equation" r:id="rId24" imgW="1257518" imgH="838422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5857875"/>
                        <a:ext cx="12811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506" name="Object 14">
            <a:extLst>
              <a:ext uri="{FF2B5EF4-FFF2-40B4-BE49-F238E27FC236}">
                <a16:creationId xmlns:a16="http://schemas.microsoft.com/office/drawing/2014/main" id="{B00F4759-DDE6-213C-3E69-97857FDAB8E4}"/>
              </a:ext>
            </a:extLst>
          </p:cNvPr>
          <p:cNvGraphicFramePr>
            <a:graphicFrameLocks/>
          </p:cNvGraphicFramePr>
          <p:nvPr/>
        </p:nvGraphicFramePr>
        <p:xfrm>
          <a:off x="5676900" y="6078538"/>
          <a:ext cx="8239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00193" imgH="411480" progId="Equation.3">
                  <p:embed/>
                </p:oleObj>
              </mc:Choice>
              <mc:Fallback>
                <p:oleObj name="Equation" r:id="rId26" imgW="800193" imgH="411480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6900" y="6078538"/>
                        <a:ext cx="8239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507" name="Rectangle 59">
            <a:extLst>
              <a:ext uri="{FF2B5EF4-FFF2-40B4-BE49-F238E27FC236}">
                <a16:creationId xmlns:a16="http://schemas.microsoft.com/office/drawing/2014/main" id="{8EE8EB2C-FC88-482E-3488-699243C41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45720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232508" name="Text Box 60">
            <a:extLst>
              <a:ext uri="{FF2B5EF4-FFF2-40B4-BE49-F238E27FC236}">
                <a16:creationId xmlns:a16="http://schemas.microsoft.com/office/drawing/2014/main" id="{9E20A587-2F0C-BBA4-BC8B-BF2BD7E8D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5143500"/>
            <a:ext cx="2024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则</a:t>
            </a:r>
            <a:r>
              <a:rPr lang="en-US" altLang="zh-CN" i="1">
                <a:solidFill>
                  <a:srgbClr val="66FFFF"/>
                </a:solidFill>
                <a:latin typeface="宋体" panose="02010600030101010101" pitchFamily="2" charset="-122"/>
              </a:rPr>
              <a:t>L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的环流为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34" name="Text Box 28">
            <a:extLst>
              <a:ext uri="{FF2B5EF4-FFF2-40B4-BE49-F238E27FC236}">
                <a16:creationId xmlns:a16="http://schemas.microsoft.com/office/drawing/2014/main" id="{8A3C4C74-42AA-AF69-4A30-D77C5679A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3357563"/>
            <a:ext cx="62150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(5)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如果闭合路径包围的是连续分布的电流</a:t>
            </a:r>
            <a:r>
              <a:rPr lang="zh-CN" altLang="en-US" b="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309EF882-CC3E-B611-2953-43A83516AA7D}"/>
              </a:ext>
            </a:extLst>
          </p:cNvPr>
          <p:cNvGraphicFramePr>
            <a:graphicFrameLocks/>
          </p:cNvGraphicFramePr>
          <p:nvPr/>
        </p:nvGraphicFramePr>
        <p:xfrm>
          <a:off x="2857500" y="3857625"/>
          <a:ext cx="277018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10764" imgH="266839" progId="Equation.DSMT4">
                  <p:embed/>
                </p:oleObj>
              </mc:Choice>
              <mc:Fallback>
                <p:oleObj name="Equation" r:id="rId28" imgW="1310764" imgH="266839" progId="Equation.DSMT4">
                  <p:embed/>
                  <p:pic>
                    <p:nvPicPr>
                      <p:cNvPr id="0" name="Object 34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3857625"/>
                        <a:ext cx="2770188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3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3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3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3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2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3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3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3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3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3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3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3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23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32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3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3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3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3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0" grpId="0" autoUpdateAnimBg="0"/>
      <p:bldP spid="232451" grpId="0" autoUpdateAnimBg="0"/>
      <p:bldP spid="232453" grpId="0" autoUpdateAnimBg="0"/>
      <p:bldP spid="232455" grpId="0" autoUpdateAnimBg="0"/>
      <p:bldP spid="232458" grpId="0" autoUpdateAnimBg="0"/>
      <p:bldP spid="232459" grpId="0" autoUpdateAnimBg="0"/>
      <p:bldP spid="232483" grpId="0" autoUpdateAnimBg="0"/>
      <p:bldP spid="232488" grpId="0" animBg="1"/>
      <p:bldP spid="232489" grpId="0" animBg="1"/>
      <p:bldP spid="232490" grpId="0" animBg="1"/>
      <p:bldP spid="232500" grpId="0" autoUpdateAnimBg="0"/>
      <p:bldP spid="232507" grpId="0" autoUpdateAnimBg="0"/>
      <p:bldP spid="232508" grpId="0" autoUpdateAnimBg="0"/>
      <p:bldP spid="3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5">
            <a:extLst>
              <a:ext uri="{FF2B5EF4-FFF2-40B4-BE49-F238E27FC236}">
                <a16:creationId xmlns:a16="http://schemas.microsoft.com/office/drawing/2014/main" id="{D08C2339-68EC-D979-5BC8-40C73E1B7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252413"/>
            <a:ext cx="3533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二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</a:rPr>
              <a:t>安培环路定理的应用</a:t>
            </a:r>
            <a:r>
              <a:rPr lang="zh-CN" altLang="en-US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29392" name="Rectangle 16">
            <a:extLst>
              <a:ext uri="{FF2B5EF4-FFF2-40B4-BE49-F238E27FC236}">
                <a16:creationId xmlns:a16="http://schemas.microsoft.com/office/drawing/2014/main" id="{6F8112CF-73B4-04F3-7978-4FE9BDE6D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681038"/>
            <a:ext cx="1724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66FFFF"/>
                </a:solidFill>
              </a:rPr>
              <a:t>基本思路：</a:t>
            </a:r>
          </a:p>
        </p:txBody>
      </p:sp>
      <p:sp>
        <p:nvSpPr>
          <p:cNvPr id="229393" name="Text Box 17">
            <a:extLst>
              <a:ext uri="{FF2B5EF4-FFF2-40B4-BE49-F238E27FC236}">
                <a16:creationId xmlns:a16="http://schemas.microsoft.com/office/drawing/2014/main" id="{60AEF429-8FD1-81AE-FA65-2AD2DE0F8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074738"/>
            <a:ext cx="79184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若电流分布具有某些对称性，则可用安培环路定理求电流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产生的磁场。</a:t>
            </a:r>
            <a:r>
              <a:rPr lang="zh-CN" altLang="en-US" b="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229394" name="Object 2">
            <a:extLst>
              <a:ext uri="{FF2B5EF4-FFF2-40B4-BE49-F238E27FC236}">
                <a16:creationId xmlns:a16="http://schemas.microsoft.com/office/drawing/2014/main" id="{9D080DE7-AC2E-9DFD-6169-95E3E258142F}"/>
              </a:ext>
            </a:extLst>
          </p:cNvPr>
          <p:cNvGraphicFramePr>
            <a:graphicFrameLocks/>
          </p:cNvGraphicFramePr>
          <p:nvPr/>
        </p:nvGraphicFramePr>
        <p:xfrm>
          <a:off x="877888" y="2146300"/>
          <a:ext cx="2386012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62262" imgH="586546" progId="Equation.3">
                  <p:embed/>
                </p:oleObj>
              </mc:Choice>
              <mc:Fallback>
                <p:oleObj name="Equation" r:id="rId2" imgW="2362262" imgH="586546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2146300"/>
                        <a:ext cx="2386012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95" name="Object 3">
            <a:extLst>
              <a:ext uri="{FF2B5EF4-FFF2-40B4-BE49-F238E27FC236}">
                <a16:creationId xmlns:a16="http://schemas.microsoft.com/office/drawing/2014/main" id="{78448F79-8111-E8C7-A7C8-AEED3FC6D0C2}"/>
              </a:ext>
            </a:extLst>
          </p:cNvPr>
          <p:cNvGraphicFramePr>
            <a:graphicFrameLocks/>
          </p:cNvGraphicFramePr>
          <p:nvPr/>
        </p:nvGraphicFramePr>
        <p:xfrm>
          <a:off x="4724400" y="2133600"/>
          <a:ext cx="23495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23944" imgH="586546" progId="Equation.3">
                  <p:embed/>
                </p:oleObj>
              </mc:Choice>
              <mc:Fallback>
                <p:oleObj name="Equation" r:id="rId4" imgW="2323944" imgH="586546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133600"/>
                        <a:ext cx="23495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96" name="AutoShape 20">
            <a:extLst>
              <a:ext uri="{FF2B5EF4-FFF2-40B4-BE49-F238E27FC236}">
                <a16:creationId xmlns:a16="http://schemas.microsoft.com/office/drawing/2014/main" id="{AD2F500A-65A7-2F1F-CCC2-0245FD390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333625"/>
            <a:ext cx="914400" cy="158750"/>
          </a:xfrm>
          <a:prstGeom prst="rightArrow">
            <a:avLst>
              <a:gd name="adj1" fmla="val 50000"/>
              <a:gd name="adj2" fmla="val 144000"/>
            </a:avLst>
          </a:prstGeom>
          <a:gradFill rotWithShape="1">
            <a:gsLst>
              <a:gs pos="0">
                <a:srgbClr val="FFCCFF"/>
              </a:gs>
              <a:gs pos="50000">
                <a:srgbClr val="765E76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9397" name="Text Box 21">
            <a:extLst>
              <a:ext uri="{FF2B5EF4-FFF2-40B4-BE49-F238E27FC236}">
                <a16:creationId xmlns:a16="http://schemas.microsoft.com/office/drawing/2014/main" id="{E98B2566-220B-2604-9571-C0F014B71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2809875"/>
            <a:ext cx="663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  </a:t>
            </a:r>
          </a:p>
        </p:txBody>
      </p:sp>
      <p:sp>
        <p:nvSpPr>
          <p:cNvPr id="229398" name="Text Box 22">
            <a:extLst>
              <a:ext uri="{FF2B5EF4-FFF2-40B4-BE49-F238E27FC236}">
                <a16:creationId xmlns:a16="http://schemas.microsoft.com/office/drawing/2014/main" id="{F3DF667B-C1C0-A176-655F-CD42B91F1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760663"/>
            <a:ext cx="4910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求无限长圆柱面电流的磁场分布。</a:t>
            </a:r>
            <a:r>
              <a:rPr lang="zh-CN" altLang="en-US" b="0">
                <a:solidFill>
                  <a:schemeClr val="hlink"/>
                </a:solidFill>
              </a:rPr>
              <a:t> </a:t>
            </a:r>
          </a:p>
        </p:txBody>
      </p:sp>
      <p:graphicFrame>
        <p:nvGraphicFramePr>
          <p:cNvPr id="229399" name="Object 4">
            <a:extLst>
              <a:ext uri="{FF2B5EF4-FFF2-40B4-BE49-F238E27FC236}">
                <a16:creationId xmlns:a16="http://schemas.microsoft.com/office/drawing/2014/main" id="{251C373A-5E56-75CD-CB4C-BA1586A5AA50}"/>
              </a:ext>
            </a:extLst>
          </p:cNvPr>
          <p:cNvGraphicFramePr>
            <a:graphicFrameLocks/>
          </p:cNvGraphicFramePr>
          <p:nvPr/>
        </p:nvGraphicFramePr>
        <p:xfrm>
          <a:off x="8077200" y="3811588"/>
          <a:ext cx="2762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9267" imgH="266839" progId="Equation.3">
                  <p:embed/>
                </p:oleObj>
              </mc:Choice>
              <mc:Fallback>
                <p:oleObj name="Equation" r:id="rId6" imgW="259267" imgH="26683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3811588"/>
                        <a:ext cx="2762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00" name="AutoShape 24">
            <a:extLst>
              <a:ext uri="{FF2B5EF4-FFF2-40B4-BE49-F238E27FC236}">
                <a16:creationId xmlns:a16="http://schemas.microsoft.com/office/drawing/2014/main" id="{56833A02-A0FD-E7C6-543D-8D85618F7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13" y="3811588"/>
            <a:ext cx="1219200" cy="2743200"/>
          </a:xfrm>
          <a:prstGeom prst="can">
            <a:avLst>
              <a:gd name="adj" fmla="val 29448"/>
            </a:avLst>
          </a:prstGeom>
          <a:gradFill rotWithShape="0">
            <a:gsLst>
              <a:gs pos="0">
                <a:srgbClr val="33CCCC"/>
              </a:gs>
              <a:gs pos="100000">
                <a:srgbClr val="185E5E"/>
              </a:gs>
            </a:gsLst>
            <a:lin ang="0" scaled="1"/>
          </a:gra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29401" name="Object 5">
            <a:extLst>
              <a:ext uri="{FF2B5EF4-FFF2-40B4-BE49-F238E27FC236}">
                <a16:creationId xmlns:a16="http://schemas.microsoft.com/office/drawing/2014/main" id="{073CCF4E-3577-2463-92EB-7B60077EA84B}"/>
              </a:ext>
            </a:extLst>
          </p:cNvPr>
          <p:cNvGraphicFramePr>
            <a:graphicFrameLocks/>
          </p:cNvGraphicFramePr>
          <p:nvPr/>
        </p:nvGraphicFramePr>
        <p:xfrm>
          <a:off x="6858000" y="6021388"/>
          <a:ext cx="20161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3129" imgH="266839" progId="Equation.3">
                  <p:embed/>
                </p:oleObj>
              </mc:Choice>
              <mc:Fallback>
                <p:oleObj name="Equation" r:id="rId8" imgW="183129" imgH="266839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6021388"/>
                        <a:ext cx="20161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02" name="Oval 26">
            <a:extLst>
              <a:ext uri="{FF2B5EF4-FFF2-40B4-BE49-F238E27FC236}">
                <a16:creationId xmlns:a16="http://schemas.microsoft.com/office/drawing/2014/main" id="{E646F667-37FA-67FA-19AA-90B8D4EE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113" y="4802188"/>
            <a:ext cx="2590800" cy="914400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9403" name="AutoShape 27">
            <a:extLst>
              <a:ext uri="{FF2B5EF4-FFF2-40B4-BE49-F238E27FC236}">
                <a16:creationId xmlns:a16="http://schemas.microsoft.com/office/drawing/2014/main" id="{BFCC77F2-4A61-E35A-60D2-EC831D30D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263" y="3840163"/>
            <a:ext cx="1201737" cy="1752600"/>
          </a:xfrm>
          <a:prstGeom prst="can">
            <a:avLst>
              <a:gd name="adj" fmla="val 33556"/>
            </a:avLst>
          </a:prstGeom>
          <a:gradFill rotWithShape="0">
            <a:gsLst>
              <a:gs pos="0">
                <a:srgbClr val="33CCCC"/>
              </a:gs>
              <a:gs pos="100000">
                <a:srgbClr val="185E5E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9404" name="Line 28">
            <a:extLst>
              <a:ext uri="{FF2B5EF4-FFF2-40B4-BE49-F238E27FC236}">
                <a16:creationId xmlns:a16="http://schemas.microsoft.com/office/drawing/2014/main" id="{DAF48C64-1AAF-BCEA-42AE-7CD261ED2A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73913" y="5716588"/>
            <a:ext cx="0" cy="685800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05" name="Oval 29">
            <a:extLst>
              <a:ext uri="{FF2B5EF4-FFF2-40B4-BE49-F238E27FC236}">
                <a16:creationId xmlns:a16="http://schemas.microsoft.com/office/drawing/2014/main" id="{8AAEC647-F6C7-BC06-77C4-6DECF0B87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1713" y="5106988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9406" name="Line 30">
            <a:extLst>
              <a:ext uri="{FF2B5EF4-FFF2-40B4-BE49-F238E27FC236}">
                <a16:creationId xmlns:a16="http://schemas.microsoft.com/office/drawing/2014/main" id="{A8F93F7F-5522-D7D1-5BC4-AD2E77BB7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2513" y="5183188"/>
            <a:ext cx="12954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9407" name="Object 6">
            <a:extLst>
              <a:ext uri="{FF2B5EF4-FFF2-40B4-BE49-F238E27FC236}">
                <a16:creationId xmlns:a16="http://schemas.microsoft.com/office/drawing/2014/main" id="{59F7761F-6A6B-90E4-AF05-101FD34FFF8D}"/>
              </a:ext>
            </a:extLst>
          </p:cNvPr>
          <p:cNvGraphicFramePr>
            <a:graphicFrameLocks/>
          </p:cNvGraphicFramePr>
          <p:nvPr/>
        </p:nvGraphicFramePr>
        <p:xfrm>
          <a:off x="8153400" y="5259388"/>
          <a:ext cx="190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7702" imgH="190528" progId="Equation.3">
                  <p:embed/>
                </p:oleObj>
              </mc:Choice>
              <mc:Fallback>
                <p:oleObj name="Equation" r:id="rId10" imgW="167702" imgH="190528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5259388"/>
                        <a:ext cx="1905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08" name="Rectangle 32">
            <a:extLst>
              <a:ext uri="{FF2B5EF4-FFF2-40B4-BE49-F238E27FC236}">
                <a16:creationId xmlns:a16="http://schemas.microsoft.com/office/drawing/2014/main" id="{ADEC3A71-E266-D3C9-F9FA-2DC076750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7413" y="4611688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00"/>
                </a:solidFill>
              </a:rPr>
              <a:t>P</a:t>
            </a:r>
          </a:p>
        </p:txBody>
      </p:sp>
      <p:sp>
        <p:nvSpPr>
          <p:cNvPr id="229409" name="Rectangle 33">
            <a:extLst>
              <a:ext uri="{FF2B5EF4-FFF2-40B4-BE49-F238E27FC236}">
                <a16:creationId xmlns:a16="http://schemas.microsoft.com/office/drawing/2014/main" id="{EBD9DF82-DFC8-F9C3-9382-219B74A42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8313" y="5564188"/>
            <a:ext cx="369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00"/>
                </a:solidFill>
              </a:rPr>
              <a:t>L</a:t>
            </a:r>
          </a:p>
        </p:txBody>
      </p:sp>
      <p:sp>
        <p:nvSpPr>
          <p:cNvPr id="229410" name="Line 34">
            <a:extLst>
              <a:ext uri="{FF2B5EF4-FFF2-40B4-BE49-F238E27FC236}">
                <a16:creationId xmlns:a16="http://schemas.microsoft.com/office/drawing/2014/main" id="{B21DF6B7-F70B-76CF-0CFF-B4E35822E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2513" y="3975100"/>
            <a:ext cx="6096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11" name="Line 35">
            <a:extLst>
              <a:ext uri="{FF2B5EF4-FFF2-40B4-BE49-F238E27FC236}">
                <a16:creationId xmlns:a16="http://schemas.microsoft.com/office/drawing/2014/main" id="{5D890363-F67F-94E2-ECE2-70FF8CE3530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2513" y="3559175"/>
            <a:ext cx="0" cy="3124200"/>
          </a:xfrm>
          <a:prstGeom prst="line">
            <a:avLst/>
          </a:prstGeom>
          <a:noFill/>
          <a:ln w="19050">
            <a:solidFill>
              <a:srgbClr val="FFFF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12" name="Text Box 36">
            <a:extLst>
              <a:ext uri="{FF2B5EF4-FFF2-40B4-BE49-F238E27FC236}">
                <a16:creationId xmlns:a16="http://schemas.microsoft.com/office/drawing/2014/main" id="{85B1405A-8AC9-F5AE-0ED1-47FA51624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3268663"/>
            <a:ext cx="579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  <a:r>
              <a:rPr lang="zh-CN" altLang="en-US" b="0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229413" name="Text Box 37">
            <a:extLst>
              <a:ext uri="{FF2B5EF4-FFF2-40B4-BE49-F238E27FC236}">
                <a16:creationId xmlns:a16="http://schemas.microsoft.com/office/drawing/2014/main" id="{1640F668-04D3-80F6-5DF2-6B4483AB2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3259138"/>
            <a:ext cx="73834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系统具有轴对称性，以轴为中心圆周上各点的</a:t>
            </a:r>
            <a:r>
              <a:rPr lang="zh-CN" altLang="en-US">
                <a:solidFill>
                  <a:srgbClr val="66FFFF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B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相同</a:t>
            </a:r>
          </a:p>
        </p:txBody>
      </p:sp>
      <p:sp>
        <p:nvSpPr>
          <p:cNvPr id="229414" name="AutoShape 38">
            <a:extLst>
              <a:ext uri="{FF2B5EF4-FFF2-40B4-BE49-F238E27FC236}">
                <a16:creationId xmlns:a16="http://schemas.microsoft.com/office/drawing/2014/main" id="{2EB2DCE3-A87A-C936-281E-524E03A62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6050" y="4818063"/>
            <a:ext cx="1143000" cy="10668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346" y="10800"/>
                </a:moveTo>
                <a:cubicBezTo>
                  <a:pt x="2346" y="15469"/>
                  <a:pt x="6131" y="19254"/>
                  <a:pt x="10800" y="19254"/>
                </a:cubicBezTo>
                <a:cubicBezTo>
                  <a:pt x="15469" y="19254"/>
                  <a:pt x="19254" y="15469"/>
                  <a:pt x="19254" y="10800"/>
                </a:cubicBezTo>
                <a:cubicBezTo>
                  <a:pt x="19254" y="6131"/>
                  <a:pt x="15469" y="2346"/>
                  <a:pt x="10800" y="2346"/>
                </a:cubicBezTo>
                <a:cubicBezTo>
                  <a:pt x="6131" y="2346"/>
                  <a:pt x="2346" y="6131"/>
                  <a:pt x="2346" y="1080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15" name="Oval 39">
            <a:extLst>
              <a:ext uri="{FF2B5EF4-FFF2-40B4-BE49-F238E27FC236}">
                <a16:creationId xmlns:a16="http://schemas.microsoft.com/office/drawing/2014/main" id="{6CCB6CCB-117A-D3B9-D3B7-1943D100F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850" y="4360863"/>
            <a:ext cx="2057400" cy="1981200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9416" name="Line 40">
            <a:extLst>
              <a:ext uri="{FF2B5EF4-FFF2-40B4-BE49-F238E27FC236}">
                <a16:creationId xmlns:a16="http://schemas.microsoft.com/office/drawing/2014/main" id="{ADA6C369-C54B-E296-70DD-91DB3AD984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0450" y="4970463"/>
            <a:ext cx="685800" cy="381000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17" name="Line 41">
            <a:extLst>
              <a:ext uri="{FF2B5EF4-FFF2-40B4-BE49-F238E27FC236}">
                <a16:creationId xmlns:a16="http://schemas.microsoft.com/office/drawing/2014/main" id="{C0FBBD54-3522-C462-6568-90025C8AED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0450" y="5351463"/>
            <a:ext cx="685800" cy="381000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18" name="Oval 42">
            <a:extLst>
              <a:ext uri="{FF2B5EF4-FFF2-40B4-BE49-F238E27FC236}">
                <a16:creationId xmlns:a16="http://schemas.microsoft.com/office/drawing/2014/main" id="{5CA440A1-E53C-52EF-D3C0-96DEE6637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0" y="4894263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9419" name="Oval 43">
            <a:extLst>
              <a:ext uri="{FF2B5EF4-FFF2-40B4-BE49-F238E27FC236}">
                <a16:creationId xmlns:a16="http://schemas.microsoft.com/office/drawing/2014/main" id="{863BC95E-542E-08E3-C7A4-DEFDD9ACA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0" y="5656263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9420" name="Rectangle 44">
            <a:extLst>
              <a:ext uri="{FF2B5EF4-FFF2-40B4-BE49-F238E27FC236}">
                <a16:creationId xmlns:a16="http://schemas.microsoft.com/office/drawing/2014/main" id="{B6FE227D-3F82-717B-5368-B761A0942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263" y="5133975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00"/>
                </a:solidFill>
              </a:rPr>
              <a:t>P</a:t>
            </a:r>
          </a:p>
        </p:txBody>
      </p:sp>
      <p:sp>
        <p:nvSpPr>
          <p:cNvPr id="229421" name="Line 45">
            <a:extLst>
              <a:ext uri="{FF2B5EF4-FFF2-40B4-BE49-F238E27FC236}">
                <a16:creationId xmlns:a16="http://schemas.microsoft.com/office/drawing/2014/main" id="{CEBC1CCA-D9E7-F158-4CB9-DFB8E42263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4050" y="5351463"/>
            <a:ext cx="2362200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22" name="Line 46">
            <a:extLst>
              <a:ext uri="{FF2B5EF4-FFF2-40B4-BE49-F238E27FC236}">
                <a16:creationId xmlns:a16="http://schemas.microsoft.com/office/drawing/2014/main" id="{3A04711D-1535-95FF-845F-2183EF7AD0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56250" y="4741863"/>
            <a:ext cx="381000" cy="6096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23" name="Line 47">
            <a:extLst>
              <a:ext uri="{FF2B5EF4-FFF2-40B4-BE49-F238E27FC236}">
                <a16:creationId xmlns:a16="http://schemas.microsoft.com/office/drawing/2014/main" id="{BA83CE62-377A-D358-5157-EFD820BE5FA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75250" y="4741863"/>
            <a:ext cx="381000" cy="6096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24" name="Line 48">
            <a:extLst>
              <a:ext uri="{FF2B5EF4-FFF2-40B4-BE49-F238E27FC236}">
                <a16:creationId xmlns:a16="http://schemas.microsoft.com/office/drawing/2014/main" id="{D7181978-CB75-352A-52D4-2F965BDFC8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56250" y="4208463"/>
            <a:ext cx="0" cy="1143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9425" name="Object 7">
            <a:extLst>
              <a:ext uri="{FF2B5EF4-FFF2-40B4-BE49-F238E27FC236}">
                <a16:creationId xmlns:a16="http://schemas.microsoft.com/office/drawing/2014/main" id="{6068593B-2A16-640E-08C2-2A8EE2EE6078}"/>
              </a:ext>
            </a:extLst>
          </p:cNvPr>
          <p:cNvGraphicFramePr>
            <a:graphicFrameLocks/>
          </p:cNvGraphicFramePr>
          <p:nvPr/>
        </p:nvGraphicFramePr>
        <p:xfrm>
          <a:off x="4648200" y="5867400"/>
          <a:ext cx="3667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2869" imgH="297263" progId="Equation.3">
                  <p:embed/>
                </p:oleObj>
              </mc:Choice>
              <mc:Fallback>
                <p:oleObj name="Equation" r:id="rId12" imgW="342869" imgH="297263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867400"/>
                        <a:ext cx="3667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26" name="Object 8">
            <a:extLst>
              <a:ext uri="{FF2B5EF4-FFF2-40B4-BE49-F238E27FC236}">
                <a16:creationId xmlns:a16="http://schemas.microsoft.com/office/drawing/2014/main" id="{D633CFF8-2203-547D-3124-0054C06AB102}"/>
              </a:ext>
            </a:extLst>
          </p:cNvPr>
          <p:cNvGraphicFramePr>
            <a:graphicFrameLocks/>
          </p:cNvGraphicFramePr>
          <p:nvPr/>
        </p:nvGraphicFramePr>
        <p:xfrm>
          <a:off x="4419600" y="4495800"/>
          <a:ext cx="4191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96116" imgH="297263" progId="Equation.3">
                  <p:embed/>
                </p:oleObj>
              </mc:Choice>
              <mc:Fallback>
                <p:oleObj name="Equation" r:id="rId14" imgW="396116" imgH="297263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495800"/>
                        <a:ext cx="4191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27" name="Object 9">
            <a:extLst>
              <a:ext uri="{FF2B5EF4-FFF2-40B4-BE49-F238E27FC236}">
                <a16:creationId xmlns:a16="http://schemas.microsoft.com/office/drawing/2014/main" id="{202E604C-E0A8-BA8A-0D5D-D61D54FDD5F4}"/>
              </a:ext>
            </a:extLst>
          </p:cNvPr>
          <p:cNvGraphicFramePr>
            <a:graphicFrameLocks/>
          </p:cNvGraphicFramePr>
          <p:nvPr/>
        </p:nvGraphicFramePr>
        <p:xfrm>
          <a:off x="4967288" y="4394200"/>
          <a:ext cx="43021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11542" imgH="335169" progId="Equation.3">
                  <p:embed/>
                </p:oleObj>
              </mc:Choice>
              <mc:Fallback>
                <p:oleObj name="Equation" r:id="rId16" imgW="411542" imgH="335169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7288" y="4394200"/>
                        <a:ext cx="43021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28" name="Object 10">
            <a:extLst>
              <a:ext uri="{FF2B5EF4-FFF2-40B4-BE49-F238E27FC236}">
                <a16:creationId xmlns:a16="http://schemas.microsoft.com/office/drawing/2014/main" id="{78654F05-9290-7813-9D6D-F2C00318DE33}"/>
              </a:ext>
            </a:extLst>
          </p:cNvPr>
          <p:cNvGraphicFramePr>
            <a:graphicFrameLocks/>
          </p:cNvGraphicFramePr>
          <p:nvPr/>
        </p:nvGraphicFramePr>
        <p:xfrm>
          <a:off x="5668963" y="4392613"/>
          <a:ext cx="4968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72253" imgH="335169" progId="Equation.3">
                  <p:embed/>
                </p:oleObj>
              </mc:Choice>
              <mc:Fallback>
                <p:oleObj name="Equation" r:id="rId18" imgW="472253" imgH="335169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8963" y="4392613"/>
                        <a:ext cx="4968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29" name="Text Box 53">
            <a:extLst>
              <a:ext uri="{FF2B5EF4-FFF2-40B4-BE49-F238E27FC236}">
                <a16:creationId xmlns:a16="http://schemas.microsoft.com/office/drawing/2014/main" id="{FDF7E569-4805-38C5-F23B-75D47D689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" y="3640138"/>
            <a:ext cx="28289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i="1">
                <a:solidFill>
                  <a:srgbClr val="66FFFF"/>
                </a:solidFill>
              </a:rPr>
              <a:t>P </a:t>
            </a:r>
            <a:r>
              <a:rPr lang="zh-CN" altLang="en-US">
                <a:solidFill>
                  <a:schemeClr val="bg1"/>
                </a:solidFill>
              </a:rPr>
              <a:t>点的磁感应强度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沿圆周的切线方向</a:t>
            </a:r>
            <a:r>
              <a:rPr lang="zh-CN" altLang="en-US">
                <a:solidFill>
                  <a:schemeClr val="hlink"/>
                </a:solidFill>
              </a:rPr>
              <a:t>  </a:t>
            </a:r>
          </a:p>
        </p:txBody>
      </p:sp>
      <p:graphicFrame>
        <p:nvGraphicFramePr>
          <p:cNvPr id="229430" name="Object 11">
            <a:extLst>
              <a:ext uri="{FF2B5EF4-FFF2-40B4-BE49-F238E27FC236}">
                <a16:creationId xmlns:a16="http://schemas.microsoft.com/office/drawing/2014/main" id="{C590949E-20AE-4A8A-755E-C6CA616DA2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3125" y="4765675"/>
          <a:ext cx="7874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61876" imgH="266839" progId="Equation.3">
                  <p:embed/>
                </p:oleObj>
              </mc:Choice>
              <mc:Fallback>
                <p:oleObj name="Equation" r:id="rId20" imgW="761876" imgH="26683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4765675"/>
                        <a:ext cx="78740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31" name="Object 12">
            <a:extLst>
              <a:ext uri="{FF2B5EF4-FFF2-40B4-BE49-F238E27FC236}">
                <a16:creationId xmlns:a16="http://schemas.microsoft.com/office/drawing/2014/main" id="{24E8F5AA-B3B7-E7F7-9F1F-28DE3391E3D5}"/>
              </a:ext>
            </a:extLst>
          </p:cNvPr>
          <p:cNvGraphicFramePr>
            <a:graphicFrameLocks/>
          </p:cNvGraphicFramePr>
          <p:nvPr/>
        </p:nvGraphicFramePr>
        <p:xfrm>
          <a:off x="873125" y="5299075"/>
          <a:ext cx="14605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40149" imgH="586546" progId="Equation.3">
                  <p:embed/>
                </p:oleObj>
              </mc:Choice>
              <mc:Fallback>
                <p:oleObj name="Equation" r:id="rId22" imgW="1440149" imgH="586546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5299075"/>
                        <a:ext cx="14605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32" name="Object 13">
            <a:extLst>
              <a:ext uri="{FF2B5EF4-FFF2-40B4-BE49-F238E27FC236}">
                <a16:creationId xmlns:a16="http://schemas.microsoft.com/office/drawing/2014/main" id="{BE7AFD7F-F525-C7FD-271B-B469CE685B90}"/>
              </a:ext>
            </a:extLst>
          </p:cNvPr>
          <p:cNvGraphicFramePr>
            <a:graphicFrameLocks/>
          </p:cNvGraphicFramePr>
          <p:nvPr/>
        </p:nvGraphicFramePr>
        <p:xfrm>
          <a:off x="914400" y="5984875"/>
          <a:ext cx="10541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28607" imgH="586546" progId="Equation.3">
                  <p:embed/>
                </p:oleObj>
              </mc:Choice>
              <mc:Fallback>
                <p:oleObj name="Equation" r:id="rId24" imgW="1028607" imgH="586546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984875"/>
                        <a:ext cx="10541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9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3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2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2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2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22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22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29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29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4" dur="500"/>
                                        <p:tgtEl>
                                          <p:spTgt spid="22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2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2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7" dur="500"/>
                                        <p:tgtEl>
                                          <p:spTgt spid="22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38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22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22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2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22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92" grpId="0" autoUpdateAnimBg="0"/>
      <p:bldP spid="229393" grpId="0" autoUpdateAnimBg="0"/>
      <p:bldP spid="229396" grpId="0" animBg="1"/>
      <p:bldP spid="229397" grpId="0" autoUpdateAnimBg="0"/>
      <p:bldP spid="229398" grpId="0" autoUpdateAnimBg="0"/>
      <p:bldP spid="229400" grpId="0" animBg="1"/>
      <p:bldP spid="229402" grpId="0" animBg="1"/>
      <p:bldP spid="229403" grpId="0" animBg="1"/>
      <p:bldP spid="229405" grpId="0" animBg="1"/>
      <p:bldP spid="229408" grpId="0" autoUpdateAnimBg="0"/>
      <p:bldP spid="229409" grpId="0" autoUpdateAnimBg="0"/>
      <p:bldP spid="229412" grpId="0" autoUpdateAnimBg="0"/>
      <p:bldP spid="229413" grpId="0" autoUpdateAnimBg="0"/>
      <p:bldP spid="229415" grpId="0" animBg="1"/>
      <p:bldP spid="229418" grpId="0" animBg="1"/>
      <p:bldP spid="229419" grpId="0" animBg="1"/>
      <p:bldP spid="229420" grpId="0" autoUpdateAnimBg="0"/>
      <p:bldP spid="22942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354" name="Object 2">
            <a:extLst>
              <a:ext uri="{FF2B5EF4-FFF2-40B4-BE49-F238E27FC236}">
                <a16:creationId xmlns:a16="http://schemas.microsoft.com/office/drawing/2014/main" id="{E0D4D857-5CA4-3544-22D7-36652ED788D5}"/>
              </a:ext>
            </a:extLst>
          </p:cNvPr>
          <p:cNvGraphicFramePr>
            <a:graphicFrameLocks/>
          </p:cNvGraphicFramePr>
          <p:nvPr/>
        </p:nvGraphicFramePr>
        <p:xfrm>
          <a:off x="844550" y="474663"/>
          <a:ext cx="109061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924" imgH="297263" progId="Equation.3">
                  <p:embed/>
                </p:oleObj>
              </mc:Choice>
              <mc:Fallback>
                <p:oleObj name="Equation" r:id="rId2" imgW="1066924" imgH="297263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474663"/>
                        <a:ext cx="109061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55" name="Object 3">
            <a:extLst>
              <a:ext uri="{FF2B5EF4-FFF2-40B4-BE49-F238E27FC236}">
                <a16:creationId xmlns:a16="http://schemas.microsoft.com/office/drawing/2014/main" id="{490140D3-C34D-17AD-DF2C-85DFB4FAF966}"/>
              </a:ext>
            </a:extLst>
          </p:cNvPr>
          <p:cNvGraphicFramePr>
            <a:graphicFrameLocks/>
          </p:cNvGraphicFramePr>
          <p:nvPr/>
        </p:nvGraphicFramePr>
        <p:xfrm>
          <a:off x="2071688" y="446088"/>
          <a:ext cx="8239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00193" imgH="411480" progId="Equation.3">
                  <p:embed/>
                </p:oleObj>
              </mc:Choice>
              <mc:Fallback>
                <p:oleObj name="Equation" r:id="rId4" imgW="800193" imgH="41148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446088"/>
                        <a:ext cx="8239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56" name="Object 4">
            <a:extLst>
              <a:ext uri="{FF2B5EF4-FFF2-40B4-BE49-F238E27FC236}">
                <a16:creationId xmlns:a16="http://schemas.microsoft.com/office/drawing/2014/main" id="{71452BAE-1F58-28FE-5D92-CFFEAB195437}"/>
              </a:ext>
            </a:extLst>
          </p:cNvPr>
          <p:cNvGraphicFramePr>
            <a:graphicFrameLocks/>
          </p:cNvGraphicFramePr>
          <p:nvPr/>
        </p:nvGraphicFramePr>
        <p:xfrm>
          <a:off x="4252913" y="252413"/>
          <a:ext cx="1195387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73418" imgH="800017" progId="Equation.3">
                  <p:embed/>
                </p:oleObj>
              </mc:Choice>
              <mc:Fallback>
                <p:oleObj name="Equation" r:id="rId6" imgW="1173418" imgH="800017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2913" y="252413"/>
                        <a:ext cx="1195387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57" name="AutoShape 5">
            <a:extLst>
              <a:ext uri="{FF2B5EF4-FFF2-40B4-BE49-F238E27FC236}">
                <a16:creationId xmlns:a16="http://schemas.microsoft.com/office/drawing/2014/main" id="{4CC36653-8F69-7DF8-3432-95EFF4146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688" y="571500"/>
            <a:ext cx="857250" cy="214313"/>
          </a:xfrm>
          <a:prstGeom prst="rightArrow">
            <a:avLst>
              <a:gd name="adj1" fmla="val 50000"/>
              <a:gd name="adj2" fmla="val 98203"/>
            </a:avLst>
          </a:prstGeom>
          <a:gradFill rotWithShape="1">
            <a:gsLst>
              <a:gs pos="0">
                <a:srgbClr val="FFCCFF"/>
              </a:gs>
              <a:gs pos="50000">
                <a:srgbClr val="765E76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00"/>
          </a:p>
        </p:txBody>
      </p:sp>
      <p:graphicFrame>
        <p:nvGraphicFramePr>
          <p:cNvPr id="228358" name="Object 5">
            <a:extLst>
              <a:ext uri="{FF2B5EF4-FFF2-40B4-BE49-F238E27FC236}">
                <a16:creationId xmlns:a16="http://schemas.microsoft.com/office/drawing/2014/main" id="{AC79C1C3-8007-4E48-D3F4-2B630AA8DCB1}"/>
              </a:ext>
            </a:extLst>
          </p:cNvPr>
          <p:cNvGraphicFramePr>
            <a:graphicFrameLocks/>
          </p:cNvGraphicFramePr>
          <p:nvPr/>
        </p:nvGraphicFramePr>
        <p:xfrm>
          <a:off x="901700" y="1974850"/>
          <a:ext cx="14605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0149" imgH="586546" progId="Equation.3">
                  <p:embed/>
                </p:oleObj>
              </mc:Choice>
              <mc:Fallback>
                <p:oleObj name="Equation" r:id="rId8" imgW="1440149" imgH="586546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1974850"/>
                        <a:ext cx="14605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59" name="Object 6">
            <a:extLst>
              <a:ext uri="{FF2B5EF4-FFF2-40B4-BE49-F238E27FC236}">
                <a16:creationId xmlns:a16="http://schemas.microsoft.com/office/drawing/2014/main" id="{F25715CF-4453-7717-740A-3237F2458802}"/>
              </a:ext>
            </a:extLst>
          </p:cNvPr>
          <p:cNvGraphicFramePr>
            <a:graphicFrameLocks/>
          </p:cNvGraphicFramePr>
          <p:nvPr/>
        </p:nvGraphicFramePr>
        <p:xfrm>
          <a:off x="2427288" y="1978025"/>
          <a:ext cx="10541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28607" imgH="586546" progId="Equation.3">
                  <p:embed/>
                </p:oleObj>
              </mc:Choice>
              <mc:Fallback>
                <p:oleObj name="Equation" r:id="rId10" imgW="1028607" imgH="586546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288" y="1978025"/>
                        <a:ext cx="10541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0" name="Object 7">
            <a:extLst>
              <a:ext uri="{FF2B5EF4-FFF2-40B4-BE49-F238E27FC236}">
                <a16:creationId xmlns:a16="http://schemas.microsoft.com/office/drawing/2014/main" id="{D8AF4647-CC06-2DA6-6994-C55DEB6A7234}"/>
              </a:ext>
            </a:extLst>
          </p:cNvPr>
          <p:cNvGraphicFramePr>
            <a:graphicFrameLocks/>
          </p:cNvGraphicFramePr>
          <p:nvPr/>
        </p:nvGraphicFramePr>
        <p:xfrm>
          <a:off x="3586163" y="2074863"/>
          <a:ext cx="10922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66924" imgH="297263" progId="Equation.3">
                  <p:embed/>
                </p:oleObj>
              </mc:Choice>
              <mc:Fallback>
                <p:oleObj name="Equation" r:id="rId12" imgW="1066924" imgH="297263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163" y="2074863"/>
                        <a:ext cx="10922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1" name="Object 8">
            <a:extLst>
              <a:ext uri="{FF2B5EF4-FFF2-40B4-BE49-F238E27FC236}">
                <a16:creationId xmlns:a16="http://schemas.microsoft.com/office/drawing/2014/main" id="{5F9C932C-9685-A927-2FD1-B5C80FE4142C}"/>
              </a:ext>
            </a:extLst>
          </p:cNvPr>
          <p:cNvGraphicFramePr>
            <a:graphicFrameLocks/>
          </p:cNvGraphicFramePr>
          <p:nvPr/>
        </p:nvGraphicFramePr>
        <p:xfrm>
          <a:off x="889000" y="1020763"/>
          <a:ext cx="787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61876" imgH="266839" progId="Equation.3">
                  <p:embed/>
                </p:oleObj>
              </mc:Choice>
              <mc:Fallback>
                <p:oleObj name="Equation" r:id="rId14" imgW="761876" imgH="266839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1020763"/>
                        <a:ext cx="7874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62" name="Text Box 10">
            <a:extLst>
              <a:ext uri="{FF2B5EF4-FFF2-40B4-BE49-F238E27FC236}">
                <a16:creationId xmlns:a16="http://schemas.microsoft.com/office/drawing/2014/main" id="{31C4C377-07A0-50AD-5020-94F15F3FA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465263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在系统内以轴为圆心做一圆周</a:t>
            </a:r>
          </a:p>
        </p:txBody>
      </p:sp>
      <p:graphicFrame>
        <p:nvGraphicFramePr>
          <p:cNvPr id="228363" name="Object 9">
            <a:extLst>
              <a:ext uri="{FF2B5EF4-FFF2-40B4-BE49-F238E27FC236}">
                <a16:creationId xmlns:a16="http://schemas.microsoft.com/office/drawing/2014/main" id="{5F4388A7-4611-6A31-73B7-5AB94ED46704}"/>
              </a:ext>
            </a:extLst>
          </p:cNvPr>
          <p:cNvGraphicFramePr>
            <a:graphicFrameLocks/>
          </p:cNvGraphicFramePr>
          <p:nvPr/>
        </p:nvGraphicFramePr>
        <p:xfrm>
          <a:off x="4765675" y="2074863"/>
          <a:ext cx="4826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57324" imgH="297263" progId="Equation.3">
                  <p:embed/>
                </p:oleObj>
              </mc:Choice>
              <mc:Fallback>
                <p:oleObj name="Equation" r:id="rId16" imgW="457324" imgH="297263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5675" y="2074863"/>
                        <a:ext cx="4826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4" name="Object 10">
            <a:extLst>
              <a:ext uri="{FF2B5EF4-FFF2-40B4-BE49-F238E27FC236}">
                <a16:creationId xmlns:a16="http://schemas.microsoft.com/office/drawing/2014/main" id="{4F5D2EB9-C3A6-97D1-A831-6062208AF5F9}"/>
              </a:ext>
            </a:extLst>
          </p:cNvPr>
          <p:cNvGraphicFramePr>
            <a:graphicFrameLocks/>
          </p:cNvGraphicFramePr>
          <p:nvPr/>
        </p:nvGraphicFramePr>
        <p:xfrm>
          <a:off x="873125" y="2743200"/>
          <a:ext cx="7985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77302" imgH="297263" progId="Equation.3">
                  <p:embed/>
                </p:oleObj>
              </mc:Choice>
              <mc:Fallback>
                <p:oleObj name="Equation" r:id="rId18" imgW="777302" imgH="297263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2743200"/>
                        <a:ext cx="7985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65" name="Text Box 13">
            <a:extLst>
              <a:ext uri="{FF2B5EF4-FFF2-40B4-BE49-F238E27FC236}">
                <a16:creationId xmlns:a16="http://schemas.microsoft.com/office/drawing/2014/main" id="{CADD34D5-C9F8-FC96-B381-96EF00587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7600"/>
            <a:ext cx="518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无限长圆柱形载流直导线的磁场分布 </a:t>
            </a:r>
            <a:endParaRPr lang="zh-CN" altLang="en-US" b="0">
              <a:solidFill>
                <a:schemeClr val="bg1"/>
              </a:solidFill>
            </a:endParaRPr>
          </a:p>
        </p:txBody>
      </p:sp>
      <p:graphicFrame>
        <p:nvGraphicFramePr>
          <p:cNvPr id="228366" name="Object 11">
            <a:extLst>
              <a:ext uri="{FF2B5EF4-FFF2-40B4-BE49-F238E27FC236}">
                <a16:creationId xmlns:a16="http://schemas.microsoft.com/office/drawing/2014/main" id="{9DB65EAC-CE39-E517-A4CA-4B9C93B7D65A}"/>
              </a:ext>
            </a:extLst>
          </p:cNvPr>
          <p:cNvGraphicFramePr>
            <a:graphicFrameLocks/>
          </p:cNvGraphicFramePr>
          <p:nvPr/>
        </p:nvGraphicFramePr>
        <p:xfrm>
          <a:off x="885825" y="4349750"/>
          <a:ext cx="787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61876" imgH="266839" progId="Equation.3">
                  <p:embed/>
                </p:oleObj>
              </mc:Choice>
              <mc:Fallback>
                <p:oleObj name="Equation" r:id="rId20" imgW="761876" imgH="266839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4349750"/>
                        <a:ext cx="7874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67" name="Text Box 15">
            <a:extLst>
              <a:ext uri="{FF2B5EF4-FFF2-40B4-BE49-F238E27FC236}">
                <a16:creationId xmlns:a16="http://schemas.microsoft.com/office/drawing/2014/main" id="{D5AEC75E-C0D9-C067-EBD7-ADC8A4927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260850"/>
            <a:ext cx="110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区域：</a:t>
            </a:r>
          </a:p>
        </p:txBody>
      </p:sp>
      <p:graphicFrame>
        <p:nvGraphicFramePr>
          <p:cNvPr id="228368" name="Object 12">
            <a:extLst>
              <a:ext uri="{FF2B5EF4-FFF2-40B4-BE49-F238E27FC236}">
                <a16:creationId xmlns:a16="http://schemas.microsoft.com/office/drawing/2014/main" id="{E39BDEF1-100F-EA2D-96A6-27DCC118D35C}"/>
              </a:ext>
            </a:extLst>
          </p:cNvPr>
          <p:cNvGraphicFramePr>
            <a:graphicFrameLocks/>
          </p:cNvGraphicFramePr>
          <p:nvPr/>
        </p:nvGraphicFramePr>
        <p:xfrm>
          <a:off x="2805113" y="4108450"/>
          <a:ext cx="1195387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73418" imgH="800017" progId="Equation.3">
                  <p:embed/>
                </p:oleObj>
              </mc:Choice>
              <mc:Fallback>
                <p:oleObj name="Equation" r:id="rId22" imgW="1173418" imgH="800017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113" y="4108450"/>
                        <a:ext cx="1195387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69" name="Text Box 17">
            <a:extLst>
              <a:ext uri="{FF2B5EF4-FFF2-40B4-BE49-F238E27FC236}">
                <a16:creationId xmlns:a16="http://schemas.microsoft.com/office/drawing/2014/main" id="{7068B5BE-B8D1-CF04-2D93-3586AFFDC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953000"/>
            <a:ext cx="110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区域：</a:t>
            </a:r>
          </a:p>
        </p:txBody>
      </p:sp>
      <p:graphicFrame>
        <p:nvGraphicFramePr>
          <p:cNvPr id="228370" name="Object 13">
            <a:extLst>
              <a:ext uri="{FF2B5EF4-FFF2-40B4-BE49-F238E27FC236}">
                <a16:creationId xmlns:a16="http://schemas.microsoft.com/office/drawing/2014/main" id="{1187A44B-2274-5013-E995-8CBF854D2774}"/>
              </a:ext>
            </a:extLst>
          </p:cNvPr>
          <p:cNvGraphicFramePr>
            <a:graphicFrameLocks/>
          </p:cNvGraphicFramePr>
          <p:nvPr/>
        </p:nvGraphicFramePr>
        <p:xfrm>
          <a:off x="908050" y="5041900"/>
          <a:ext cx="787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61876" imgH="266839" progId="Equation.3">
                  <p:embed/>
                </p:oleObj>
              </mc:Choice>
              <mc:Fallback>
                <p:oleObj name="Equation" r:id="rId24" imgW="761876" imgH="266839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5041900"/>
                        <a:ext cx="7874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1" name="Object 14">
            <a:extLst>
              <a:ext uri="{FF2B5EF4-FFF2-40B4-BE49-F238E27FC236}">
                <a16:creationId xmlns:a16="http://schemas.microsoft.com/office/drawing/2014/main" id="{A8939351-BFE5-CBA0-ABFD-6A233A46EA00}"/>
              </a:ext>
            </a:extLst>
          </p:cNvPr>
          <p:cNvGraphicFramePr>
            <a:graphicFrameLocks/>
          </p:cNvGraphicFramePr>
          <p:nvPr/>
        </p:nvGraphicFramePr>
        <p:xfrm>
          <a:off x="2763838" y="5018088"/>
          <a:ext cx="8128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92729" imgH="297263" progId="Equation.3">
                  <p:embed/>
                </p:oleObj>
              </mc:Choice>
              <mc:Fallback>
                <p:oleObj name="Equation" r:id="rId26" imgW="792729" imgH="297263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838" y="5018088"/>
                        <a:ext cx="8128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2" name="Object 15">
            <a:extLst>
              <a:ext uri="{FF2B5EF4-FFF2-40B4-BE49-F238E27FC236}">
                <a16:creationId xmlns:a16="http://schemas.microsoft.com/office/drawing/2014/main" id="{1E1F7010-4F16-D8EF-666A-4CAD09C25C72}"/>
              </a:ext>
            </a:extLst>
          </p:cNvPr>
          <p:cNvGraphicFramePr>
            <a:graphicFrameLocks/>
          </p:cNvGraphicFramePr>
          <p:nvPr/>
        </p:nvGraphicFramePr>
        <p:xfrm>
          <a:off x="3690938" y="4927600"/>
          <a:ext cx="1295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72447" imgH="457366" progId="Equation.3">
                  <p:embed/>
                </p:oleObj>
              </mc:Choice>
              <mc:Fallback>
                <p:oleObj name="Equation" r:id="rId28" imgW="1272447" imgH="457366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938" y="4927600"/>
                        <a:ext cx="1295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">
            <a:extLst>
              <a:ext uri="{FF2B5EF4-FFF2-40B4-BE49-F238E27FC236}">
                <a16:creationId xmlns:a16="http://schemas.microsoft.com/office/drawing/2014/main" id="{87A8658E-0FDC-84EB-D6E1-BF3294D30BBE}"/>
              </a:ext>
            </a:extLst>
          </p:cNvPr>
          <p:cNvGrpSpPr>
            <a:grpSpLocks/>
          </p:cNvGrpSpPr>
          <p:nvPr/>
        </p:nvGrpSpPr>
        <p:grpSpPr bwMode="auto">
          <a:xfrm>
            <a:off x="5046663" y="5334000"/>
            <a:ext cx="1524000" cy="990600"/>
            <a:chOff x="3179" y="3360"/>
            <a:chExt cx="960" cy="624"/>
          </a:xfrm>
        </p:grpSpPr>
        <p:sp>
          <p:nvSpPr>
            <p:cNvPr id="16416" name="AutoShape 22">
              <a:extLst>
                <a:ext uri="{FF2B5EF4-FFF2-40B4-BE49-F238E27FC236}">
                  <a16:creationId xmlns:a16="http://schemas.microsoft.com/office/drawing/2014/main" id="{D0026EB2-581A-EBA0-02CB-802F69147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9" y="3360"/>
              <a:ext cx="960" cy="624"/>
            </a:xfrm>
            <a:prstGeom prst="wedgeRectCallout">
              <a:avLst>
                <a:gd name="adj1" fmla="val -90833"/>
                <a:gd name="adj2" fmla="val -44870"/>
              </a:avLst>
            </a:prstGeom>
            <a:solidFill>
              <a:srgbClr val="006699"/>
            </a:solidFill>
            <a:ln w="9525">
              <a:solidFill>
                <a:srgbClr val="66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b="0"/>
            </a:p>
          </p:txBody>
        </p:sp>
        <p:graphicFrame>
          <p:nvGraphicFramePr>
            <p:cNvPr id="16417" name="Object 19">
              <a:extLst>
                <a:ext uri="{FF2B5EF4-FFF2-40B4-BE49-F238E27FC236}">
                  <a16:creationId xmlns:a16="http://schemas.microsoft.com/office/drawing/2014/main" id="{9861B64A-F067-F4AB-3048-F0CDF8BA9A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44" y="3397"/>
            <a:ext cx="869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143062" imgH="800017" progId="Equation.3">
                    <p:embed/>
                  </p:oleObj>
                </mc:Choice>
                <mc:Fallback>
                  <p:oleObj name="Equation" r:id="rId30" imgW="1143062" imgH="800017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4" y="3397"/>
                          <a:ext cx="869" cy="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8376" name="Object 16">
            <a:extLst>
              <a:ext uri="{FF2B5EF4-FFF2-40B4-BE49-F238E27FC236}">
                <a16:creationId xmlns:a16="http://schemas.microsoft.com/office/drawing/2014/main" id="{D4901176-2FF2-2B9D-BF0B-9E59D5CB7D8E}"/>
              </a:ext>
            </a:extLst>
          </p:cNvPr>
          <p:cNvGraphicFramePr>
            <a:graphicFrameLocks/>
          </p:cNvGraphicFramePr>
          <p:nvPr/>
        </p:nvGraphicFramePr>
        <p:xfrm>
          <a:off x="2714625" y="5715000"/>
          <a:ext cx="141128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386902" imgH="800017" progId="Equation.3">
                  <p:embed/>
                </p:oleObj>
              </mc:Choice>
              <mc:Fallback>
                <p:oleObj name="Equation" r:id="rId32" imgW="1386902" imgH="800017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5715000"/>
                        <a:ext cx="1411288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77" name="Rectangle 25">
            <a:extLst>
              <a:ext uri="{FF2B5EF4-FFF2-40B4-BE49-F238E27FC236}">
                <a16:creationId xmlns:a16="http://schemas.microsoft.com/office/drawing/2014/main" id="{BF6D002F-FB7E-BD56-52E7-98CBCD610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3152775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accent1"/>
                </a:solidFill>
              </a:rPr>
              <a:t>推广</a:t>
            </a:r>
          </a:p>
        </p:txBody>
      </p:sp>
      <p:grpSp>
        <p:nvGrpSpPr>
          <p:cNvPr id="3" name="Group 26">
            <a:extLst>
              <a:ext uri="{FF2B5EF4-FFF2-40B4-BE49-F238E27FC236}">
                <a16:creationId xmlns:a16="http://schemas.microsoft.com/office/drawing/2014/main" id="{CD979420-84EC-67CA-076C-5868593C2A48}"/>
              </a:ext>
            </a:extLst>
          </p:cNvPr>
          <p:cNvGrpSpPr>
            <a:grpSpLocks/>
          </p:cNvGrpSpPr>
          <p:nvPr/>
        </p:nvGrpSpPr>
        <p:grpSpPr bwMode="auto">
          <a:xfrm>
            <a:off x="6792913" y="661988"/>
            <a:ext cx="1673225" cy="3124200"/>
            <a:chOff x="4279" y="417"/>
            <a:chExt cx="1054" cy="1968"/>
          </a:xfrm>
        </p:grpSpPr>
        <p:graphicFrame>
          <p:nvGraphicFramePr>
            <p:cNvPr id="16410" name="Object 17">
              <a:extLst>
                <a:ext uri="{FF2B5EF4-FFF2-40B4-BE49-F238E27FC236}">
                  <a16:creationId xmlns:a16="http://schemas.microsoft.com/office/drawing/2014/main" id="{E5874117-5FB0-56DB-1327-176E70C2DD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5" y="432"/>
            <a:ext cx="238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29384" imgH="144641" progId="Equation.3">
                    <p:embed/>
                  </p:oleObj>
                </mc:Choice>
                <mc:Fallback>
                  <p:oleObj name="Equation" r:id="rId34" imgW="129384" imgH="144641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5" y="432"/>
                          <a:ext cx="238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1" name="AutoShape 28">
              <a:extLst>
                <a:ext uri="{FF2B5EF4-FFF2-40B4-BE49-F238E27FC236}">
                  <a16:creationId xmlns:a16="http://schemas.microsoft.com/office/drawing/2014/main" id="{A8455C7B-13E8-A551-4873-6F375C302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543"/>
              <a:ext cx="768" cy="1728"/>
            </a:xfrm>
            <a:prstGeom prst="can">
              <a:avLst>
                <a:gd name="adj" fmla="val 29448"/>
              </a:avLst>
            </a:prstGeom>
            <a:gradFill rotWithShape="0">
              <a:gsLst>
                <a:gs pos="0">
                  <a:srgbClr val="33CCCC"/>
                </a:gs>
                <a:gs pos="100000">
                  <a:srgbClr val="185E5E"/>
                </a:gs>
              </a:gsLst>
              <a:lin ang="0" scaled="1"/>
            </a:gra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16412" name="Object 18">
              <a:extLst>
                <a:ext uri="{FF2B5EF4-FFF2-40B4-BE49-F238E27FC236}">
                  <a16:creationId xmlns:a16="http://schemas.microsoft.com/office/drawing/2014/main" id="{1C1210C8-E421-E426-78A6-164108F899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12" y="1824"/>
            <a:ext cx="23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06493" imgH="144641" progId="Equation.3">
                    <p:embed/>
                  </p:oleObj>
                </mc:Choice>
                <mc:Fallback>
                  <p:oleObj name="Equation" r:id="rId36" imgW="106493" imgH="144641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2" y="1824"/>
                          <a:ext cx="23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3" name="Line 30">
              <a:extLst>
                <a:ext uri="{FF2B5EF4-FFF2-40B4-BE49-F238E27FC236}">
                  <a16:creationId xmlns:a16="http://schemas.microsoft.com/office/drawing/2014/main" id="{6F7D2AA9-CD0B-88F8-0321-30F80E3CCC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9" y="1743"/>
              <a:ext cx="0" cy="432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4" name="Line 31">
              <a:extLst>
                <a:ext uri="{FF2B5EF4-FFF2-40B4-BE49-F238E27FC236}">
                  <a16:creationId xmlns:a16="http://schemas.microsoft.com/office/drawing/2014/main" id="{EEB02869-1C91-399E-0DAC-38E253FAE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3" y="417"/>
              <a:ext cx="0" cy="1968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5" name="Line 32">
              <a:extLst>
                <a:ext uri="{FF2B5EF4-FFF2-40B4-BE49-F238E27FC236}">
                  <a16:creationId xmlns:a16="http://schemas.microsoft.com/office/drawing/2014/main" id="{A25791BC-F8AE-0770-0683-3C1550C0B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3" y="635"/>
              <a:ext cx="38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8385" name="Oval 33">
            <a:extLst>
              <a:ext uri="{FF2B5EF4-FFF2-40B4-BE49-F238E27FC236}">
                <a16:creationId xmlns:a16="http://schemas.microsoft.com/office/drawing/2014/main" id="{CF63122F-530C-CF4E-C728-2FF17CF0E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25" y="1828800"/>
            <a:ext cx="914400" cy="304800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8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8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8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8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8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2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2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2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2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2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2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2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2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7" grpId="0" animBg="1"/>
      <p:bldP spid="228362" grpId="0" autoUpdateAnimBg="0"/>
      <p:bldP spid="228365" grpId="0" autoUpdateAnimBg="0"/>
      <p:bldP spid="228367" grpId="0" autoUpdateAnimBg="0"/>
      <p:bldP spid="228369" grpId="0" autoUpdateAnimBg="0"/>
      <p:bldP spid="228377" grpId="0" autoUpdateAnimBg="0"/>
      <p:bldP spid="22838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8DE276C-2617-2294-BBD0-40CEFD86D1D8}"/>
              </a:ext>
            </a:extLst>
          </p:cNvPr>
          <p:cNvGrpSpPr>
            <a:grpSpLocks/>
          </p:cNvGrpSpPr>
          <p:nvPr/>
        </p:nvGrpSpPr>
        <p:grpSpPr bwMode="auto">
          <a:xfrm>
            <a:off x="6578600" y="555625"/>
            <a:ext cx="2438400" cy="2760663"/>
            <a:chOff x="864" y="336"/>
            <a:chExt cx="1536" cy="1739"/>
          </a:xfrm>
        </p:grpSpPr>
        <p:sp>
          <p:nvSpPr>
            <p:cNvPr id="17451" name="Line 3">
              <a:extLst>
                <a:ext uri="{FF2B5EF4-FFF2-40B4-BE49-F238E27FC236}">
                  <a16:creationId xmlns:a16="http://schemas.microsoft.com/office/drawing/2014/main" id="{235B5A94-0B75-6034-CF30-D1BA3C3698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1" y="338"/>
              <a:ext cx="0" cy="296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2" name="AutoShape 4">
              <a:extLst>
                <a:ext uri="{FF2B5EF4-FFF2-40B4-BE49-F238E27FC236}">
                  <a16:creationId xmlns:a16="http://schemas.microsoft.com/office/drawing/2014/main" id="{6E1F89CB-8760-B179-0A0E-A2599325D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" y="674"/>
              <a:ext cx="1445" cy="135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9 w 21600"/>
                <a:gd name="T25" fmla="*/ 3161 h 21600"/>
                <a:gd name="T26" fmla="*/ 18431 w 21600"/>
                <a:gd name="T27" fmla="*/ 18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521" y="10800"/>
                  </a:moveTo>
                  <a:cubicBezTo>
                    <a:pt x="3521" y="14820"/>
                    <a:pt x="6780" y="18079"/>
                    <a:pt x="10800" y="18079"/>
                  </a:cubicBezTo>
                  <a:cubicBezTo>
                    <a:pt x="14820" y="18079"/>
                    <a:pt x="18079" y="14820"/>
                    <a:pt x="18079" y="10800"/>
                  </a:cubicBezTo>
                  <a:cubicBezTo>
                    <a:pt x="18079" y="6780"/>
                    <a:pt x="14820" y="3521"/>
                    <a:pt x="10800" y="3521"/>
                  </a:cubicBezTo>
                  <a:cubicBezTo>
                    <a:pt x="6780" y="3521"/>
                    <a:pt x="3521" y="6780"/>
                    <a:pt x="3521" y="10800"/>
                  </a:cubicBezTo>
                  <a:close/>
                </a:path>
              </a:pathLst>
            </a:custGeom>
            <a:gradFill rotWithShape="0">
              <a:gsLst>
                <a:gs pos="0">
                  <a:srgbClr val="33CC33"/>
                </a:gs>
                <a:gs pos="100000">
                  <a:srgbClr val="004E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453" name="Group 5">
              <a:extLst>
                <a:ext uri="{FF2B5EF4-FFF2-40B4-BE49-F238E27FC236}">
                  <a16:creationId xmlns:a16="http://schemas.microsoft.com/office/drawing/2014/main" id="{199CC3A6-BD84-A2F2-4217-E2E0FC30CD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9" y="386"/>
              <a:ext cx="120" cy="543"/>
              <a:chOff x="2256" y="1200"/>
              <a:chExt cx="96" cy="769"/>
            </a:xfrm>
          </p:grpSpPr>
          <p:sp>
            <p:nvSpPr>
              <p:cNvPr id="17485" name="Line 6">
                <a:extLst>
                  <a:ext uri="{FF2B5EF4-FFF2-40B4-BE49-F238E27FC236}">
                    <a16:creationId xmlns:a16="http://schemas.microsoft.com/office/drawing/2014/main" id="{9C12EC15-2FE3-9653-C0ED-AE581F9DE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1200"/>
                <a:ext cx="0" cy="768"/>
              </a:xfrm>
              <a:prstGeom prst="line">
                <a:avLst/>
              </a:prstGeom>
              <a:noFill/>
              <a:ln w="1587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86" name="Freeform 7">
                <a:extLst>
                  <a:ext uri="{FF2B5EF4-FFF2-40B4-BE49-F238E27FC236}">
                    <a16:creationId xmlns:a16="http://schemas.microsoft.com/office/drawing/2014/main" id="{CB621738-FB36-4742-9378-8CFD40DF9E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6" y="1968"/>
                <a:ext cx="96" cy="1"/>
              </a:xfrm>
              <a:custGeom>
                <a:avLst/>
                <a:gdLst>
                  <a:gd name="T0" fmla="*/ 96 w 96"/>
                  <a:gd name="T1" fmla="*/ 0 h 1"/>
                  <a:gd name="T2" fmla="*/ 48 w 96"/>
                  <a:gd name="T3" fmla="*/ 0 h 1"/>
                  <a:gd name="T4" fmla="*/ 0 w 9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6"/>
                  <a:gd name="T10" fmla="*/ 0 h 1"/>
                  <a:gd name="T11" fmla="*/ 96 w 9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6" h="1">
                    <a:moveTo>
                      <a:pt x="96" y="0"/>
                    </a:moveTo>
                    <a:cubicBezTo>
                      <a:pt x="80" y="0"/>
                      <a:pt x="64" y="0"/>
                      <a:pt x="48" y="0"/>
                    </a:cubicBezTo>
                    <a:cubicBezTo>
                      <a:pt x="32" y="0"/>
                      <a:pt x="8" y="0"/>
                      <a:pt x="0" y="0"/>
                    </a:cubicBezTo>
                  </a:path>
                </a:pathLst>
              </a:custGeom>
              <a:noFill/>
              <a:ln w="1587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54" name="Freeform 8">
              <a:extLst>
                <a:ext uri="{FF2B5EF4-FFF2-40B4-BE49-F238E27FC236}">
                  <a16:creationId xmlns:a16="http://schemas.microsoft.com/office/drawing/2014/main" id="{3D45049A-F25F-564E-D238-40F282E5DB47}"/>
                </a:ext>
              </a:extLst>
            </p:cNvPr>
            <p:cNvSpPr>
              <a:spLocks/>
            </p:cNvSpPr>
            <p:nvPr/>
          </p:nvSpPr>
          <p:spPr bwMode="auto">
            <a:xfrm rot="-1098446">
              <a:off x="1332" y="674"/>
              <a:ext cx="59" cy="344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1 h 390"/>
                <a:gd name="T4" fmla="*/ 17 w 67"/>
                <a:gd name="T5" fmla="*/ 78 h 390"/>
                <a:gd name="T6" fmla="*/ 4 w 67"/>
                <a:gd name="T7" fmla="*/ 9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5" name="Freeform 9">
              <a:extLst>
                <a:ext uri="{FF2B5EF4-FFF2-40B4-BE49-F238E27FC236}">
                  <a16:creationId xmlns:a16="http://schemas.microsoft.com/office/drawing/2014/main" id="{3CC0A098-73AF-AEF8-2F5A-47A4E203C910}"/>
                </a:ext>
              </a:extLst>
            </p:cNvPr>
            <p:cNvSpPr>
              <a:spLocks/>
            </p:cNvSpPr>
            <p:nvPr/>
          </p:nvSpPr>
          <p:spPr bwMode="auto">
            <a:xfrm rot="-8079844">
              <a:off x="1177" y="1588"/>
              <a:ext cx="59" cy="346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2 h 390"/>
                <a:gd name="T4" fmla="*/ 17 w 67"/>
                <a:gd name="T5" fmla="*/ 83 h 390"/>
                <a:gd name="T6" fmla="*/ 4 w 67"/>
                <a:gd name="T7" fmla="*/ 96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6" name="Freeform 10">
              <a:extLst>
                <a:ext uri="{FF2B5EF4-FFF2-40B4-BE49-F238E27FC236}">
                  <a16:creationId xmlns:a16="http://schemas.microsoft.com/office/drawing/2014/main" id="{57DED503-ED77-571A-E2DD-BA41EAB32A2B}"/>
                </a:ext>
              </a:extLst>
            </p:cNvPr>
            <p:cNvSpPr>
              <a:spLocks/>
            </p:cNvSpPr>
            <p:nvPr/>
          </p:nvSpPr>
          <p:spPr bwMode="auto">
            <a:xfrm rot="-9265042">
              <a:off x="1459" y="1731"/>
              <a:ext cx="60" cy="344"/>
            </a:xfrm>
            <a:custGeom>
              <a:avLst/>
              <a:gdLst>
                <a:gd name="T0" fmla="*/ 15 w 67"/>
                <a:gd name="T1" fmla="*/ 10 h 390"/>
                <a:gd name="T2" fmla="*/ 0 w 67"/>
                <a:gd name="T3" fmla="*/ 11 h 390"/>
                <a:gd name="T4" fmla="*/ 20 w 67"/>
                <a:gd name="T5" fmla="*/ 78 h 390"/>
                <a:gd name="T6" fmla="*/ 4 w 67"/>
                <a:gd name="T7" fmla="*/ 9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7" name="Freeform 11">
              <a:extLst>
                <a:ext uri="{FF2B5EF4-FFF2-40B4-BE49-F238E27FC236}">
                  <a16:creationId xmlns:a16="http://schemas.microsoft.com/office/drawing/2014/main" id="{863A7919-2A14-E273-33C4-66729611223C}"/>
                </a:ext>
              </a:extLst>
            </p:cNvPr>
            <p:cNvSpPr>
              <a:spLocks/>
            </p:cNvSpPr>
            <p:nvPr/>
          </p:nvSpPr>
          <p:spPr bwMode="auto">
            <a:xfrm rot="-6767960">
              <a:off x="1007" y="1335"/>
              <a:ext cx="59" cy="345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2 h 390"/>
                <a:gd name="T4" fmla="*/ 17 w 67"/>
                <a:gd name="T5" fmla="*/ 80 h 390"/>
                <a:gd name="T6" fmla="*/ 4 w 67"/>
                <a:gd name="T7" fmla="*/ 93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8" name="Freeform 12">
              <a:extLst>
                <a:ext uri="{FF2B5EF4-FFF2-40B4-BE49-F238E27FC236}">
                  <a16:creationId xmlns:a16="http://schemas.microsoft.com/office/drawing/2014/main" id="{E4C768C5-8812-ED33-2464-A889C44B7106}"/>
                </a:ext>
              </a:extLst>
            </p:cNvPr>
            <p:cNvSpPr>
              <a:spLocks/>
            </p:cNvSpPr>
            <p:nvPr/>
          </p:nvSpPr>
          <p:spPr bwMode="auto">
            <a:xfrm rot="-4945789">
              <a:off x="1007" y="1081"/>
              <a:ext cx="59" cy="345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2 h 390"/>
                <a:gd name="T4" fmla="*/ 17 w 67"/>
                <a:gd name="T5" fmla="*/ 80 h 390"/>
                <a:gd name="T6" fmla="*/ 4 w 67"/>
                <a:gd name="T7" fmla="*/ 93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9" name="Freeform 13">
              <a:extLst>
                <a:ext uri="{FF2B5EF4-FFF2-40B4-BE49-F238E27FC236}">
                  <a16:creationId xmlns:a16="http://schemas.microsoft.com/office/drawing/2014/main" id="{E50E1FAE-BA49-BE9D-DF46-9F60C2B1D4F0}"/>
                </a:ext>
              </a:extLst>
            </p:cNvPr>
            <p:cNvSpPr>
              <a:spLocks/>
            </p:cNvSpPr>
            <p:nvPr/>
          </p:nvSpPr>
          <p:spPr bwMode="auto">
            <a:xfrm rot="-2478324">
              <a:off x="1119" y="843"/>
              <a:ext cx="85" cy="339"/>
            </a:xfrm>
            <a:custGeom>
              <a:avLst/>
              <a:gdLst>
                <a:gd name="T0" fmla="*/ 721 w 67"/>
                <a:gd name="T1" fmla="*/ 8 h 390"/>
                <a:gd name="T2" fmla="*/ 0 w 67"/>
                <a:gd name="T3" fmla="*/ 10 h 390"/>
                <a:gd name="T4" fmla="*/ 919 w 67"/>
                <a:gd name="T5" fmla="*/ 66 h 390"/>
                <a:gd name="T6" fmla="*/ 107 w 67"/>
                <a:gd name="T7" fmla="*/ 77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0" name="Freeform 14">
              <a:extLst>
                <a:ext uri="{FF2B5EF4-FFF2-40B4-BE49-F238E27FC236}">
                  <a16:creationId xmlns:a16="http://schemas.microsoft.com/office/drawing/2014/main" id="{B61E8BFE-C574-FE75-B3D5-9A982D161D35}"/>
                </a:ext>
              </a:extLst>
            </p:cNvPr>
            <p:cNvSpPr>
              <a:spLocks/>
            </p:cNvSpPr>
            <p:nvPr/>
          </p:nvSpPr>
          <p:spPr bwMode="auto">
            <a:xfrm rot="-8459925">
              <a:off x="1304" y="1674"/>
              <a:ext cx="60" cy="344"/>
            </a:xfrm>
            <a:custGeom>
              <a:avLst/>
              <a:gdLst>
                <a:gd name="T0" fmla="*/ 15 w 67"/>
                <a:gd name="T1" fmla="*/ 10 h 390"/>
                <a:gd name="T2" fmla="*/ 0 w 67"/>
                <a:gd name="T3" fmla="*/ 11 h 390"/>
                <a:gd name="T4" fmla="*/ 20 w 67"/>
                <a:gd name="T5" fmla="*/ 78 h 390"/>
                <a:gd name="T6" fmla="*/ 4 w 67"/>
                <a:gd name="T7" fmla="*/ 9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1" name="Freeform 15">
              <a:extLst>
                <a:ext uri="{FF2B5EF4-FFF2-40B4-BE49-F238E27FC236}">
                  <a16:creationId xmlns:a16="http://schemas.microsoft.com/office/drawing/2014/main" id="{BDF64FD5-4305-8B0B-86A3-3586EB67C72C}"/>
                </a:ext>
              </a:extLst>
            </p:cNvPr>
            <p:cNvSpPr>
              <a:spLocks/>
            </p:cNvSpPr>
            <p:nvPr/>
          </p:nvSpPr>
          <p:spPr bwMode="auto">
            <a:xfrm rot="-7539041">
              <a:off x="1092" y="1461"/>
              <a:ext cx="59" cy="346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2 h 390"/>
                <a:gd name="T4" fmla="*/ 17 w 67"/>
                <a:gd name="T5" fmla="*/ 83 h 390"/>
                <a:gd name="T6" fmla="*/ 4 w 67"/>
                <a:gd name="T7" fmla="*/ 96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2" name="Freeform 16">
              <a:extLst>
                <a:ext uri="{FF2B5EF4-FFF2-40B4-BE49-F238E27FC236}">
                  <a16:creationId xmlns:a16="http://schemas.microsoft.com/office/drawing/2014/main" id="{7D48FBC8-1700-3E42-52D0-37501B7EF3EF}"/>
                </a:ext>
              </a:extLst>
            </p:cNvPr>
            <p:cNvSpPr>
              <a:spLocks/>
            </p:cNvSpPr>
            <p:nvPr/>
          </p:nvSpPr>
          <p:spPr bwMode="auto">
            <a:xfrm rot="-5931425">
              <a:off x="1007" y="1208"/>
              <a:ext cx="59" cy="345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2 h 390"/>
                <a:gd name="T4" fmla="*/ 17 w 67"/>
                <a:gd name="T5" fmla="*/ 80 h 390"/>
                <a:gd name="T6" fmla="*/ 4 w 67"/>
                <a:gd name="T7" fmla="*/ 93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3" name="Freeform 17">
              <a:extLst>
                <a:ext uri="{FF2B5EF4-FFF2-40B4-BE49-F238E27FC236}">
                  <a16:creationId xmlns:a16="http://schemas.microsoft.com/office/drawing/2014/main" id="{E1BA98E8-DE50-5786-D765-94607509A4B0}"/>
                </a:ext>
              </a:extLst>
            </p:cNvPr>
            <p:cNvSpPr>
              <a:spLocks/>
            </p:cNvSpPr>
            <p:nvPr/>
          </p:nvSpPr>
          <p:spPr bwMode="auto">
            <a:xfrm rot="-3951584">
              <a:off x="1050" y="954"/>
              <a:ext cx="59" cy="345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2 h 390"/>
                <a:gd name="T4" fmla="*/ 17 w 67"/>
                <a:gd name="T5" fmla="*/ 80 h 390"/>
                <a:gd name="T6" fmla="*/ 4 w 67"/>
                <a:gd name="T7" fmla="*/ 93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4" name="Freeform 18">
              <a:extLst>
                <a:ext uri="{FF2B5EF4-FFF2-40B4-BE49-F238E27FC236}">
                  <a16:creationId xmlns:a16="http://schemas.microsoft.com/office/drawing/2014/main" id="{1C7F73B6-5294-6663-DE83-57DF4D02C028}"/>
                </a:ext>
              </a:extLst>
            </p:cNvPr>
            <p:cNvSpPr>
              <a:spLocks/>
            </p:cNvSpPr>
            <p:nvPr/>
          </p:nvSpPr>
          <p:spPr bwMode="auto">
            <a:xfrm rot="-1773259">
              <a:off x="1204" y="759"/>
              <a:ext cx="85" cy="338"/>
            </a:xfrm>
            <a:custGeom>
              <a:avLst/>
              <a:gdLst>
                <a:gd name="T0" fmla="*/ 721 w 67"/>
                <a:gd name="T1" fmla="*/ 8 h 390"/>
                <a:gd name="T2" fmla="*/ 0 w 67"/>
                <a:gd name="T3" fmla="*/ 9 h 390"/>
                <a:gd name="T4" fmla="*/ 919 w 67"/>
                <a:gd name="T5" fmla="*/ 64 h 390"/>
                <a:gd name="T6" fmla="*/ 107 w 67"/>
                <a:gd name="T7" fmla="*/ 75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5" name="Freeform 19">
              <a:extLst>
                <a:ext uri="{FF2B5EF4-FFF2-40B4-BE49-F238E27FC236}">
                  <a16:creationId xmlns:a16="http://schemas.microsoft.com/office/drawing/2014/main" id="{E26D8D5E-09C5-16EF-9495-C822D9663647}"/>
                </a:ext>
              </a:extLst>
            </p:cNvPr>
            <p:cNvSpPr>
              <a:spLocks/>
            </p:cNvSpPr>
            <p:nvPr/>
          </p:nvSpPr>
          <p:spPr bwMode="auto">
            <a:xfrm rot="-9998300">
              <a:off x="1629" y="1731"/>
              <a:ext cx="60" cy="344"/>
            </a:xfrm>
            <a:custGeom>
              <a:avLst/>
              <a:gdLst>
                <a:gd name="T0" fmla="*/ 15 w 67"/>
                <a:gd name="T1" fmla="*/ 10 h 390"/>
                <a:gd name="T2" fmla="*/ 0 w 67"/>
                <a:gd name="T3" fmla="*/ 11 h 390"/>
                <a:gd name="T4" fmla="*/ 20 w 67"/>
                <a:gd name="T5" fmla="*/ 78 h 390"/>
                <a:gd name="T6" fmla="*/ 4 w 67"/>
                <a:gd name="T7" fmla="*/ 9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6" name="Freeform 20">
              <a:extLst>
                <a:ext uri="{FF2B5EF4-FFF2-40B4-BE49-F238E27FC236}">
                  <a16:creationId xmlns:a16="http://schemas.microsoft.com/office/drawing/2014/main" id="{EEBBBCAD-F1CC-0970-1A9E-A60445644B90}"/>
                </a:ext>
              </a:extLst>
            </p:cNvPr>
            <p:cNvSpPr>
              <a:spLocks/>
            </p:cNvSpPr>
            <p:nvPr/>
          </p:nvSpPr>
          <p:spPr bwMode="auto">
            <a:xfrm rot="-6440618">
              <a:off x="2155" y="912"/>
              <a:ext cx="59" cy="345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2 h 390"/>
                <a:gd name="T4" fmla="*/ 17 w 67"/>
                <a:gd name="T5" fmla="*/ 80 h 390"/>
                <a:gd name="T6" fmla="*/ 4 w 67"/>
                <a:gd name="T7" fmla="*/ 93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7" name="Freeform 21">
              <a:extLst>
                <a:ext uri="{FF2B5EF4-FFF2-40B4-BE49-F238E27FC236}">
                  <a16:creationId xmlns:a16="http://schemas.microsoft.com/office/drawing/2014/main" id="{455FF74D-30C9-0C1A-1DFA-72159C521E2C}"/>
                </a:ext>
              </a:extLst>
            </p:cNvPr>
            <p:cNvSpPr>
              <a:spLocks/>
            </p:cNvSpPr>
            <p:nvPr/>
          </p:nvSpPr>
          <p:spPr bwMode="auto">
            <a:xfrm rot="-7694875">
              <a:off x="2055" y="800"/>
              <a:ext cx="59" cy="345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2 h 390"/>
                <a:gd name="T4" fmla="*/ 17 w 67"/>
                <a:gd name="T5" fmla="*/ 80 h 390"/>
                <a:gd name="T6" fmla="*/ 4 w 67"/>
                <a:gd name="T7" fmla="*/ 93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8" name="Freeform 22">
              <a:extLst>
                <a:ext uri="{FF2B5EF4-FFF2-40B4-BE49-F238E27FC236}">
                  <a16:creationId xmlns:a16="http://schemas.microsoft.com/office/drawing/2014/main" id="{2F8DC397-F948-BB0D-32CD-19B0A9DF3D2B}"/>
                </a:ext>
              </a:extLst>
            </p:cNvPr>
            <p:cNvSpPr>
              <a:spLocks/>
            </p:cNvSpPr>
            <p:nvPr/>
          </p:nvSpPr>
          <p:spPr bwMode="auto">
            <a:xfrm rot="-8716787">
              <a:off x="1927" y="716"/>
              <a:ext cx="59" cy="344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1 h 390"/>
                <a:gd name="T4" fmla="*/ 17 w 67"/>
                <a:gd name="T5" fmla="*/ 78 h 390"/>
                <a:gd name="T6" fmla="*/ 4 w 67"/>
                <a:gd name="T7" fmla="*/ 9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9" name="Freeform 23">
              <a:extLst>
                <a:ext uri="{FF2B5EF4-FFF2-40B4-BE49-F238E27FC236}">
                  <a16:creationId xmlns:a16="http://schemas.microsoft.com/office/drawing/2014/main" id="{1BDDB1D9-65A1-127A-41E1-4CC9F22808C6}"/>
                </a:ext>
              </a:extLst>
            </p:cNvPr>
            <p:cNvSpPr>
              <a:spLocks/>
            </p:cNvSpPr>
            <p:nvPr/>
          </p:nvSpPr>
          <p:spPr bwMode="auto">
            <a:xfrm rot="-9198687">
              <a:off x="1799" y="674"/>
              <a:ext cx="60" cy="344"/>
            </a:xfrm>
            <a:custGeom>
              <a:avLst/>
              <a:gdLst>
                <a:gd name="T0" fmla="*/ 15 w 67"/>
                <a:gd name="T1" fmla="*/ 10 h 390"/>
                <a:gd name="T2" fmla="*/ 0 w 67"/>
                <a:gd name="T3" fmla="*/ 11 h 390"/>
                <a:gd name="T4" fmla="*/ 20 w 67"/>
                <a:gd name="T5" fmla="*/ 78 h 390"/>
                <a:gd name="T6" fmla="*/ 4 w 67"/>
                <a:gd name="T7" fmla="*/ 9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0" name="Freeform 24">
              <a:extLst>
                <a:ext uri="{FF2B5EF4-FFF2-40B4-BE49-F238E27FC236}">
                  <a16:creationId xmlns:a16="http://schemas.microsoft.com/office/drawing/2014/main" id="{E3A1FDD0-6623-8102-381F-5551EDFEF87F}"/>
                </a:ext>
              </a:extLst>
            </p:cNvPr>
            <p:cNvSpPr>
              <a:spLocks/>
            </p:cNvSpPr>
            <p:nvPr/>
          </p:nvSpPr>
          <p:spPr bwMode="auto">
            <a:xfrm rot="-9998300">
              <a:off x="1672" y="632"/>
              <a:ext cx="59" cy="343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1 h 390"/>
                <a:gd name="T4" fmla="*/ 17 w 67"/>
                <a:gd name="T5" fmla="*/ 75 h 390"/>
                <a:gd name="T6" fmla="*/ 4 w 67"/>
                <a:gd name="T7" fmla="*/ 87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1" name="Freeform 25">
              <a:extLst>
                <a:ext uri="{FF2B5EF4-FFF2-40B4-BE49-F238E27FC236}">
                  <a16:creationId xmlns:a16="http://schemas.microsoft.com/office/drawing/2014/main" id="{1BD00799-AF44-93C4-2C85-785C6A4FA24F}"/>
                </a:ext>
              </a:extLst>
            </p:cNvPr>
            <p:cNvSpPr>
              <a:spLocks/>
            </p:cNvSpPr>
            <p:nvPr/>
          </p:nvSpPr>
          <p:spPr bwMode="auto">
            <a:xfrm rot="-2937311">
              <a:off x="2155" y="1377"/>
              <a:ext cx="59" cy="345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2 h 390"/>
                <a:gd name="T4" fmla="*/ 17 w 67"/>
                <a:gd name="T5" fmla="*/ 80 h 390"/>
                <a:gd name="T6" fmla="*/ 4 w 67"/>
                <a:gd name="T7" fmla="*/ 93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2" name="Freeform 26">
              <a:extLst>
                <a:ext uri="{FF2B5EF4-FFF2-40B4-BE49-F238E27FC236}">
                  <a16:creationId xmlns:a16="http://schemas.microsoft.com/office/drawing/2014/main" id="{2793D988-597C-876A-2965-3AA2C21B79FA}"/>
                </a:ext>
              </a:extLst>
            </p:cNvPr>
            <p:cNvSpPr>
              <a:spLocks/>
            </p:cNvSpPr>
            <p:nvPr/>
          </p:nvSpPr>
          <p:spPr bwMode="auto">
            <a:xfrm rot="-2476278">
              <a:off x="2112" y="1505"/>
              <a:ext cx="59" cy="344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1 h 390"/>
                <a:gd name="T4" fmla="*/ 17 w 67"/>
                <a:gd name="T5" fmla="*/ 78 h 390"/>
                <a:gd name="T6" fmla="*/ 4 w 67"/>
                <a:gd name="T7" fmla="*/ 9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3" name="Freeform 27">
              <a:extLst>
                <a:ext uri="{FF2B5EF4-FFF2-40B4-BE49-F238E27FC236}">
                  <a16:creationId xmlns:a16="http://schemas.microsoft.com/office/drawing/2014/main" id="{42179DB7-223C-E886-8DC8-1BCED5176BB3}"/>
                </a:ext>
              </a:extLst>
            </p:cNvPr>
            <p:cNvSpPr>
              <a:spLocks/>
            </p:cNvSpPr>
            <p:nvPr/>
          </p:nvSpPr>
          <p:spPr bwMode="auto">
            <a:xfrm rot="-1976799">
              <a:off x="2012" y="1604"/>
              <a:ext cx="59" cy="344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1 h 390"/>
                <a:gd name="T4" fmla="*/ 17 w 67"/>
                <a:gd name="T5" fmla="*/ 78 h 390"/>
                <a:gd name="T6" fmla="*/ 4 w 67"/>
                <a:gd name="T7" fmla="*/ 9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4" name="Freeform 28">
              <a:extLst>
                <a:ext uri="{FF2B5EF4-FFF2-40B4-BE49-F238E27FC236}">
                  <a16:creationId xmlns:a16="http://schemas.microsoft.com/office/drawing/2014/main" id="{9B17E130-D7F5-F955-E66E-A08F4048E4AA}"/>
                </a:ext>
              </a:extLst>
            </p:cNvPr>
            <p:cNvSpPr>
              <a:spLocks/>
            </p:cNvSpPr>
            <p:nvPr/>
          </p:nvSpPr>
          <p:spPr bwMode="auto">
            <a:xfrm rot="-1054935">
              <a:off x="1884" y="1689"/>
              <a:ext cx="60" cy="344"/>
            </a:xfrm>
            <a:custGeom>
              <a:avLst/>
              <a:gdLst>
                <a:gd name="T0" fmla="*/ 15 w 67"/>
                <a:gd name="T1" fmla="*/ 10 h 390"/>
                <a:gd name="T2" fmla="*/ 0 w 67"/>
                <a:gd name="T3" fmla="*/ 11 h 390"/>
                <a:gd name="T4" fmla="*/ 20 w 67"/>
                <a:gd name="T5" fmla="*/ 78 h 390"/>
                <a:gd name="T6" fmla="*/ 4 w 67"/>
                <a:gd name="T7" fmla="*/ 9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5" name="Freeform 29">
              <a:extLst>
                <a:ext uri="{FF2B5EF4-FFF2-40B4-BE49-F238E27FC236}">
                  <a16:creationId xmlns:a16="http://schemas.microsoft.com/office/drawing/2014/main" id="{7C6A4275-88A7-9112-7AEE-98BD6EB2B8A8}"/>
                </a:ext>
              </a:extLst>
            </p:cNvPr>
            <p:cNvSpPr>
              <a:spLocks/>
            </p:cNvSpPr>
            <p:nvPr/>
          </p:nvSpPr>
          <p:spPr bwMode="auto">
            <a:xfrm rot="-259915">
              <a:off x="1757" y="1731"/>
              <a:ext cx="59" cy="344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1 h 390"/>
                <a:gd name="T4" fmla="*/ 17 w 67"/>
                <a:gd name="T5" fmla="*/ 78 h 390"/>
                <a:gd name="T6" fmla="*/ 4 w 67"/>
                <a:gd name="T7" fmla="*/ 9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6" name="Line 30">
              <a:extLst>
                <a:ext uri="{FF2B5EF4-FFF2-40B4-BE49-F238E27FC236}">
                  <a16:creationId xmlns:a16="http://schemas.microsoft.com/office/drawing/2014/main" id="{9654218A-D2DE-C639-E65F-AB0814E9B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7" y="386"/>
              <a:ext cx="2" cy="288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7" name="Line 31">
              <a:extLst>
                <a:ext uri="{FF2B5EF4-FFF2-40B4-BE49-F238E27FC236}">
                  <a16:creationId xmlns:a16="http://schemas.microsoft.com/office/drawing/2014/main" id="{3098A84F-0E77-D390-2213-907D85BFC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5" y="386"/>
              <a:ext cx="0" cy="296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8" name="Line 32">
              <a:extLst>
                <a:ext uri="{FF2B5EF4-FFF2-40B4-BE49-F238E27FC236}">
                  <a16:creationId xmlns:a16="http://schemas.microsoft.com/office/drawing/2014/main" id="{6C18E999-6D55-642A-7CD7-3CEBF97268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27" y="1058"/>
              <a:ext cx="480" cy="336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79" name="Object 20">
              <a:extLst>
                <a:ext uri="{FF2B5EF4-FFF2-40B4-BE49-F238E27FC236}">
                  <a16:creationId xmlns:a16="http://schemas.microsoft.com/office/drawing/2014/main" id="{3F87E22B-557E-EB7C-94A3-81AB13C024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27" y="1106"/>
            <a:ext cx="212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1564" imgH="106735" progId="Equation.3">
                    <p:embed/>
                  </p:oleObj>
                </mc:Choice>
                <mc:Fallback>
                  <p:oleObj name="Equation" r:id="rId2" imgW="91564" imgH="106735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7" y="1106"/>
                          <a:ext cx="212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80" name="Object 21">
              <a:extLst>
                <a:ext uri="{FF2B5EF4-FFF2-40B4-BE49-F238E27FC236}">
                  <a16:creationId xmlns:a16="http://schemas.microsoft.com/office/drawing/2014/main" id="{2EFBC5CF-E3F8-A282-439D-5C8B05E225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1298"/>
            <a:ext cx="23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6493" imgH="114217" progId="Equation.3">
                    <p:embed/>
                  </p:oleObj>
                </mc:Choice>
                <mc:Fallback>
                  <p:oleObj name="Equation" r:id="rId4" imgW="106493" imgH="11421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1298"/>
                          <a:ext cx="236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81" name="Freeform 35">
              <a:extLst>
                <a:ext uri="{FF2B5EF4-FFF2-40B4-BE49-F238E27FC236}">
                  <a16:creationId xmlns:a16="http://schemas.microsoft.com/office/drawing/2014/main" id="{2D2AE76E-A5FE-E518-E149-7D9F95127BDA}"/>
                </a:ext>
              </a:extLst>
            </p:cNvPr>
            <p:cNvSpPr>
              <a:spLocks/>
            </p:cNvSpPr>
            <p:nvPr/>
          </p:nvSpPr>
          <p:spPr bwMode="auto">
            <a:xfrm rot="-4859785">
              <a:off x="2198" y="1081"/>
              <a:ext cx="59" cy="345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2 h 390"/>
                <a:gd name="T4" fmla="*/ 17 w 67"/>
                <a:gd name="T5" fmla="*/ 80 h 390"/>
                <a:gd name="T6" fmla="*/ 4 w 67"/>
                <a:gd name="T7" fmla="*/ 93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2" name="Freeform 36">
              <a:extLst>
                <a:ext uri="{FF2B5EF4-FFF2-40B4-BE49-F238E27FC236}">
                  <a16:creationId xmlns:a16="http://schemas.microsoft.com/office/drawing/2014/main" id="{1BB67508-8D64-A1C3-A375-C5043834EFA1}"/>
                </a:ext>
              </a:extLst>
            </p:cNvPr>
            <p:cNvSpPr>
              <a:spLocks/>
            </p:cNvSpPr>
            <p:nvPr/>
          </p:nvSpPr>
          <p:spPr bwMode="auto">
            <a:xfrm rot="-3853592">
              <a:off x="2198" y="1250"/>
              <a:ext cx="59" cy="345"/>
            </a:xfrm>
            <a:custGeom>
              <a:avLst/>
              <a:gdLst>
                <a:gd name="T0" fmla="*/ 13 w 67"/>
                <a:gd name="T1" fmla="*/ 10 h 390"/>
                <a:gd name="T2" fmla="*/ 0 w 67"/>
                <a:gd name="T3" fmla="*/ 12 h 390"/>
                <a:gd name="T4" fmla="*/ 17 w 67"/>
                <a:gd name="T5" fmla="*/ 80 h 390"/>
                <a:gd name="T6" fmla="*/ 4 w 67"/>
                <a:gd name="T7" fmla="*/ 93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390"/>
                <a:gd name="T14" fmla="*/ 67 w 67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390">
                  <a:moveTo>
                    <a:pt x="52" y="37"/>
                  </a:moveTo>
                  <a:cubicBezTo>
                    <a:pt x="28" y="0"/>
                    <a:pt x="14" y="6"/>
                    <a:pt x="0" y="45"/>
                  </a:cubicBezTo>
                  <a:cubicBezTo>
                    <a:pt x="12" y="136"/>
                    <a:pt x="46" y="218"/>
                    <a:pt x="67" y="307"/>
                  </a:cubicBezTo>
                  <a:cubicBezTo>
                    <a:pt x="56" y="390"/>
                    <a:pt x="64" y="359"/>
                    <a:pt x="8" y="359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83" name="Object 22">
              <a:extLst>
                <a:ext uri="{FF2B5EF4-FFF2-40B4-BE49-F238E27FC236}">
                  <a16:creationId xmlns:a16="http://schemas.microsoft.com/office/drawing/2014/main" id="{122D2408-820E-0E1F-A7B3-62B437964D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19" y="336"/>
            <a:ext cx="24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6493" imgH="144641" progId="Equation.3">
                    <p:embed/>
                  </p:oleObj>
                </mc:Choice>
                <mc:Fallback>
                  <p:oleObj name="Equation" r:id="rId6" imgW="106493" imgH="144641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9" y="336"/>
                          <a:ext cx="24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84" name="Object 23">
              <a:extLst>
                <a:ext uri="{FF2B5EF4-FFF2-40B4-BE49-F238E27FC236}">
                  <a16:creationId xmlns:a16="http://schemas.microsoft.com/office/drawing/2014/main" id="{6570BD60-4C2A-99B1-CEDC-EC4405CFAE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1" y="1036"/>
            <a:ext cx="240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76" imgH="152622" progId="Equation.3">
                    <p:embed/>
                  </p:oleObj>
                </mc:Choice>
                <mc:Fallback>
                  <p:oleObj name="Equation" r:id="rId8" imgW="152276" imgH="152622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1" y="1036"/>
                          <a:ext cx="240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7367" name="Text Box 39">
            <a:extLst>
              <a:ext uri="{FF2B5EF4-FFF2-40B4-BE49-F238E27FC236}">
                <a16:creationId xmlns:a16="http://schemas.microsoft.com/office/drawing/2014/main" id="{71BC3992-4E6A-37B4-349A-4413BA5D6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38" y="119063"/>
            <a:ext cx="56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 </a:t>
            </a:r>
          </a:p>
        </p:txBody>
      </p:sp>
      <p:sp>
        <p:nvSpPr>
          <p:cNvPr id="227368" name="Text Box 40">
            <a:extLst>
              <a:ext uri="{FF2B5EF4-FFF2-40B4-BE49-F238E27FC236}">
                <a16:creationId xmlns:a16="http://schemas.microsoft.com/office/drawing/2014/main" id="{81483D18-2DDD-184B-3057-BE7607D2B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50" y="77788"/>
            <a:ext cx="708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求螺绕环电流的磁场分布及螺绕环内的磁通量</a:t>
            </a:r>
            <a:r>
              <a:rPr lang="zh-CN" altLang="en-US" sz="2800" b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27369" name="Text Box 41">
            <a:extLst>
              <a:ext uri="{FF2B5EF4-FFF2-40B4-BE49-F238E27FC236}">
                <a16:creationId xmlns:a16="http://schemas.microsoft.com/office/drawing/2014/main" id="{D77323D4-CC12-26DD-CFB3-2BE586543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517525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  <a:r>
              <a:rPr lang="zh-CN" altLang="en-US" sz="2800" b="0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227370" name="Oval 42">
            <a:extLst>
              <a:ext uri="{FF2B5EF4-FFF2-40B4-BE49-F238E27FC236}">
                <a16:creationId xmlns:a16="http://schemas.microsoft.com/office/drawing/2014/main" id="{AD4CF88B-25D8-3F09-FA76-88D31C31E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6575" y="1314450"/>
            <a:ext cx="1828800" cy="1752600"/>
          </a:xfrm>
          <a:prstGeom prst="ellipse">
            <a:avLst/>
          </a:prstGeom>
          <a:noFill/>
          <a:ln w="19050">
            <a:solidFill>
              <a:srgbClr val="00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7371" name="Rectangle 43">
            <a:extLst>
              <a:ext uri="{FF2B5EF4-FFF2-40B4-BE49-F238E27FC236}">
                <a16:creationId xmlns:a16="http://schemas.microsoft.com/office/drawing/2014/main" id="{7D58CBAD-4E52-11A5-A119-90FACCD0B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7975" y="3905250"/>
            <a:ext cx="2286000" cy="4572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7372" name="Line 44">
            <a:extLst>
              <a:ext uri="{FF2B5EF4-FFF2-40B4-BE49-F238E27FC236}">
                <a16:creationId xmlns:a16="http://schemas.microsoft.com/office/drawing/2014/main" id="{A7C56260-884E-E30B-1AB3-D138C74F26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7975" y="2152650"/>
            <a:ext cx="0" cy="1752600"/>
          </a:xfrm>
          <a:prstGeom prst="line">
            <a:avLst/>
          </a:prstGeom>
          <a:noFill/>
          <a:ln w="158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7373" name="Line 45">
            <a:extLst>
              <a:ext uri="{FF2B5EF4-FFF2-40B4-BE49-F238E27FC236}">
                <a16:creationId xmlns:a16="http://schemas.microsoft.com/office/drawing/2014/main" id="{E8350CA0-9495-FD5F-2D32-4BA6DB4D893A}"/>
              </a:ext>
            </a:extLst>
          </p:cNvPr>
          <p:cNvSpPr>
            <a:spLocks noChangeShapeType="1"/>
          </p:cNvSpPr>
          <p:nvPr/>
        </p:nvSpPr>
        <p:spPr bwMode="auto">
          <a:xfrm>
            <a:off x="8943975" y="2228850"/>
            <a:ext cx="0" cy="1752600"/>
          </a:xfrm>
          <a:prstGeom prst="line">
            <a:avLst/>
          </a:prstGeom>
          <a:noFill/>
          <a:ln w="158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7374" name="Line 46">
            <a:extLst>
              <a:ext uri="{FF2B5EF4-FFF2-40B4-BE49-F238E27FC236}">
                <a16:creationId xmlns:a16="http://schemas.microsoft.com/office/drawing/2014/main" id="{CCC5715E-FFBA-CE4E-C861-41732B19E7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8975" y="2152650"/>
            <a:ext cx="0" cy="1752600"/>
          </a:xfrm>
          <a:prstGeom prst="line">
            <a:avLst/>
          </a:prstGeom>
          <a:noFill/>
          <a:ln w="158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7375" name="Rectangle 47">
            <a:extLst>
              <a:ext uri="{FF2B5EF4-FFF2-40B4-BE49-F238E27FC236}">
                <a16:creationId xmlns:a16="http://schemas.microsoft.com/office/drawing/2014/main" id="{7558CFF3-F59A-8CD6-AC79-6F68848DA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2975" y="3905250"/>
            <a:ext cx="381000" cy="457200"/>
          </a:xfrm>
          <a:prstGeom prst="rect">
            <a:avLst/>
          </a:prstGeom>
          <a:solidFill>
            <a:srgbClr val="00FF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7376" name="Line 48">
            <a:extLst>
              <a:ext uri="{FF2B5EF4-FFF2-40B4-BE49-F238E27FC236}">
                <a16:creationId xmlns:a16="http://schemas.microsoft.com/office/drawing/2014/main" id="{4BF664DF-2FD5-A2FE-3EF3-7B744B9008A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0975" y="2228850"/>
            <a:ext cx="0" cy="2514600"/>
          </a:xfrm>
          <a:prstGeom prst="line">
            <a:avLst/>
          </a:prstGeom>
          <a:noFill/>
          <a:ln w="158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7377" name="Rectangle 49">
            <a:extLst>
              <a:ext uri="{FF2B5EF4-FFF2-40B4-BE49-F238E27FC236}">
                <a16:creationId xmlns:a16="http://schemas.microsoft.com/office/drawing/2014/main" id="{5B99CC63-19C2-56F5-1757-5E73EF325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7975" y="3905250"/>
            <a:ext cx="381000" cy="457200"/>
          </a:xfrm>
          <a:prstGeom prst="rect">
            <a:avLst/>
          </a:prstGeom>
          <a:solidFill>
            <a:srgbClr val="00FF00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27378" name="Object 2">
            <a:extLst>
              <a:ext uri="{FF2B5EF4-FFF2-40B4-BE49-F238E27FC236}">
                <a16:creationId xmlns:a16="http://schemas.microsoft.com/office/drawing/2014/main" id="{941B7391-F068-1789-A006-905E8DF021BF}"/>
              </a:ext>
            </a:extLst>
          </p:cNvPr>
          <p:cNvGraphicFramePr>
            <a:graphicFrameLocks/>
          </p:cNvGraphicFramePr>
          <p:nvPr/>
        </p:nvGraphicFramePr>
        <p:xfrm>
          <a:off x="6388100" y="4022725"/>
          <a:ext cx="2159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593" imgH="297263" progId="Equation.3">
                  <p:embed/>
                </p:oleObj>
              </mc:Choice>
              <mc:Fallback>
                <p:oleObj name="Equation" r:id="rId10" imgW="190593" imgH="297263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8100" y="4022725"/>
                        <a:ext cx="2159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79" name="Object 3">
            <a:extLst>
              <a:ext uri="{FF2B5EF4-FFF2-40B4-BE49-F238E27FC236}">
                <a16:creationId xmlns:a16="http://schemas.microsoft.com/office/drawing/2014/main" id="{C8249C75-AFBF-FB7B-7509-D6A622458B7E}"/>
              </a:ext>
            </a:extLst>
          </p:cNvPr>
          <p:cNvGraphicFramePr>
            <a:graphicFrameLocks/>
          </p:cNvGraphicFramePr>
          <p:nvPr/>
        </p:nvGraphicFramePr>
        <p:xfrm>
          <a:off x="8064500" y="3413125"/>
          <a:ext cx="33178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5049" imgH="396018" progId="Equation.3">
                  <p:embed/>
                </p:oleObj>
              </mc:Choice>
              <mc:Fallback>
                <p:oleObj name="Equation" r:id="rId12" imgW="305049" imgH="396018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4500" y="3413125"/>
                        <a:ext cx="33178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80" name="Object 4">
            <a:extLst>
              <a:ext uri="{FF2B5EF4-FFF2-40B4-BE49-F238E27FC236}">
                <a16:creationId xmlns:a16="http://schemas.microsoft.com/office/drawing/2014/main" id="{39080EF6-A960-DAD0-4B7D-689ED2AE06D5}"/>
              </a:ext>
            </a:extLst>
          </p:cNvPr>
          <p:cNvGraphicFramePr>
            <a:graphicFrameLocks/>
          </p:cNvGraphicFramePr>
          <p:nvPr/>
        </p:nvGraphicFramePr>
        <p:xfrm>
          <a:off x="6935788" y="4443413"/>
          <a:ext cx="36671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42869" imgH="396018" progId="Equation.3">
                  <p:embed/>
                </p:oleObj>
              </mc:Choice>
              <mc:Fallback>
                <p:oleObj name="Equation" r:id="rId14" imgW="342869" imgH="39601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5788" y="4443413"/>
                        <a:ext cx="366712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81" name="Rectangle 53" descr="宽下对角线">
            <a:extLst>
              <a:ext uri="{FF2B5EF4-FFF2-40B4-BE49-F238E27FC236}">
                <a16:creationId xmlns:a16="http://schemas.microsoft.com/office/drawing/2014/main" id="{ED0A75E5-25E5-A003-A1BC-B2BD58D53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2975" y="3905250"/>
            <a:ext cx="381000" cy="457200"/>
          </a:xfrm>
          <a:prstGeom prst="rect">
            <a:avLst/>
          </a:prstGeom>
          <a:blipFill dpi="0" rotWithShape="0">
            <a:blip r:embed="rId16"/>
            <a:srcRect/>
            <a:tile tx="0" ty="0" sx="100000" sy="100000" flip="none" algn="tl"/>
          </a:blip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27382" name="Object 5">
            <a:extLst>
              <a:ext uri="{FF2B5EF4-FFF2-40B4-BE49-F238E27FC236}">
                <a16:creationId xmlns:a16="http://schemas.microsoft.com/office/drawing/2014/main" id="{0A86313B-6789-EFEF-DCAA-85A7F716DFE0}"/>
              </a:ext>
            </a:extLst>
          </p:cNvPr>
          <p:cNvGraphicFramePr>
            <a:graphicFrameLocks/>
          </p:cNvGraphicFramePr>
          <p:nvPr/>
        </p:nvGraphicFramePr>
        <p:xfrm>
          <a:off x="8636000" y="4441825"/>
          <a:ext cx="255588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8413" imgH="297263" progId="Equation.3">
                  <p:embed/>
                </p:oleObj>
              </mc:Choice>
              <mc:Fallback>
                <p:oleObj name="Equation" r:id="rId17" imgW="228413" imgH="297263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0" y="4441825"/>
                        <a:ext cx="255588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83" name="Rectangle 55">
            <a:extLst>
              <a:ext uri="{FF2B5EF4-FFF2-40B4-BE49-F238E27FC236}">
                <a16:creationId xmlns:a16="http://schemas.microsoft.com/office/drawing/2014/main" id="{2AB9CF91-16A0-9F1D-A079-FF7907BB0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9175" y="3905250"/>
            <a:ext cx="152400" cy="4572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27384" name="Object 6">
            <a:extLst>
              <a:ext uri="{FF2B5EF4-FFF2-40B4-BE49-F238E27FC236}">
                <a16:creationId xmlns:a16="http://schemas.microsoft.com/office/drawing/2014/main" id="{DB87FA7B-0934-FA46-736D-D39EBE7E50AB}"/>
              </a:ext>
            </a:extLst>
          </p:cNvPr>
          <p:cNvGraphicFramePr>
            <a:graphicFrameLocks/>
          </p:cNvGraphicFramePr>
          <p:nvPr/>
        </p:nvGraphicFramePr>
        <p:xfrm>
          <a:off x="8556625" y="3506788"/>
          <a:ext cx="36671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42869" imgH="297263" progId="Equation.3">
                  <p:embed/>
                </p:oleObj>
              </mc:Choice>
              <mc:Fallback>
                <p:oleObj name="Equation" r:id="rId19" imgW="342869" imgH="297263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25" y="3506788"/>
                        <a:ext cx="36671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85" name="Text Box 57">
            <a:extLst>
              <a:ext uri="{FF2B5EF4-FFF2-40B4-BE49-F238E27FC236}">
                <a16:creationId xmlns:a16="http://schemas.microsoft.com/office/drawing/2014/main" id="{FCF68BEB-888A-7FAD-D99C-B025CE3C0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50" y="555625"/>
            <a:ext cx="4656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  <a:cs typeface="Times New Roman" panose="02020603050405020304" pitchFamily="18" charset="0"/>
              </a:rPr>
              <a:t>• </a:t>
            </a:r>
            <a:r>
              <a:rPr lang="zh-CN" altLang="en-US">
                <a:solidFill>
                  <a:schemeClr val="bg1"/>
                </a:solidFill>
              </a:rPr>
              <a:t>在螺绕环内部做一个环路，可得</a:t>
            </a:r>
          </a:p>
        </p:txBody>
      </p:sp>
      <p:graphicFrame>
        <p:nvGraphicFramePr>
          <p:cNvPr id="227386" name="Object 7">
            <a:extLst>
              <a:ext uri="{FF2B5EF4-FFF2-40B4-BE49-F238E27FC236}">
                <a16:creationId xmlns:a16="http://schemas.microsoft.com/office/drawing/2014/main" id="{A36374B4-6C30-DD21-B26E-E8ECAB429D28}"/>
              </a:ext>
            </a:extLst>
          </p:cNvPr>
          <p:cNvGraphicFramePr>
            <a:graphicFrameLocks/>
          </p:cNvGraphicFramePr>
          <p:nvPr/>
        </p:nvGraphicFramePr>
        <p:xfrm>
          <a:off x="1054100" y="1092200"/>
          <a:ext cx="14605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40149" imgH="586546" progId="Equation.3">
                  <p:embed/>
                </p:oleObj>
              </mc:Choice>
              <mc:Fallback>
                <p:oleObj name="Equation" r:id="rId21" imgW="1440149" imgH="586546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1092200"/>
                        <a:ext cx="14605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87" name="Object 8">
            <a:extLst>
              <a:ext uri="{FF2B5EF4-FFF2-40B4-BE49-F238E27FC236}">
                <a16:creationId xmlns:a16="http://schemas.microsoft.com/office/drawing/2014/main" id="{63B24004-65AE-A9B8-0DF4-0B65641C4D71}"/>
              </a:ext>
            </a:extLst>
          </p:cNvPr>
          <p:cNvGraphicFramePr>
            <a:graphicFrameLocks/>
          </p:cNvGraphicFramePr>
          <p:nvPr/>
        </p:nvGraphicFramePr>
        <p:xfrm>
          <a:off x="2578100" y="1085850"/>
          <a:ext cx="1054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28607" imgH="586546" progId="Equation.3">
                  <p:embed/>
                </p:oleObj>
              </mc:Choice>
              <mc:Fallback>
                <p:oleObj name="Equation" r:id="rId23" imgW="1028607" imgH="586546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1085850"/>
                        <a:ext cx="1054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88" name="Object 9">
            <a:extLst>
              <a:ext uri="{FF2B5EF4-FFF2-40B4-BE49-F238E27FC236}">
                <a16:creationId xmlns:a16="http://schemas.microsoft.com/office/drawing/2014/main" id="{80845A3F-D8EB-23A8-1CC0-D67E620B7D84}"/>
              </a:ext>
            </a:extLst>
          </p:cNvPr>
          <p:cNvGraphicFramePr>
            <a:graphicFrameLocks/>
          </p:cNvGraphicFramePr>
          <p:nvPr/>
        </p:nvGraphicFramePr>
        <p:xfrm>
          <a:off x="3721100" y="1185863"/>
          <a:ext cx="12700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49556" imgH="297263" progId="Equation.3">
                  <p:embed/>
                </p:oleObj>
              </mc:Choice>
              <mc:Fallback>
                <p:oleObj name="Equation" r:id="rId25" imgW="1249556" imgH="297263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1185863"/>
                        <a:ext cx="12700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89" name="Object 10">
            <a:extLst>
              <a:ext uri="{FF2B5EF4-FFF2-40B4-BE49-F238E27FC236}">
                <a16:creationId xmlns:a16="http://schemas.microsoft.com/office/drawing/2014/main" id="{F14FDFD1-FF44-A942-62DF-0BFAF2171655}"/>
              </a:ext>
            </a:extLst>
          </p:cNvPr>
          <p:cNvGraphicFramePr>
            <a:graphicFrameLocks/>
          </p:cNvGraphicFramePr>
          <p:nvPr/>
        </p:nvGraphicFramePr>
        <p:xfrm>
          <a:off x="1095375" y="1865313"/>
          <a:ext cx="10652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044033" imgH="411480" progId="Equation.3">
                  <p:embed/>
                </p:oleObj>
              </mc:Choice>
              <mc:Fallback>
                <p:oleObj name="Equation" r:id="rId27" imgW="1044033" imgH="41148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75" y="1865313"/>
                        <a:ext cx="10652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90" name="AutoShape 62">
            <a:extLst>
              <a:ext uri="{FF2B5EF4-FFF2-40B4-BE49-F238E27FC236}">
                <a16:creationId xmlns:a16="http://schemas.microsoft.com/office/drawing/2014/main" id="{B76FE968-A08D-0734-EF56-37FC218CB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1900" y="2012950"/>
            <a:ext cx="685800" cy="130175"/>
          </a:xfrm>
          <a:prstGeom prst="rightArrow">
            <a:avLst>
              <a:gd name="adj1" fmla="val 50000"/>
              <a:gd name="adj2" fmla="val 131707"/>
            </a:avLst>
          </a:prstGeom>
          <a:solidFill>
            <a:srgbClr val="9900CC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27391" name="Object 11">
            <a:extLst>
              <a:ext uri="{FF2B5EF4-FFF2-40B4-BE49-F238E27FC236}">
                <a16:creationId xmlns:a16="http://schemas.microsoft.com/office/drawing/2014/main" id="{CF4443D7-D4C8-6C85-4F77-FAF0B0A5E622}"/>
              </a:ext>
            </a:extLst>
          </p:cNvPr>
          <p:cNvGraphicFramePr>
            <a:graphicFrameLocks/>
          </p:cNvGraphicFramePr>
          <p:nvPr/>
        </p:nvGraphicFramePr>
        <p:xfrm>
          <a:off x="3409950" y="1865313"/>
          <a:ext cx="2108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088067" imgH="411480" progId="Equation.3">
                  <p:embed/>
                </p:oleObj>
              </mc:Choice>
              <mc:Fallback>
                <p:oleObj name="Equation" r:id="rId29" imgW="2088067" imgH="41148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950" y="1865313"/>
                        <a:ext cx="2108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92" name="Text Box 64">
            <a:extLst>
              <a:ext uri="{FF2B5EF4-FFF2-40B4-BE49-F238E27FC236}">
                <a16:creationId xmlns:a16="http://schemas.microsoft.com/office/drawing/2014/main" id="{988EC9B5-830E-EB35-BD4D-C567C603C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338" y="2324100"/>
            <a:ext cx="332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若螺绕环的截面很小，</a:t>
            </a:r>
          </a:p>
        </p:txBody>
      </p:sp>
      <p:graphicFrame>
        <p:nvGraphicFramePr>
          <p:cNvPr id="227393" name="Object 12">
            <a:extLst>
              <a:ext uri="{FF2B5EF4-FFF2-40B4-BE49-F238E27FC236}">
                <a16:creationId xmlns:a16="http://schemas.microsoft.com/office/drawing/2014/main" id="{31AA56F8-3D44-0EF6-BB57-F70B8C0D3DE4}"/>
              </a:ext>
            </a:extLst>
          </p:cNvPr>
          <p:cNvGraphicFramePr>
            <a:graphicFrameLocks/>
          </p:cNvGraphicFramePr>
          <p:nvPr/>
        </p:nvGraphicFramePr>
        <p:xfrm>
          <a:off x="4122738" y="2420938"/>
          <a:ext cx="738187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716093" imgH="220952" progId="Equation.3">
                  <p:embed/>
                </p:oleObj>
              </mc:Choice>
              <mc:Fallback>
                <p:oleObj name="Equation" r:id="rId31" imgW="716093" imgH="220952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8" y="2420938"/>
                        <a:ext cx="738187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94" name="Object 13">
            <a:extLst>
              <a:ext uri="{FF2B5EF4-FFF2-40B4-BE49-F238E27FC236}">
                <a16:creationId xmlns:a16="http://schemas.microsoft.com/office/drawing/2014/main" id="{1F91D081-6D9C-B4C5-DB48-FA915C94748D}"/>
              </a:ext>
            </a:extLst>
          </p:cNvPr>
          <p:cNvGraphicFramePr>
            <a:graphicFrameLocks/>
          </p:cNvGraphicFramePr>
          <p:nvPr/>
        </p:nvGraphicFramePr>
        <p:xfrm>
          <a:off x="1041400" y="2708275"/>
          <a:ext cx="19939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973611" imgH="800017" progId="Equation.3">
                  <p:embed/>
                </p:oleObj>
              </mc:Choice>
              <mc:Fallback>
                <p:oleObj name="Equation" r:id="rId33" imgW="1973611" imgH="800017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2708275"/>
                        <a:ext cx="19939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95" name="Object 14">
            <a:extLst>
              <a:ext uri="{FF2B5EF4-FFF2-40B4-BE49-F238E27FC236}">
                <a16:creationId xmlns:a16="http://schemas.microsoft.com/office/drawing/2014/main" id="{2121238E-914B-4EFE-80FE-071C92A26941}"/>
              </a:ext>
            </a:extLst>
          </p:cNvPr>
          <p:cNvGraphicFramePr>
            <a:graphicFrameLocks/>
          </p:cNvGraphicFramePr>
          <p:nvPr/>
        </p:nvGraphicFramePr>
        <p:xfrm>
          <a:off x="3111500" y="2947988"/>
          <a:ext cx="9890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967896" imgH="411480" progId="Equation.3">
                  <p:embed/>
                </p:oleObj>
              </mc:Choice>
              <mc:Fallback>
                <p:oleObj name="Equation" r:id="rId35" imgW="967896" imgH="411480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0" y="2947988"/>
                        <a:ext cx="9890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96" name="Rectangle 68">
            <a:extLst>
              <a:ext uri="{FF2B5EF4-FFF2-40B4-BE49-F238E27FC236}">
                <a16:creationId xmlns:a16="http://schemas.microsoft.com/office/drawing/2014/main" id="{61704667-1E03-DAB6-F691-BCDA9B077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900" y="3573463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66FFFF"/>
                </a:solidFill>
              </a:rPr>
              <a:t>内部为均匀磁场</a:t>
            </a:r>
          </a:p>
        </p:txBody>
      </p:sp>
      <p:sp>
        <p:nvSpPr>
          <p:cNvPr id="227397" name="Text Box 69">
            <a:extLst>
              <a:ext uri="{FF2B5EF4-FFF2-40B4-BE49-F238E27FC236}">
                <a16:creationId xmlns:a16="http://schemas.microsoft.com/office/drawing/2014/main" id="{F75A938E-9E0B-F432-B866-A694FCC5F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50" y="4005263"/>
            <a:ext cx="4425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  <a:cs typeface="Times New Roman" panose="02020603050405020304" pitchFamily="18" charset="0"/>
              </a:rPr>
              <a:t>• </a:t>
            </a:r>
            <a:r>
              <a:rPr lang="en-US" altLang="zh-CN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若在外部再做一个环路，可得</a:t>
            </a:r>
          </a:p>
        </p:txBody>
      </p:sp>
      <p:graphicFrame>
        <p:nvGraphicFramePr>
          <p:cNvPr id="227398" name="Object 15">
            <a:extLst>
              <a:ext uri="{FF2B5EF4-FFF2-40B4-BE49-F238E27FC236}">
                <a16:creationId xmlns:a16="http://schemas.microsoft.com/office/drawing/2014/main" id="{F7AA29E2-992E-F1D2-E80A-8ADB3621364D}"/>
              </a:ext>
            </a:extLst>
          </p:cNvPr>
          <p:cNvGraphicFramePr>
            <a:graphicFrameLocks/>
          </p:cNvGraphicFramePr>
          <p:nvPr/>
        </p:nvGraphicFramePr>
        <p:xfrm>
          <a:off x="1112838" y="4508500"/>
          <a:ext cx="12207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196309" imgH="487791" progId="Equation.3">
                  <p:embed/>
                </p:oleObj>
              </mc:Choice>
              <mc:Fallback>
                <p:oleObj name="Equation" r:id="rId37" imgW="1196309" imgH="487791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838" y="4508500"/>
                        <a:ext cx="122078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99" name="AutoShape 71">
            <a:extLst>
              <a:ext uri="{FF2B5EF4-FFF2-40B4-BE49-F238E27FC236}">
                <a16:creationId xmlns:a16="http://schemas.microsoft.com/office/drawing/2014/main" id="{2658C518-9640-6EF5-B13E-FA95E802A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1900" y="4716463"/>
            <a:ext cx="685800" cy="111125"/>
          </a:xfrm>
          <a:prstGeom prst="rightArrow">
            <a:avLst>
              <a:gd name="adj1" fmla="val 50000"/>
              <a:gd name="adj2" fmla="val 154286"/>
            </a:avLst>
          </a:prstGeom>
          <a:solidFill>
            <a:srgbClr val="9900CC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27400" name="Object 16">
            <a:extLst>
              <a:ext uri="{FF2B5EF4-FFF2-40B4-BE49-F238E27FC236}">
                <a16:creationId xmlns:a16="http://schemas.microsoft.com/office/drawing/2014/main" id="{B0BF986E-5FFB-B696-D35D-664FB20D26D7}"/>
              </a:ext>
            </a:extLst>
          </p:cNvPr>
          <p:cNvGraphicFramePr>
            <a:graphicFrameLocks/>
          </p:cNvGraphicFramePr>
          <p:nvPr/>
        </p:nvGraphicFramePr>
        <p:xfrm>
          <a:off x="3416300" y="4525963"/>
          <a:ext cx="10144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990787" imgH="434423" progId="Equation.3">
                  <p:embed/>
                </p:oleObj>
              </mc:Choice>
              <mc:Fallback>
                <p:oleObj name="Equation" r:id="rId39" imgW="990787" imgH="434423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4525963"/>
                        <a:ext cx="10144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401" name="Text Box 73">
            <a:extLst>
              <a:ext uri="{FF2B5EF4-FFF2-40B4-BE49-F238E27FC236}">
                <a16:creationId xmlns:a16="http://schemas.microsoft.com/office/drawing/2014/main" id="{63FAC4E5-55AC-3693-E2D8-88B72B754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900" y="5013325"/>
            <a:ext cx="861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螺绕环与无限长螺线管一样，磁场全部集中在管内部。</a:t>
            </a:r>
            <a:r>
              <a:rPr lang="zh-CN" altLang="en-US" sz="2800" b="0">
                <a:solidFill>
                  <a:srgbClr val="66FFFF"/>
                </a:solidFill>
              </a:rPr>
              <a:t> </a:t>
            </a:r>
          </a:p>
        </p:txBody>
      </p:sp>
      <p:sp>
        <p:nvSpPr>
          <p:cNvPr id="227402" name="Rectangle 74">
            <a:extLst>
              <a:ext uri="{FF2B5EF4-FFF2-40B4-BE49-F238E27FC236}">
                <a16:creationId xmlns:a16="http://schemas.microsoft.com/office/drawing/2014/main" id="{8B6F88B8-13C5-7FCE-F9E6-F39925136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5445125"/>
            <a:ext cx="294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螺绕环内的磁通量为</a:t>
            </a:r>
          </a:p>
        </p:txBody>
      </p:sp>
      <p:sp>
        <p:nvSpPr>
          <p:cNvPr id="227403" name="Line 75">
            <a:extLst>
              <a:ext uri="{FF2B5EF4-FFF2-40B4-BE49-F238E27FC236}">
                <a16:creationId xmlns:a16="http://schemas.microsoft.com/office/drawing/2014/main" id="{F0141D7D-918B-02D6-6E1A-E24924D92B3C}"/>
              </a:ext>
            </a:extLst>
          </p:cNvPr>
          <p:cNvSpPr>
            <a:spLocks noChangeShapeType="1"/>
          </p:cNvSpPr>
          <p:nvPr/>
        </p:nvSpPr>
        <p:spPr bwMode="auto">
          <a:xfrm>
            <a:off x="8562975" y="2152650"/>
            <a:ext cx="0" cy="1752600"/>
          </a:xfrm>
          <a:prstGeom prst="line">
            <a:avLst/>
          </a:prstGeom>
          <a:noFill/>
          <a:ln w="158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7404" name="Object 17">
            <a:extLst>
              <a:ext uri="{FF2B5EF4-FFF2-40B4-BE49-F238E27FC236}">
                <a16:creationId xmlns:a16="http://schemas.microsoft.com/office/drawing/2014/main" id="{FE9754E8-F872-835B-299D-82E1AB801B19}"/>
              </a:ext>
            </a:extLst>
          </p:cNvPr>
          <p:cNvGraphicFramePr>
            <a:graphicFrameLocks/>
          </p:cNvGraphicFramePr>
          <p:nvPr/>
        </p:nvGraphicFramePr>
        <p:xfrm>
          <a:off x="1096963" y="6024563"/>
          <a:ext cx="210820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2088067" imgH="716225" progId="Equation.3">
                  <p:embed/>
                </p:oleObj>
              </mc:Choice>
              <mc:Fallback>
                <p:oleObj name="Equation" r:id="rId41" imgW="2088067" imgH="716225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963" y="6024563"/>
                        <a:ext cx="2108200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405" name="Object 18">
            <a:extLst>
              <a:ext uri="{FF2B5EF4-FFF2-40B4-BE49-F238E27FC236}">
                <a16:creationId xmlns:a16="http://schemas.microsoft.com/office/drawing/2014/main" id="{7BDB3B16-E5FF-EDCE-38DA-6FC3897E2539}"/>
              </a:ext>
            </a:extLst>
          </p:cNvPr>
          <p:cNvGraphicFramePr>
            <a:graphicFrameLocks/>
          </p:cNvGraphicFramePr>
          <p:nvPr/>
        </p:nvGraphicFramePr>
        <p:xfrm>
          <a:off x="3298825" y="5965825"/>
          <a:ext cx="20193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996502" imgH="800017" progId="Equation.3">
                  <p:embed/>
                </p:oleObj>
              </mc:Choice>
              <mc:Fallback>
                <p:oleObj name="Equation" r:id="rId43" imgW="1996502" imgH="800017" progId="Equation.3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25" y="5965825"/>
                        <a:ext cx="20193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406" name="Object 19">
            <a:extLst>
              <a:ext uri="{FF2B5EF4-FFF2-40B4-BE49-F238E27FC236}">
                <a16:creationId xmlns:a16="http://schemas.microsoft.com/office/drawing/2014/main" id="{77A57B74-E7DC-3F26-D3C3-149E42C77115}"/>
              </a:ext>
            </a:extLst>
          </p:cNvPr>
          <p:cNvGraphicFramePr>
            <a:graphicFrameLocks/>
          </p:cNvGraphicFramePr>
          <p:nvPr/>
        </p:nvGraphicFramePr>
        <p:xfrm>
          <a:off x="5457825" y="5899150"/>
          <a:ext cx="1993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973611" imgH="891789" progId="Equation.3">
                  <p:embed/>
                </p:oleObj>
              </mc:Choice>
              <mc:Fallback>
                <p:oleObj name="Equation" r:id="rId45" imgW="1973611" imgH="891789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825" y="5899150"/>
                        <a:ext cx="1993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27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27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2" dur="2000"/>
                                        <p:tgtEl>
                                          <p:spTgt spid="227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7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7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7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7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7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2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2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2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2000"/>
                                        <p:tgtEl>
                                          <p:spTgt spid="22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2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22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2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227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227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67" grpId="0" autoUpdateAnimBg="0"/>
      <p:bldP spid="227368" grpId="0" autoUpdateAnimBg="0"/>
      <p:bldP spid="227369" grpId="0" autoUpdateAnimBg="0"/>
      <p:bldP spid="227370" grpId="0" animBg="1"/>
      <p:bldP spid="227371" grpId="0" animBg="1"/>
      <p:bldP spid="227375" grpId="0" animBg="1"/>
      <p:bldP spid="227377" grpId="0" animBg="1"/>
      <p:bldP spid="227381" grpId="0" animBg="1"/>
      <p:bldP spid="227383" grpId="0" animBg="1"/>
      <p:bldP spid="227385" grpId="0" autoUpdateAnimBg="0"/>
      <p:bldP spid="227390" grpId="0" animBg="1"/>
      <p:bldP spid="227392" grpId="0" autoUpdateAnimBg="0"/>
      <p:bldP spid="227396" grpId="0" autoUpdateAnimBg="0"/>
      <p:bldP spid="227397" grpId="0" autoUpdateAnimBg="0"/>
      <p:bldP spid="227399" grpId="0" animBg="1"/>
      <p:bldP spid="227401" grpId="0" autoUpdateAnimBg="0"/>
      <p:bldP spid="22740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Text Box 2">
            <a:extLst>
              <a:ext uri="{FF2B5EF4-FFF2-40B4-BE49-F238E27FC236}">
                <a16:creationId xmlns:a16="http://schemas.microsoft.com/office/drawing/2014/main" id="{FCC99A9C-066B-2C07-E3D3-C68FEE18D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0" y="260350"/>
            <a:ext cx="1025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例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3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：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399363" name="Text Box 3">
            <a:extLst>
              <a:ext uri="{FF2B5EF4-FFF2-40B4-BE49-F238E27FC236}">
                <a16:creationId xmlns:a16="http://schemas.microsoft.com/office/drawing/2014/main" id="{EDE73207-B1F1-9B8E-02F0-AAF7309A1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285750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求无限大平面电流的磁场</a:t>
            </a:r>
            <a:r>
              <a:rPr lang="zh-CN" altLang="en-US">
                <a:solidFill>
                  <a:srgbClr val="00FF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399364" name="Text Box 4">
            <a:extLst>
              <a:ext uri="{FF2B5EF4-FFF2-40B4-BE49-F238E27FC236}">
                <a16:creationId xmlns:a16="http://schemas.microsoft.com/office/drawing/2014/main" id="{F0DF2907-F988-0EBF-7136-E29E04E77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763588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解：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399365" name="Text Box 5">
            <a:extLst>
              <a:ext uri="{FF2B5EF4-FFF2-40B4-BE49-F238E27FC236}">
                <a16:creationId xmlns:a16="http://schemas.microsoft.com/office/drawing/2014/main" id="{B3848E43-BBDA-3EDF-73DB-77EEAB1F2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5850" y="763588"/>
            <a:ext cx="2424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面对称 </a:t>
            </a:r>
          </a:p>
        </p:txBody>
      </p:sp>
      <p:sp>
        <p:nvSpPr>
          <p:cNvPr id="399366" name="AutoShape 6">
            <a:extLst>
              <a:ext uri="{FF2B5EF4-FFF2-40B4-BE49-F238E27FC236}">
                <a16:creationId xmlns:a16="http://schemas.microsoft.com/office/drawing/2014/main" id="{6B916BA8-28C0-AB7E-C886-A79F58137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613" y="301625"/>
            <a:ext cx="4267200" cy="914400"/>
          </a:xfrm>
          <a:prstGeom prst="cube">
            <a:avLst>
              <a:gd name="adj" fmla="val 87329"/>
            </a:avLst>
          </a:prstGeom>
          <a:gradFill rotWithShape="0">
            <a:gsLst>
              <a:gs pos="0">
                <a:srgbClr val="969696"/>
              </a:gs>
              <a:gs pos="100000">
                <a:srgbClr val="454545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01F2FF3D-7E34-5C93-C3DC-B551EFC72E66}"/>
              </a:ext>
            </a:extLst>
          </p:cNvPr>
          <p:cNvGrpSpPr>
            <a:grpSpLocks/>
          </p:cNvGrpSpPr>
          <p:nvPr/>
        </p:nvGrpSpPr>
        <p:grpSpPr bwMode="auto">
          <a:xfrm>
            <a:off x="4976813" y="454025"/>
            <a:ext cx="3429000" cy="457200"/>
            <a:chOff x="3264" y="336"/>
            <a:chExt cx="1920" cy="288"/>
          </a:xfrm>
        </p:grpSpPr>
        <p:sp>
          <p:nvSpPr>
            <p:cNvPr id="18505" name="Line 8">
              <a:extLst>
                <a:ext uri="{FF2B5EF4-FFF2-40B4-BE49-F238E27FC236}">
                  <a16:creationId xmlns:a16="http://schemas.microsoft.com/office/drawing/2014/main" id="{5D6B8772-FC38-7FAB-4F9D-74BFF3711E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336"/>
              <a:ext cx="240" cy="288"/>
            </a:xfrm>
            <a:prstGeom prst="line">
              <a:avLst/>
            </a:prstGeom>
            <a:noFill/>
            <a:ln w="254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6" name="Line 9">
              <a:extLst>
                <a:ext uri="{FF2B5EF4-FFF2-40B4-BE49-F238E27FC236}">
                  <a16:creationId xmlns:a16="http://schemas.microsoft.com/office/drawing/2014/main" id="{304EF47D-2D0B-53B3-65A4-112F0D6A9E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336"/>
              <a:ext cx="240" cy="288"/>
            </a:xfrm>
            <a:prstGeom prst="line">
              <a:avLst/>
            </a:prstGeom>
            <a:noFill/>
            <a:ln w="254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7" name="Line 10">
              <a:extLst>
                <a:ext uri="{FF2B5EF4-FFF2-40B4-BE49-F238E27FC236}">
                  <a16:creationId xmlns:a16="http://schemas.microsoft.com/office/drawing/2014/main" id="{F3299EA1-A317-C036-A3F1-F27903FF41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36"/>
              <a:ext cx="240" cy="288"/>
            </a:xfrm>
            <a:prstGeom prst="line">
              <a:avLst/>
            </a:prstGeom>
            <a:noFill/>
            <a:ln w="254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8" name="Line 11">
              <a:extLst>
                <a:ext uri="{FF2B5EF4-FFF2-40B4-BE49-F238E27FC236}">
                  <a16:creationId xmlns:a16="http://schemas.microsoft.com/office/drawing/2014/main" id="{B47B70AC-8C44-D8F4-C825-E8D1227D1F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336"/>
              <a:ext cx="240" cy="288"/>
            </a:xfrm>
            <a:prstGeom prst="line">
              <a:avLst/>
            </a:prstGeom>
            <a:noFill/>
            <a:ln w="254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9" name="Line 12">
              <a:extLst>
                <a:ext uri="{FF2B5EF4-FFF2-40B4-BE49-F238E27FC236}">
                  <a16:creationId xmlns:a16="http://schemas.microsoft.com/office/drawing/2014/main" id="{5DC055E8-4464-413A-4DB4-9ADE363DE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36"/>
              <a:ext cx="240" cy="288"/>
            </a:xfrm>
            <a:prstGeom prst="line">
              <a:avLst/>
            </a:prstGeom>
            <a:noFill/>
            <a:ln w="254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0" name="Line 13">
              <a:extLst>
                <a:ext uri="{FF2B5EF4-FFF2-40B4-BE49-F238E27FC236}">
                  <a16:creationId xmlns:a16="http://schemas.microsoft.com/office/drawing/2014/main" id="{D2B3971C-C133-252B-7D4C-41E69C5099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336"/>
              <a:ext cx="240" cy="288"/>
            </a:xfrm>
            <a:prstGeom prst="line">
              <a:avLst/>
            </a:prstGeom>
            <a:noFill/>
            <a:ln w="254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1" name="Line 14">
              <a:extLst>
                <a:ext uri="{FF2B5EF4-FFF2-40B4-BE49-F238E27FC236}">
                  <a16:creationId xmlns:a16="http://schemas.microsoft.com/office/drawing/2014/main" id="{AA6787E4-43C3-51EC-5A70-27FC143F56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336"/>
              <a:ext cx="240" cy="288"/>
            </a:xfrm>
            <a:prstGeom prst="line">
              <a:avLst/>
            </a:prstGeom>
            <a:noFill/>
            <a:ln w="254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2" name="Line 15">
              <a:extLst>
                <a:ext uri="{FF2B5EF4-FFF2-40B4-BE49-F238E27FC236}">
                  <a16:creationId xmlns:a16="http://schemas.microsoft.com/office/drawing/2014/main" id="{CD81045E-8659-326C-EF91-2E85DA0553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44" y="336"/>
              <a:ext cx="240" cy="288"/>
            </a:xfrm>
            <a:prstGeom prst="line">
              <a:avLst/>
            </a:prstGeom>
            <a:noFill/>
            <a:ln w="25400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99376" name="Object 2">
            <a:extLst>
              <a:ext uri="{FF2B5EF4-FFF2-40B4-BE49-F238E27FC236}">
                <a16:creationId xmlns:a16="http://schemas.microsoft.com/office/drawing/2014/main" id="{9F48A47B-6385-2FB0-91F4-5EA570F86D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6013" y="377825"/>
          <a:ext cx="2619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673" imgH="144641" progId="Equation.3">
                  <p:embed/>
                </p:oleObj>
              </mc:Choice>
              <mc:Fallback>
                <p:oleObj name="Equation" r:id="rId2" imgW="68673" imgH="14464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6013" y="377825"/>
                        <a:ext cx="26193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7">
            <a:extLst>
              <a:ext uri="{FF2B5EF4-FFF2-40B4-BE49-F238E27FC236}">
                <a16:creationId xmlns:a16="http://schemas.microsoft.com/office/drawing/2014/main" id="{B40D67C9-54DD-659B-7550-085EE21BA088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335213"/>
            <a:ext cx="3657600" cy="228600"/>
            <a:chOff x="2880" y="1344"/>
            <a:chExt cx="2208" cy="144"/>
          </a:xfrm>
        </p:grpSpPr>
        <p:sp>
          <p:nvSpPr>
            <p:cNvPr id="18493" name="Rectangle 18">
              <a:extLst>
                <a:ext uri="{FF2B5EF4-FFF2-40B4-BE49-F238E27FC236}">
                  <a16:creationId xmlns:a16="http://schemas.microsoft.com/office/drawing/2014/main" id="{6EF13559-F780-788D-2417-89A9A80EB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344"/>
              <a:ext cx="2208" cy="144"/>
            </a:xfrm>
            <a:prstGeom prst="rect">
              <a:avLst/>
            </a:prstGeom>
            <a:solidFill>
              <a:srgbClr val="6666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94" name="Oval 19">
              <a:extLst>
                <a:ext uri="{FF2B5EF4-FFF2-40B4-BE49-F238E27FC236}">
                  <a16:creationId xmlns:a16="http://schemas.microsoft.com/office/drawing/2014/main" id="{7430DBF4-154E-C5FC-CA2C-12D3529F2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39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95" name="Oval 20">
              <a:extLst>
                <a:ext uri="{FF2B5EF4-FFF2-40B4-BE49-F238E27FC236}">
                  <a16:creationId xmlns:a16="http://schemas.microsoft.com/office/drawing/2014/main" id="{CBB7DE67-282B-4C81-7A1C-67B372F06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39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96" name="Oval 21">
              <a:extLst>
                <a:ext uri="{FF2B5EF4-FFF2-40B4-BE49-F238E27FC236}">
                  <a16:creationId xmlns:a16="http://schemas.microsoft.com/office/drawing/2014/main" id="{DD7E245B-9BEE-5929-A665-1F9D2371D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39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97" name="Oval 22">
              <a:extLst>
                <a:ext uri="{FF2B5EF4-FFF2-40B4-BE49-F238E27FC236}">
                  <a16:creationId xmlns:a16="http://schemas.microsoft.com/office/drawing/2014/main" id="{A1F74B7E-6802-6B5B-2C40-B25CEDC43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39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98" name="Oval 23">
              <a:extLst>
                <a:ext uri="{FF2B5EF4-FFF2-40B4-BE49-F238E27FC236}">
                  <a16:creationId xmlns:a16="http://schemas.microsoft.com/office/drawing/2014/main" id="{A09D4B97-D663-39B2-5C1F-43B0CDC9D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39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99" name="Oval 24">
              <a:extLst>
                <a:ext uri="{FF2B5EF4-FFF2-40B4-BE49-F238E27FC236}">
                  <a16:creationId xmlns:a16="http://schemas.microsoft.com/office/drawing/2014/main" id="{8AF23B8E-1767-F730-3680-295C14B5A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39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500" name="Oval 25">
              <a:extLst>
                <a:ext uri="{FF2B5EF4-FFF2-40B4-BE49-F238E27FC236}">
                  <a16:creationId xmlns:a16="http://schemas.microsoft.com/office/drawing/2014/main" id="{054C8A18-1181-8407-E339-32E63C9C7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39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501" name="Oval 26">
              <a:extLst>
                <a:ext uri="{FF2B5EF4-FFF2-40B4-BE49-F238E27FC236}">
                  <a16:creationId xmlns:a16="http://schemas.microsoft.com/office/drawing/2014/main" id="{6BBA11AB-F906-0A87-6957-77D0E8717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139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502" name="Oval 27">
              <a:extLst>
                <a:ext uri="{FF2B5EF4-FFF2-40B4-BE49-F238E27FC236}">
                  <a16:creationId xmlns:a16="http://schemas.microsoft.com/office/drawing/2014/main" id="{81BC7E24-90F7-E46E-BC03-C7F384F35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39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503" name="Oval 28">
              <a:extLst>
                <a:ext uri="{FF2B5EF4-FFF2-40B4-BE49-F238E27FC236}">
                  <a16:creationId xmlns:a16="http://schemas.microsoft.com/office/drawing/2014/main" id="{E3AD9C9B-FB70-E730-1F4B-66E9E7661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39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504" name="Oval 29">
              <a:extLst>
                <a:ext uri="{FF2B5EF4-FFF2-40B4-BE49-F238E27FC236}">
                  <a16:creationId xmlns:a16="http://schemas.microsoft.com/office/drawing/2014/main" id="{CD758687-8A12-01A5-CD53-133138E9A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39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399390" name="Line 30">
            <a:extLst>
              <a:ext uri="{FF2B5EF4-FFF2-40B4-BE49-F238E27FC236}">
                <a16:creationId xmlns:a16="http://schemas.microsoft.com/office/drawing/2014/main" id="{716296EE-72C7-B54C-EA36-790C73762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2792413"/>
            <a:ext cx="3581400" cy="0"/>
          </a:xfrm>
          <a:prstGeom prst="line">
            <a:avLst/>
          </a:prstGeom>
          <a:noFill/>
          <a:ln w="158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391" name="Line 31">
            <a:extLst>
              <a:ext uri="{FF2B5EF4-FFF2-40B4-BE49-F238E27FC236}">
                <a16:creationId xmlns:a16="http://schemas.microsoft.com/office/drawing/2014/main" id="{8ED005E1-E32E-7D1E-89F4-AA3B7C5F5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021013"/>
            <a:ext cx="3581400" cy="0"/>
          </a:xfrm>
          <a:prstGeom prst="line">
            <a:avLst/>
          </a:prstGeom>
          <a:noFill/>
          <a:ln w="158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392" name="Line 32">
            <a:extLst>
              <a:ext uri="{FF2B5EF4-FFF2-40B4-BE49-F238E27FC236}">
                <a16:creationId xmlns:a16="http://schemas.microsoft.com/office/drawing/2014/main" id="{DC562B09-4A64-FA8D-9C81-6C4C87F955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236913"/>
            <a:ext cx="3581400" cy="0"/>
          </a:xfrm>
          <a:prstGeom prst="line">
            <a:avLst/>
          </a:prstGeom>
          <a:noFill/>
          <a:ln w="158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393" name="Line 33">
            <a:extLst>
              <a:ext uri="{FF2B5EF4-FFF2-40B4-BE49-F238E27FC236}">
                <a16:creationId xmlns:a16="http://schemas.microsoft.com/office/drawing/2014/main" id="{0A347652-E670-ACE4-AAE1-C6AEE1FC54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24400" y="1649413"/>
            <a:ext cx="3581400" cy="0"/>
          </a:xfrm>
          <a:prstGeom prst="line">
            <a:avLst/>
          </a:prstGeom>
          <a:noFill/>
          <a:ln w="158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394" name="Line 34">
            <a:extLst>
              <a:ext uri="{FF2B5EF4-FFF2-40B4-BE49-F238E27FC236}">
                <a16:creationId xmlns:a16="http://schemas.microsoft.com/office/drawing/2014/main" id="{02EDB9E7-1C9F-9CFF-ED7A-17C4C061128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24400" y="2106613"/>
            <a:ext cx="3581400" cy="0"/>
          </a:xfrm>
          <a:prstGeom prst="line">
            <a:avLst/>
          </a:prstGeom>
          <a:noFill/>
          <a:ln w="158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395" name="Line 35">
            <a:extLst>
              <a:ext uri="{FF2B5EF4-FFF2-40B4-BE49-F238E27FC236}">
                <a16:creationId xmlns:a16="http://schemas.microsoft.com/office/drawing/2014/main" id="{437D0ED9-F3C8-7F40-E802-8C2574BB093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24400" y="1878013"/>
            <a:ext cx="3581400" cy="0"/>
          </a:xfrm>
          <a:prstGeom prst="line">
            <a:avLst/>
          </a:prstGeom>
          <a:noFill/>
          <a:ln w="158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99396" name="Object 3">
            <a:extLst>
              <a:ext uri="{FF2B5EF4-FFF2-40B4-BE49-F238E27FC236}">
                <a16:creationId xmlns:a16="http://schemas.microsoft.com/office/drawing/2014/main" id="{5D43379A-B336-3677-F0A8-DC96E897AF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4513" y="1466850"/>
          <a:ext cx="2984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9267" imgH="320206" progId="Equation.3">
                  <p:embed/>
                </p:oleObj>
              </mc:Choice>
              <mc:Fallback>
                <p:oleObj name="Equation" r:id="rId4" imgW="259267" imgH="3202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513" y="1466850"/>
                        <a:ext cx="2984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7" name="Object 4">
            <a:extLst>
              <a:ext uri="{FF2B5EF4-FFF2-40B4-BE49-F238E27FC236}">
                <a16:creationId xmlns:a16="http://schemas.microsoft.com/office/drawing/2014/main" id="{0338D366-DD32-2936-F4EF-307A2D4E1B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99463" y="2763838"/>
          <a:ext cx="3524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5049" imgH="320206" progId="Equation.3">
                  <p:embed/>
                </p:oleObj>
              </mc:Choice>
              <mc:Fallback>
                <p:oleObj name="Equation" r:id="rId6" imgW="305049" imgH="3202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9463" y="2763838"/>
                        <a:ext cx="35242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8" name="Oval 38">
            <a:extLst>
              <a:ext uri="{FF2B5EF4-FFF2-40B4-BE49-F238E27FC236}">
                <a16:creationId xmlns:a16="http://schemas.microsoft.com/office/drawing/2014/main" id="{1628F617-FAAC-9453-8B32-E0FD68DFC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801813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99399" name="Object 5">
            <a:extLst>
              <a:ext uri="{FF2B5EF4-FFF2-40B4-BE49-F238E27FC236}">
                <a16:creationId xmlns:a16="http://schemas.microsoft.com/office/drawing/2014/main" id="{D91B4754-9BBC-2658-5C1B-C09F0C08D1F6}"/>
              </a:ext>
            </a:extLst>
          </p:cNvPr>
          <p:cNvGraphicFramePr>
            <a:graphicFrameLocks/>
          </p:cNvGraphicFramePr>
          <p:nvPr/>
        </p:nvGraphicFramePr>
        <p:xfrm>
          <a:off x="6518275" y="1450975"/>
          <a:ext cx="28098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9267" imgH="266839" progId="Equation.3">
                  <p:embed/>
                </p:oleObj>
              </mc:Choice>
              <mc:Fallback>
                <p:oleObj name="Equation" r:id="rId8" imgW="259267" imgH="266839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8275" y="1450975"/>
                        <a:ext cx="28098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0" name="Line 40">
            <a:extLst>
              <a:ext uri="{FF2B5EF4-FFF2-40B4-BE49-F238E27FC236}">
                <a16:creationId xmlns:a16="http://schemas.microsoft.com/office/drawing/2014/main" id="{5FF1093B-0C53-BE39-36DE-928DD564ED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1878013"/>
            <a:ext cx="1295400" cy="5334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1" name="Line 41">
            <a:extLst>
              <a:ext uri="{FF2B5EF4-FFF2-40B4-BE49-F238E27FC236}">
                <a16:creationId xmlns:a16="http://schemas.microsoft.com/office/drawing/2014/main" id="{3FEF9468-E045-4B98-4797-11756CF1369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53200" y="1878013"/>
            <a:ext cx="1295400" cy="5334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2" name="Line 42">
            <a:extLst>
              <a:ext uri="{FF2B5EF4-FFF2-40B4-BE49-F238E27FC236}">
                <a16:creationId xmlns:a16="http://schemas.microsoft.com/office/drawing/2014/main" id="{46F24C66-13C7-2ABA-E57B-C69931F426F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48400" y="1420813"/>
            <a:ext cx="30480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3" name="Line 43">
            <a:extLst>
              <a:ext uri="{FF2B5EF4-FFF2-40B4-BE49-F238E27FC236}">
                <a16:creationId xmlns:a16="http://schemas.microsoft.com/office/drawing/2014/main" id="{10C02C5B-4937-9B55-46A1-1CDF636863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400" y="1878013"/>
            <a:ext cx="30480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4" name="Rectangle 44">
            <a:extLst>
              <a:ext uri="{FF2B5EF4-FFF2-40B4-BE49-F238E27FC236}">
                <a16:creationId xmlns:a16="http://schemas.microsoft.com/office/drawing/2014/main" id="{DFF4BA19-2FB7-CECB-2CF6-AA2840FD2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878013"/>
            <a:ext cx="1828800" cy="1143000"/>
          </a:xfrm>
          <a:prstGeom prst="rect">
            <a:avLst/>
          </a:prstGeom>
          <a:noFill/>
          <a:ln w="38100">
            <a:solidFill>
              <a:srgbClr val="66FF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99405" name="Object 6">
            <a:extLst>
              <a:ext uri="{FF2B5EF4-FFF2-40B4-BE49-F238E27FC236}">
                <a16:creationId xmlns:a16="http://schemas.microsoft.com/office/drawing/2014/main" id="{D5586A6E-5BB8-BA34-4C79-5CF9CA83ED36}"/>
              </a:ext>
            </a:extLst>
          </p:cNvPr>
          <p:cNvGraphicFramePr>
            <a:graphicFrameLocks/>
          </p:cNvGraphicFramePr>
          <p:nvPr/>
        </p:nvGraphicFramePr>
        <p:xfrm>
          <a:off x="7483475" y="1665288"/>
          <a:ext cx="230188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5522" imgH="205989" progId="Equation.3">
                  <p:embed/>
                </p:oleObj>
              </mc:Choice>
              <mc:Fallback>
                <p:oleObj name="Equation" r:id="rId10" imgW="205522" imgH="205989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3475" y="1665288"/>
                        <a:ext cx="230188" cy="23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6" name="Object 7">
            <a:extLst>
              <a:ext uri="{FF2B5EF4-FFF2-40B4-BE49-F238E27FC236}">
                <a16:creationId xmlns:a16="http://schemas.microsoft.com/office/drawing/2014/main" id="{18E57AF0-598D-FA2A-3635-24E1F7B984BF}"/>
              </a:ext>
            </a:extLst>
          </p:cNvPr>
          <p:cNvGraphicFramePr>
            <a:graphicFrameLocks/>
          </p:cNvGraphicFramePr>
          <p:nvPr/>
        </p:nvGraphicFramePr>
        <p:xfrm>
          <a:off x="5226050" y="1655763"/>
          <a:ext cx="20161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3129" imgH="297263" progId="Equation.3">
                  <p:embed/>
                </p:oleObj>
              </mc:Choice>
              <mc:Fallback>
                <p:oleObj name="Equation" r:id="rId12" imgW="183129" imgH="297263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050" y="1655763"/>
                        <a:ext cx="20161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7" name="Object 8">
            <a:extLst>
              <a:ext uri="{FF2B5EF4-FFF2-40B4-BE49-F238E27FC236}">
                <a16:creationId xmlns:a16="http://schemas.microsoft.com/office/drawing/2014/main" id="{BC36DA12-388A-C5F3-836D-A89C3F11DB95}"/>
              </a:ext>
            </a:extLst>
          </p:cNvPr>
          <p:cNvGraphicFramePr>
            <a:graphicFrameLocks/>
          </p:cNvGraphicFramePr>
          <p:nvPr/>
        </p:nvGraphicFramePr>
        <p:xfrm>
          <a:off x="5313363" y="3036888"/>
          <a:ext cx="190500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7702" imgH="205989" progId="Equation.3">
                  <p:embed/>
                </p:oleObj>
              </mc:Choice>
              <mc:Fallback>
                <p:oleObj name="Equation" r:id="rId14" imgW="167702" imgH="205989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3363" y="3036888"/>
                        <a:ext cx="190500" cy="23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8" name="Object 9">
            <a:extLst>
              <a:ext uri="{FF2B5EF4-FFF2-40B4-BE49-F238E27FC236}">
                <a16:creationId xmlns:a16="http://schemas.microsoft.com/office/drawing/2014/main" id="{4EB0A4FE-83B5-1E1C-F124-E4AEE7BDC2C1}"/>
              </a:ext>
            </a:extLst>
          </p:cNvPr>
          <p:cNvGraphicFramePr>
            <a:graphicFrameLocks/>
          </p:cNvGraphicFramePr>
          <p:nvPr/>
        </p:nvGraphicFramePr>
        <p:xfrm>
          <a:off x="7458075" y="2951163"/>
          <a:ext cx="255588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8413" imgH="297263" progId="Equation.3">
                  <p:embed/>
                </p:oleObj>
              </mc:Choice>
              <mc:Fallback>
                <p:oleObj name="Equation" r:id="rId16" imgW="228413" imgH="297263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8075" y="2951163"/>
                        <a:ext cx="255588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9" name="Object 10">
            <a:extLst>
              <a:ext uri="{FF2B5EF4-FFF2-40B4-BE49-F238E27FC236}">
                <a16:creationId xmlns:a16="http://schemas.microsoft.com/office/drawing/2014/main" id="{382B6ED6-923E-6F67-AB4C-8272344282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7575" y="1870075"/>
          <a:ext cx="2363788" cy="157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06102" imgH="1729712" progId="Equation.3">
                  <p:embed/>
                </p:oleObj>
              </mc:Choice>
              <mc:Fallback>
                <p:oleObj name="Equation" r:id="rId18" imgW="2606102" imgH="17297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1870075"/>
                        <a:ext cx="2363788" cy="157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0" name="Object 11">
            <a:extLst>
              <a:ext uri="{FF2B5EF4-FFF2-40B4-BE49-F238E27FC236}">
                <a16:creationId xmlns:a16="http://schemas.microsoft.com/office/drawing/2014/main" id="{3484971B-074E-C2E9-9EAA-088C24A61850}"/>
              </a:ext>
            </a:extLst>
          </p:cNvPr>
          <p:cNvGraphicFramePr>
            <a:graphicFrameLocks/>
          </p:cNvGraphicFramePr>
          <p:nvPr/>
        </p:nvGraphicFramePr>
        <p:xfrm>
          <a:off x="844550" y="1287463"/>
          <a:ext cx="10033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82824" imgH="564102" progId="Equation.3">
                  <p:embed/>
                </p:oleObj>
              </mc:Choice>
              <mc:Fallback>
                <p:oleObj name="Equation" r:id="rId20" imgW="982824" imgH="564102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1287463"/>
                        <a:ext cx="10033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1" name="Object 12">
            <a:extLst>
              <a:ext uri="{FF2B5EF4-FFF2-40B4-BE49-F238E27FC236}">
                <a16:creationId xmlns:a16="http://schemas.microsoft.com/office/drawing/2014/main" id="{348F8F3B-35B6-0E99-4351-930DDE6A5D87}"/>
              </a:ext>
            </a:extLst>
          </p:cNvPr>
          <p:cNvGraphicFramePr>
            <a:graphicFrameLocks/>
          </p:cNvGraphicFramePr>
          <p:nvPr/>
        </p:nvGraphicFramePr>
        <p:xfrm>
          <a:off x="865188" y="3462338"/>
          <a:ext cx="2360612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339371" imgH="662857" progId="Equation.3">
                  <p:embed/>
                </p:oleObj>
              </mc:Choice>
              <mc:Fallback>
                <p:oleObj name="Equation" r:id="rId22" imgW="2339371" imgH="662857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3462338"/>
                        <a:ext cx="2360612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2" name="Object 13">
            <a:extLst>
              <a:ext uri="{FF2B5EF4-FFF2-40B4-BE49-F238E27FC236}">
                <a16:creationId xmlns:a16="http://schemas.microsoft.com/office/drawing/2014/main" id="{6DA533BB-2333-2AFE-DC04-C49FC4E7A1D9}"/>
              </a:ext>
            </a:extLst>
          </p:cNvPr>
          <p:cNvGraphicFramePr>
            <a:graphicFrameLocks/>
          </p:cNvGraphicFramePr>
          <p:nvPr/>
        </p:nvGraphicFramePr>
        <p:xfrm>
          <a:off x="3238500" y="3381375"/>
          <a:ext cx="11303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104744" imgH="586546" progId="Equation.3">
                  <p:embed/>
                </p:oleObj>
              </mc:Choice>
              <mc:Fallback>
                <p:oleObj name="公式" r:id="rId24" imgW="1104744" imgH="586546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3381375"/>
                        <a:ext cx="11303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3" name="Object 14">
            <a:extLst>
              <a:ext uri="{FF2B5EF4-FFF2-40B4-BE49-F238E27FC236}">
                <a16:creationId xmlns:a16="http://schemas.microsoft.com/office/drawing/2014/main" id="{A67E28C8-B558-F09D-97E9-EA652B71464E}"/>
              </a:ext>
            </a:extLst>
          </p:cNvPr>
          <p:cNvGraphicFramePr>
            <a:graphicFrameLocks/>
          </p:cNvGraphicFramePr>
          <p:nvPr/>
        </p:nvGraphicFramePr>
        <p:xfrm>
          <a:off x="4435475" y="3581400"/>
          <a:ext cx="11160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097280" imgH="434423" progId="Equation.3">
                  <p:embed/>
                </p:oleObj>
              </mc:Choice>
              <mc:Fallback>
                <p:oleObj name="公式" r:id="rId26" imgW="1097280" imgH="434423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475" y="3581400"/>
                        <a:ext cx="11160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4" name="Object 15">
            <a:extLst>
              <a:ext uri="{FF2B5EF4-FFF2-40B4-BE49-F238E27FC236}">
                <a16:creationId xmlns:a16="http://schemas.microsoft.com/office/drawing/2014/main" id="{EEDA87CE-E98C-0659-CE82-DB1D4D813E07}"/>
              </a:ext>
            </a:extLst>
          </p:cNvPr>
          <p:cNvGraphicFramePr>
            <a:graphicFrameLocks/>
          </p:cNvGraphicFramePr>
          <p:nvPr/>
        </p:nvGraphicFramePr>
        <p:xfrm>
          <a:off x="1060450" y="4173538"/>
          <a:ext cx="14366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409793" imgH="411480" progId="Equation.3">
                  <p:embed/>
                </p:oleObj>
              </mc:Choice>
              <mc:Fallback>
                <p:oleObj name="Equation" r:id="rId28" imgW="1409793" imgH="411480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450" y="4173538"/>
                        <a:ext cx="14366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5" name="Rectangle 55">
            <a:extLst>
              <a:ext uri="{FF2B5EF4-FFF2-40B4-BE49-F238E27FC236}">
                <a16:creationId xmlns:a16="http://schemas.microsoft.com/office/drawing/2014/main" id="{8D931FD0-2EF7-559A-7648-9703A887D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9063" y="5632450"/>
            <a:ext cx="3657600" cy="685800"/>
          </a:xfrm>
          <a:prstGeom prst="rect">
            <a:avLst/>
          </a:prstGeom>
          <a:solidFill>
            <a:srgbClr val="6666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4" name="Group 56">
            <a:extLst>
              <a:ext uri="{FF2B5EF4-FFF2-40B4-BE49-F238E27FC236}">
                <a16:creationId xmlns:a16="http://schemas.microsoft.com/office/drawing/2014/main" id="{DE0B8A8F-D1F6-476A-1A57-DFBFEC3DF00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351463" y="5937250"/>
            <a:ext cx="3340100" cy="76200"/>
            <a:chOff x="3316" y="3712"/>
            <a:chExt cx="2104" cy="208"/>
          </a:xfrm>
        </p:grpSpPr>
        <p:sp>
          <p:nvSpPr>
            <p:cNvPr id="18482" name="Oval 57">
              <a:extLst>
                <a:ext uri="{FF2B5EF4-FFF2-40B4-BE49-F238E27FC236}">
                  <a16:creationId xmlns:a16="http://schemas.microsoft.com/office/drawing/2014/main" id="{3355602D-780D-6B24-FCE3-BCFD0F73D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6" y="3712"/>
              <a:ext cx="50" cy="2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83" name="Oval 58">
              <a:extLst>
                <a:ext uri="{FF2B5EF4-FFF2-40B4-BE49-F238E27FC236}">
                  <a16:creationId xmlns:a16="http://schemas.microsoft.com/office/drawing/2014/main" id="{06A02F9D-E46F-38BE-AF6C-89151D26E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7" y="3712"/>
              <a:ext cx="50" cy="2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84" name="Oval 59">
              <a:extLst>
                <a:ext uri="{FF2B5EF4-FFF2-40B4-BE49-F238E27FC236}">
                  <a16:creationId xmlns:a16="http://schemas.microsoft.com/office/drawing/2014/main" id="{1458D0B5-5AAD-CA03-C5D2-70136FCA3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712"/>
              <a:ext cx="50" cy="2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85" name="Oval 60">
              <a:extLst>
                <a:ext uri="{FF2B5EF4-FFF2-40B4-BE49-F238E27FC236}">
                  <a16:creationId xmlns:a16="http://schemas.microsoft.com/office/drawing/2014/main" id="{F054AE48-A482-476E-6430-350834A9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8" y="3712"/>
              <a:ext cx="50" cy="2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86" name="Oval 61">
              <a:extLst>
                <a:ext uri="{FF2B5EF4-FFF2-40B4-BE49-F238E27FC236}">
                  <a16:creationId xmlns:a16="http://schemas.microsoft.com/office/drawing/2014/main" id="{BA0F93C3-45ED-544B-A751-E50EA6614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9" y="3712"/>
              <a:ext cx="50" cy="2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87" name="Oval 62">
              <a:extLst>
                <a:ext uri="{FF2B5EF4-FFF2-40B4-BE49-F238E27FC236}">
                  <a16:creationId xmlns:a16="http://schemas.microsoft.com/office/drawing/2014/main" id="{F6C825C2-A243-CB3C-D982-66F7D947E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9" y="3712"/>
              <a:ext cx="50" cy="2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88" name="Oval 63">
              <a:extLst>
                <a:ext uri="{FF2B5EF4-FFF2-40B4-BE49-F238E27FC236}">
                  <a16:creationId xmlns:a16="http://schemas.microsoft.com/office/drawing/2014/main" id="{4FFA28D6-91F2-F963-0BAF-24E553979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9" y="3712"/>
              <a:ext cx="50" cy="2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89" name="Oval 64">
              <a:extLst>
                <a:ext uri="{FF2B5EF4-FFF2-40B4-BE49-F238E27FC236}">
                  <a16:creationId xmlns:a16="http://schemas.microsoft.com/office/drawing/2014/main" id="{B94D365F-EF5C-C299-FB5D-D1B75FE05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" y="3712"/>
              <a:ext cx="50" cy="2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90" name="Oval 65">
              <a:extLst>
                <a:ext uri="{FF2B5EF4-FFF2-40B4-BE49-F238E27FC236}">
                  <a16:creationId xmlns:a16="http://schemas.microsoft.com/office/drawing/2014/main" id="{44F0E249-F57B-C67E-37EF-8E01609E2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" y="3712"/>
              <a:ext cx="50" cy="2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91" name="Oval 66">
              <a:extLst>
                <a:ext uri="{FF2B5EF4-FFF2-40B4-BE49-F238E27FC236}">
                  <a16:creationId xmlns:a16="http://schemas.microsoft.com/office/drawing/2014/main" id="{CFCCD8E4-5A10-A3C6-9578-E7B1CD768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" y="3712"/>
              <a:ext cx="50" cy="2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92" name="Oval 67">
              <a:extLst>
                <a:ext uri="{FF2B5EF4-FFF2-40B4-BE49-F238E27FC236}">
                  <a16:creationId xmlns:a16="http://schemas.microsoft.com/office/drawing/2014/main" id="{D96A1CB8-5787-D7F5-6DCA-279E3A8D7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8" y="3712"/>
              <a:ext cx="50" cy="2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399428" name="Text Box 68">
            <a:extLst>
              <a:ext uri="{FF2B5EF4-FFF2-40B4-BE49-F238E27FC236}">
                <a16:creationId xmlns:a16="http://schemas.microsoft.com/office/drawing/2014/main" id="{F755D7CA-4961-D8C7-E7B1-5BD773528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3" y="4724400"/>
            <a:ext cx="5356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  <a:ea typeface="楷体_GB2312" pitchFamily="49" charset="-122"/>
              </a:rPr>
              <a:t>推广：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有厚度的无限大平面问题 </a:t>
            </a:r>
          </a:p>
        </p:txBody>
      </p:sp>
      <p:graphicFrame>
        <p:nvGraphicFramePr>
          <p:cNvPr id="399429" name="Object 16">
            <a:extLst>
              <a:ext uri="{FF2B5EF4-FFF2-40B4-BE49-F238E27FC236}">
                <a16:creationId xmlns:a16="http://schemas.microsoft.com/office/drawing/2014/main" id="{29BDD5ED-052B-9CCE-A212-9D42A3F9B8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1463" y="5708650"/>
          <a:ext cx="37465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06493" imgH="167585" progId="Equation.3">
                  <p:embed/>
                </p:oleObj>
              </mc:Choice>
              <mc:Fallback>
                <p:oleObj name="Equation" r:id="rId30" imgW="106493" imgH="16758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1463" y="5708650"/>
                        <a:ext cx="37465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0" name="Line 70">
            <a:extLst>
              <a:ext uri="{FF2B5EF4-FFF2-40B4-BE49-F238E27FC236}">
                <a16:creationId xmlns:a16="http://schemas.microsoft.com/office/drawing/2014/main" id="{416FDD4D-3D55-70D2-C8FD-8F49962536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4263" y="5632450"/>
            <a:ext cx="3962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31" name="Line 71">
            <a:extLst>
              <a:ext uri="{FF2B5EF4-FFF2-40B4-BE49-F238E27FC236}">
                <a16:creationId xmlns:a16="http://schemas.microsoft.com/office/drawing/2014/main" id="{92A18AB7-D42A-6DD8-225F-FD9915198A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4263" y="6318250"/>
            <a:ext cx="3962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32" name="Line 72">
            <a:extLst>
              <a:ext uri="{FF2B5EF4-FFF2-40B4-BE49-F238E27FC236}">
                <a16:creationId xmlns:a16="http://schemas.microsoft.com/office/drawing/2014/main" id="{25401A28-A383-407E-4132-E10F8DD1D3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6663" y="5632450"/>
            <a:ext cx="0" cy="685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99433" name="Object 17">
            <a:extLst>
              <a:ext uri="{FF2B5EF4-FFF2-40B4-BE49-F238E27FC236}">
                <a16:creationId xmlns:a16="http://schemas.microsoft.com/office/drawing/2014/main" id="{88485348-A3B6-C0DD-2CF0-BDF88D9F6C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9463" y="5708650"/>
          <a:ext cx="4127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14456" imgH="152622" progId="Equation.3">
                  <p:embed/>
                </p:oleObj>
              </mc:Choice>
              <mc:Fallback>
                <p:oleObj name="Equation" r:id="rId32" imgW="114456" imgH="152622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9463" y="5708650"/>
                        <a:ext cx="41275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4" name="Object 18">
            <a:extLst>
              <a:ext uri="{FF2B5EF4-FFF2-40B4-BE49-F238E27FC236}">
                <a16:creationId xmlns:a16="http://schemas.microsoft.com/office/drawing/2014/main" id="{BFEBD7C1-A481-504B-8D8B-A08252CE0D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2675" y="5259388"/>
          <a:ext cx="17319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761876" imgH="205989" progId="Equation.3">
                  <p:embed/>
                </p:oleObj>
              </mc:Choice>
              <mc:Fallback>
                <p:oleObj name="Equation" r:id="rId34" imgW="761876" imgH="205989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5259388"/>
                        <a:ext cx="1731963" cy="503237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5" name="Rectangle 75">
            <a:extLst>
              <a:ext uri="{FF2B5EF4-FFF2-40B4-BE49-F238E27FC236}">
                <a16:creationId xmlns:a16="http://schemas.microsoft.com/office/drawing/2014/main" id="{F40E98EB-C2F7-9D20-3518-453FE71BA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4863" y="5470525"/>
            <a:ext cx="2514600" cy="1008063"/>
          </a:xfrm>
          <a:prstGeom prst="rect">
            <a:avLst/>
          </a:prstGeom>
          <a:noFill/>
          <a:ln w="19050">
            <a:solidFill>
              <a:schemeClr val="bg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99436" name="Rectangle 76">
            <a:extLst>
              <a:ext uri="{FF2B5EF4-FFF2-40B4-BE49-F238E27FC236}">
                <a16:creationId xmlns:a16="http://schemas.microsoft.com/office/drawing/2014/main" id="{CE7E1BCA-BCED-5EF8-9E64-89BF65136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3463" y="5784850"/>
            <a:ext cx="1752600" cy="381000"/>
          </a:xfrm>
          <a:prstGeom prst="rect">
            <a:avLst/>
          </a:prstGeom>
          <a:noFill/>
          <a:ln w="19050">
            <a:solidFill>
              <a:schemeClr val="bg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99437" name="Object 19">
            <a:extLst>
              <a:ext uri="{FF2B5EF4-FFF2-40B4-BE49-F238E27FC236}">
                <a16:creationId xmlns:a16="http://schemas.microsoft.com/office/drawing/2014/main" id="{639BF605-13F2-C16E-4941-611AB30F17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9025" y="5975350"/>
          <a:ext cx="13128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571282" imgH="205989" progId="Equation.3">
                  <p:embed/>
                </p:oleObj>
              </mc:Choice>
              <mc:Fallback>
                <p:oleObj name="Equation" r:id="rId36" imgW="571282" imgH="20598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025" y="5975350"/>
                        <a:ext cx="1312863" cy="503238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8" name="Text Box 78">
            <a:extLst>
              <a:ext uri="{FF2B5EF4-FFF2-40B4-BE49-F238E27FC236}">
                <a16:creationId xmlns:a16="http://schemas.microsoft.com/office/drawing/2014/main" id="{ADCF0B33-E360-AAE3-3821-A3F8B5AC4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5335588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在外部 </a:t>
            </a:r>
          </a:p>
        </p:txBody>
      </p:sp>
      <p:sp>
        <p:nvSpPr>
          <p:cNvPr id="399439" name="Text Box 79">
            <a:extLst>
              <a:ext uri="{FF2B5EF4-FFF2-40B4-BE49-F238E27FC236}">
                <a16:creationId xmlns:a16="http://schemas.microsoft.com/office/drawing/2014/main" id="{CCD69F81-43A6-81B7-9D1A-C1B91E41B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597535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在内部 </a:t>
            </a:r>
          </a:p>
        </p:txBody>
      </p:sp>
      <p:sp>
        <p:nvSpPr>
          <p:cNvPr id="399440" name="AutoShape 80">
            <a:extLst>
              <a:ext uri="{FF2B5EF4-FFF2-40B4-BE49-F238E27FC236}">
                <a16:creationId xmlns:a16="http://schemas.microsoft.com/office/drawing/2014/main" id="{AF51EA71-538A-ADD7-2494-ABA051E00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030663"/>
            <a:ext cx="3962400" cy="1295400"/>
          </a:xfrm>
          <a:prstGeom prst="wedgeRectCallout">
            <a:avLst>
              <a:gd name="adj1" fmla="val 361"/>
              <a:gd name="adj2" fmla="val -1188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ea typeface="楷体_GB2312" pitchFamily="49" charset="-122"/>
              </a:rPr>
              <a:t>    </a:t>
            </a:r>
            <a:r>
              <a:rPr lang="zh-CN" altLang="en-US" i="1">
                <a:ea typeface="楷体_GB2312" pitchFamily="49" charset="-122"/>
              </a:rPr>
              <a:t>无限大平面电流在每一侧都产生匀强场，且两侧 </a:t>
            </a:r>
            <a:r>
              <a:rPr lang="en-US" altLang="zh-CN" i="1">
                <a:ea typeface="楷体_GB2312" pitchFamily="49" charset="-122"/>
              </a:rPr>
              <a:t>B</a:t>
            </a:r>
            <a:r>
              <a:rPr lang="zh-CN" altLang="en-US" i="1">
                <a:ea typeface="楷体_GB2312" pitchFamily="49" charset="-122"/>
              </a:rPr>
              <a:t>的大小相等、方向相反。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9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9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9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9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9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39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39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99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39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39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9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99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99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99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9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9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9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9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9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9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5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3" dur="300"/>
                                        <p:tgtEl>
                                          <p:spTgt spid="399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8" dur="300"/>
                                        <p:tgtEl>
                                          <p:spTgt spid="39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0" fill="hold"/>
                                        <p:tgtEl>
                                          <p:spTgt spid="399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0" fill="hold"/>
                                        <p:tgtEl>
                                          <p:spTgt spid="399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39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39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7" dur="300"/>
                                        <p:tgtEl>
                                          <p:spTgt spid="399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399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399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39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2" grpId="0" autoUpdateAnimBg="0"/>
      <p:bldP spid="399363" grpId="0" autoUpdateAnimBg="0"/>
      <p:bldP spid="399364" grpId="0" autoUpdateAnimBg="0"/>
      <p:bldP spid="399365" grpId="0" autoUpdateAnimBg="0"/>
      <p:bldP spid="399366" grpId="0" animBg="1"/>
      <p:bldP spid="399398" grpId="0" animBg="1"/>
      <p:bldP spid="399404" grpId="0" animBg="1"/>
      <p:bldP spid="399415" grpId="0" animBg="1"/>
      <p:bldP spid="399428" grpId="0" autoUpdateAnimBg="0"/>
      <p:bldP spid="399435" grpId="0" animBg="1"/>
      <p:bldP spid="399436" grpId="0" animBg="1"/>
      <p:bldP spid="399438" grpId="0" autoUpdateAnimBg="0"/>
      <p:bldP spid="399439" grpId="0" autoUpdateAnimBg="0"/>
      <p:bldP spid="399440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AutoShape 2">
            <a:extLst>
              <a:ext uri="{FF2B5EF4-FFF2-40B4-BE49-F238E27FC236}">
                <a16:creationId xmlns:a16="http://schemas.microsoft.com/office/drawing/2014/main" id="{7B4C6371-9247-DBA0-3B7B-B27BE4A72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762000"/>
            <a:ext cx="1219200" cy="3276600"/>
          </a:xfrm>
          <a:prstGeom prst="can">
            <a:avLst>
              <a:gd name="adj" fmla="val 35174"/>
            </a:avLst>
          </a:prstGeom>
          <a:gradFill rotWithShape="0">
            <a:gsLst>
              <a:gs pos="0">
                <a:srgbClr val="454545"/>
              </a:gs>
              <a:gs pos="50000">
                <a:srgbClr val="969696"/>
              </a:gs>
              <a:gs pos="100000">
                <a:srgbClr val="454545"/>
              </a:gs>
            </a:gsLst>
            <a:lin ang="0" scaled="1"/>
          </a:gradFill>
          <a:ln w="9525">
            <a:solidFill>
              <a:srgbClr val="FFFFFF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25283" name="Object 2">
            <a:extLst>
              <a:ext uri="{FF2B5EF4-FFF2-40B4-BE49-F238E27FC236}">
                <a16:creationId xmlns:a16="http://schemas.microsoft.com/office/drawing/2014/main" id="{D31F9781-9C7D-2235-74A3-5538ED4830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91513" y="228600"/>
          <a:ext cx="43021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493" imgH="144641" progId="Equation.3">
                  <p:embed/>
                </p:oleObj>
              </mc:Choice>
              <mc:Fallback>
                <p:oleObj name="Equation" r:id="rId2" imgW="106493" imgH="14464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1513" y="228600"/>
                        <a:ext cx="430212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84" name="Text Box 4">
            <a:extLst>
              <a:ext uri="{FF2B5EF4-FFF2-40B4-BE49-F238E27FC236}">
                <a16:creationId xmlns:a16="http://schemas.microsoft.com/office/drawing/2014/main" id="{91F19BB8-E2A3-7969-CCF8-8B6CCB320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76200"/>
            <a:ext cx="54864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i="1">
                <a:solidFill>
                  <a:schemeClr val="bg1"/>
                </a:solidFill>
                <a:ea typeface="楷体_GB2312" pitchFamily="49" charset="-122"/>
              </a:rPr>
              <a:t>思考</a:t>
            </a:r>
            <a:r>
              <a:rPr lang="zh-CN" altLang="en-US" i="1">
                <a:solidFill>
                  <a:schemeClr val="hlink"/>
                </a:solidFill>
                <a:ea typeface="楷体_GB2312" pitchFamily="49" charset="-122"/>
              </a:rPr>
              <a:t>：具有一圆柱形空腔的无限长载流圆柱，求空腔内的磁场</a:t>
            </a:r>
            <a:r>
              <a:rPr lang="en-US" altLang="zh-CN" i="1">
                <a:solidFill>
                  <a:schemeClr val="hlink"/>
                </a:solidFill>
                <a:ea typeface="楷体_GB2312" pitchFamily="49" charset="-122"/>
              </a:rPr>
              <a:t>?</a:t>
            </a:r>
            <a:endParaRPr lang="en-US" altLang="zh-CN" b="0">
              <a:solidFill>
                <a:schemeClr val="hlink"/>
              </a:solidFill>
              <a:ea typeface="楷体_GB2312" pitchFamily="49" charset="-122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23192154-8CB4-E445-B4F7-AB25B9CD1C90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981200"/>
            <a:ext cx="304800" cy="304800"/>
            <a:chOff x="2448" y="2976"/>
            <a:chExt cx="288" cy="288"/>
          </a:xfrm>
        </p:grpSpPr>
        <p:sp>
          <p:nvSpPr>
            <p:cNvPr id="19511" name="Line 6">
              <a:extLst>
                <a:ext uri="{FF2B5EF4-FFF2-40B4-BE49-F238E27FC236}">
                  <a16:creationId xmlns:a16="http://schemas.microsoft.com/office/drawing/2014/main" id="{059CE13B-FBEF-DF86-A694-5944C18DB5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120"/>
              <a:ext cx="288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2" name="Line 7">
              <a:extLst>
                <a:ext uri="{FF2B5EF4-FFF2-40B4-BE49-F238E27FC236}">
                  <a16:creationId xmlns:a16="http://schemas.microsoft.com/office/drawing/2014/main" id="{F3802B1F-8001-09F5-7545-BCCD19ECDB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976"/>
              <a:ext cx="0" cy="28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288" name="Oval 8">
            <a:extLst>
              <a:ext uri="{FF2B5EF4-FFF2-40B4-BE49-F238E27FC236}">
                <a16:creationId xmlns:a16="http://schemas.microsoft.com/office/drawing/2014/main" id="{F3F07BFD-0E8E-2D33-7B69-2ED9ED4C6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676400"/>
            <a:ext cx="762000" cy="762000"/>
          </a:xfrm>
          <a:prstGeom prst="ellipse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0607A7D8-D7A0-D030-79A4-AADCDD84D881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057400"/>
            <a:ext cx="304800" cy="152400"/>
            <a:chOff x="864" y="3744"/>
            <a:chExt cx="288" cy="96"/>
          </a:xfrm>
        </p:grpSpPr>
        <p:sp>
          <p:nvSpPr>
            <p:cNvPr id="19509" name="Line 10">
              <a:extLst>
                <a:ext uri="{FF2B5EF4-FFF2-40B4-BE49-F238E27FC236}">
                  <a16:creationId xmlns:a16="http://schemas.microsoft.com/office/drawing/2014/main" id="{D502EC1E-01B1-63E8-F35E-798E52801F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744"/>
              <a:ext cx="288" cy="0"/>
            </a:xfrm>
            <a:prstGeom prst="line">
              <a:avLst/>
            </a:prstGeom>
            <a:noFill/>
            <a:ln w="2222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0" name="Line 11">
              <a:extLst>
                <a:ext uri="{FF2B5EF4-FFF2-40B4-BE49-F238E27FC236}">
                  <a16:creationId xmlns:a16="http://schemas.microsoft.com/office/drawing/2014/main" id="{62C260AD-7C77-A0C9-86C0-FA9FB61CB5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840"/>
              <a:ext cx="288" cy="0"/>
            </a:xfrm>
            <a:prstGeom prst="line">
              <a:avLst/>
            </a:prstGeom>
            <a:noFill/>
            <a:ln w="2222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292" name="Oval 12">
            <a:extLst>
              <a:ext uri="{FF2B5EF4-FFF2-40B4-BE49-F238E27FC236}">
                <a16:creationId xmlns:a16="http://schemas.microsoft.com/office/drawing/2014/main" id="{1D43CF90-18B9-21EC-3486-198BB7C5A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209800"/>
            <a:ext cx="152400" cy="152400"/>
          </a:xfrm>
          <a:prstGeom prst="ellipse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5293" name="Line 13">
            <a:extLst>
              <a:ext uri="{FF2B5EF4-FFF2-40B4-BE49-F238E27FC236}">
                <a16:creationId xmlns:a16="http://schemas.microsoft.com/office/drawing/2014/main" id="{60ED71F6-9F18-428D-8C18-3F713DBF56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2057400"/>
            <a:ext cx="0" cy="22860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294" name="Line 14">
            <a:extLst>
              <a:ext uri="{FF2B5EF4-FFF2-40B4-BE49-F238E27FC236}">
                <a16:creationId xmlns:a16="http://schemas.microsoft.com/office/drawing/2014/main" id="{D0E8E465-2AE5-4FD5-397D-313F412F9B3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86400" y="2286000"/>
            <a:ext cx="381000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295" name="Object 3">
            <a:extLst>
              <a:ext uri="{FF2B5EF4-FFF2-40B4-BE49-F238E27FC236}">
                <a16:creationId xmlns:a16="http://schemas.microsoft.com/office/drawing/2014/main" id="{F2538054-D945-3A7C-1463-0ECD1B299B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1150" y="2379663"/>
          <a:ext cx="560388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702" imgH="167585" progId="Equation.DSMT4">
                  <p:embed/>
                </p:oleObj>
              </mc:Choice>
              <mc:Fallback>
                <p:oleObj name="Equation" r:id="rId4" imgW="167702" imgH="16758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2379663"/>
                        <a:ext cx="560388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07" name="Line 27">
            <a:extLst>
              <a:ext uri="{FF2B5EF4-FFF2-40B4-BE49-F238E27FC236}">
                <a16:creationId xmlns:a16="http://schemas.microsoft.com/office/drawing/2014/main" id="{ECA339CA-FB07-81D0-CA52-3D48379C26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1828800"/>
            <a:ext cx="304800" cy="22860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08" name="Oval 28">
            <a:extLst>
              <a:ext uri="{FF2B5EF4-FFF2-40B4-BE49-F238E27FC236}">
                <a16:creationId xmlns:a16="http://schemas.microsoft.com/office/drawing/2014/main" id="{B26DD59B-3433-6270-CBF6-4C6D36C0F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143000"/>
            <a:ext cx="1981200" cy="1905000"/>
          </a:xfrm>
          <a:prstGeom prst="ellipse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5309" name="Line 29">
            <a:extLst>
              <a:ext uri="{FF2B5EF4-FFF2-40B4-BE49-F238E27FC236}">
                <a16:creationId xmlns:a16="http://schemas.microsoft.com/office/drawing/2014/main" id="{C71D814F-8EAF-B330-01D8-006EDDC1E2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1371600"/>
            <a:ext cx="685800" cy="76200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310" name="Object 4">
            <a:extLst>
              <a:ext uri="{FF2B5EF4-FFF2-40B4-BE49-F238E27FC236}">
                <a16:creationId xmlns:a16="http://schemas.microsoft.com/office/drawing/2014/main" id="{547A8859-1DFB-3E53-D73C-12E70C8B14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1828800"/>
          <a:ext cx="4492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384" imgH="152622" progId="Equation.3">
                  <p:embed/>
                </p:oleObj>
              </mc:Choice>
              <mc:Fallback>
                <p:oleObj name="Equation" r:id="rId6" imgW="129384" imgH="15262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828800"/>
                        <a:ext cx="449263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1" name="Oval 31">
            <a:extLst>
              <a:ext uri="{FF2B5EF4-FFF2-40B4-BE49-F238E27FC236}">
                <a16:creationId xmlns:a16="http://schemas.microsoft.com/office/drawing/2014/main" id="{CCA8C396-1E87-A655-FF30-0CDA2BE67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514600"/>
            <a:ext cx="152400" cy="152400"/>
          </a:xfrm>
          <a:prstGeom prst="ellipse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25312" name="Object 5">
            <a:extLst>
              <a:ext uri="{FF2B5EF4-FFF2-40B4-BE49-F238E27FC236}">
                <a16:creationId xmlns:a16="http://schemas.microsoft.com/office/drawing/2014/main" id="{B99F7AF0-1473-7598-AC96-2910158AB6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1295400"/>
          <a:ext cx="4492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9384" imgH="144641" progId="Equation.3">
                  <p:embed/>
                </p:oleObj>
              </mc:Choice>
              <mc:Fallback>
                <p:oleObj name="Equation" r:id="rId8" imgW="129384" imgH="14464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295400"/>
                        <a:ext cx="449263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3" name="Line 33">
            <a:extLst>
              <a:ext uri="{FF2B5EF4-FFF2-40B4-BE49-F238E27FC236}">
                <a16:creationId xmlns:a16="http://schemas.microsoft.com/office/drawing/2014/main" id="{CF42B4E4-A853-B273-279F-494DC74885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133600"/>
            <a:ext cx="381000" cy="4572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14" name="Line 34">
            <a:extLst>
              <a:ext uri="{FF2B5EF4-FFF2-40B4-BE49-F238E27FC236}">
                <a16:creationId xmlns:a16="http://schemas.microsoft.com/office/drawing/2014/main" id="{8AF08BF0-6496-6305-59D1-BAB21FCED9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2209800"/>
            <a:ext cx="457200" cy="38100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315" name="Object 6">
            <a:extLst>
              <a:ext uri="{FF2B5EF4-FFF2-40B4-BE49-F238E27FC236}">
                <a16:creationId xmlns:a16="http://schemas.microsoft.com/office/drawing/2014/main" id="{2E793063-A556-FC63-7794-A2681BA371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0413" y="1617663"/>
          <a:ext cx="449262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9384" imgH="167585" progId="Equation.DSMT4">
                  <p:embed/>
                </p:oleObj>
              </mc:Choice>
              <mc:Fallback>
                <p:oleObj name="Equation" r:id="rId10" imgW="129384" imgH="16758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0413" y="1617663"/>
                        <a:ext cx="449262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6" name="Object 7">
            <a:extLst>
              <a:ext uri="{FF2B5EF4-FFF2-40B4-BE49-F238E27FC236}">
                <a16:creationId xmlns:a16="http://schemas.microsoft.com/office/drawing/2014/main" id="{9094DC16-7DEE-3203-95D0-DEA96276B6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5388" y="2303463"/>
          <a:ext cx="3714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6493" imgH="129679" progId="Equation.DSMT4">
                  <p:embed/>
                </p:oleObj>
              </mc:Choice>
              <mc:Fallback>
                <p:oleObj name="Equation" r:id="rId12" imgW="106493" imgH="12967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5388" y="2303463"/>
                        <a:ext cx="37147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7" name="Line 37">
            <a:extLst>
              <a:ext uri="{FF2B5EF4-FFF2-40B4-BE49-F238E27FC236}">
                <a16:creationId xmlns:a16="http://schemas.microsoft.com/office/drawing/2014/main" id="{7380407D-DFBB-025B-7A50-BA61626496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39113" y="304800"/>
            <a:ext cx="0" cy="685800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18" name="AutoShape 38">
            <a:extLst>
              <a:ext uri="{FF2B5EF4-FFF2-40B4-BE49-F238E27FC236}">
                <a16:creationId xmlns:a16="http://schemas.microsoft.com/office/drawing/2014/main" id="{0B8896AF-839C-96B7-2CC0-EF767521F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1913" y="838200"/>
            <a:ext cx="304800" cy="3124200"/>
          </a:xfrm>
          <a:prstGeom prst="can">
            <a:avLst>
              <a:gd name="adj" fmla="val 45935"/>
            </a:avLst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5319" name="Line 39">
            <a:extLst>
              <a:ext uri="{FF2B5EF4-FFF2-40B4-BE49-F238E27FC236}">
                <a16:creationId xmlns:a16="http://schemas.microsoft.com/office/drawing/2014/main" id="{704AEAD1-E485-26D9-7EFE-EB21080C84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9113" y="152400"/>
            <a:ext cx="0" cy="4343400"/>
          </a:xfrm>
          <a:prstGeom prst="line">
            <a:avLst/>
          </a:prstGeom>
          <a:noFill/>
          <a:ln w="9525">
            <a:solidFill>
              <a:srgbClr val="FFFF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320" name="Object 8">
            <a:extLst>
              <a:ext uri="{FF2B5EF4-FFF2-40B4-BE49-F238E27FC236}">
                <a16:creationId xmlns:a16="http://schemas.microsoft.com/office/drawing/2014/main" id="{3EF229CB-7009-278E-F00E-C7A49C825B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76950" y="1981200"/>
          <a:ext cx="4857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4811" imgH="144641" progId="Equation.DSMT4">
                  <p:embed/>
                </p:oleObj>
              </mc:Choice>
              <mc:Fallback>
                <p:oleObj name="Equation" r:id="rId14" imgW="144811" imgH="14464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6950" y="1981200"/>
                        <a:ext cx="4857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1" name="Object 9">
            <a:extLst>
              <a:ext uri="{FF2B5EF4-FFF2-40B4-BE49-F238E27FC236}">
                <a16:creationId xmlns:a16="http://schemas.microsoft.com/office/drawing/2014/main" id="{A39FDBAE-929F-A1E5-A2C1-E62C016A36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4005263"/>
          <a:ext cx="201771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24056" imgH="220952" progId="Equation.DSMT4">
                  <p:embed/>
                </p:oleObj>
              </mc:Choice>
              <mc:Fallback>
                <p:oleObj name="Equation" r:id="rId16" imgW="724056" imgH="220952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005263"/>
                        <a:ext cx="2017712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2" name="Object 10">
            <a:extLst>
              <a:ext uri="{FF2B5EF4-FFF2-40B4-BE49-F238E27FC236}">
                <a16:creationId xmlns:a16="http://schemas.microsoft.com/office/drawing/2014/main" id="{D728634F-9464-7D15-C1E3-F1BCBCA767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3141663"/>
          <a:ext cx="1944687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54411" imgH="396018" progId="Equation.DSMT4">
                  <p:embed/>
                </p:oleObj>
              </mc:Choice>
              <mc:Fallback>
                <p:oleObj name="Equation" r:id="rId18" imgW="754411" imgH="39601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141663"/>
                        <a:ext cx="1944687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3" name="Object 11">
            <a:extLst>
              <a:ext uri="{FF2B5EF4-FFF2-40B4-BE49-F238E27FC236}">
                <a16:creationId xmlns:a16="http://schemas.microsoft.com/office/drawing/2014/main" id="{019D12AA-8F43-BE39-23DE-88038AF803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3068638"/>
          <a:ext cx="1944687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30549" imgH="396018" progId="Equation.DSMT4">
                  <p:embed/>
                </p:oleObj>
              </mc:Choice>
              <mc:Fallback>
                <p:oleObj name="Equation" r:id="rId20" imgW="830549" imgH="39601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068638"/>
                        <a:ext cx="1944687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9">
            <a:extLst>
              <a:ext uri="{FF2B5EF4-FFF2-40B4-BE49-F238E27FC236}">
                <a16:creationId xmlns:a16="http://schemas.microsoft.com/office/drawing/2014/main" id="{0F96CF14-CB0D-E6E6-4E7C-923824FE2EDF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143000"/>
            <a:ext cx="1981200" cy="1905000"/>
            <a:chOff x="192" y="720"/>
            <a:chExt cx="1248" cy="1200"/>
          </a:xfrm>
        </p:grpSpPr>
        <p:sp>
          <p:nvSpPr>
            <p:cNvPr id="19498" name="Oval 17">
              <a:extLst>
                <a:ext uri="{FF2B5EF4-FFF2-40B4-BE49-F238E27FC236}">
                  <a16:creationId xmlns:a16="http://schemas.microsoft.com/office/drawing/2014/main" id="{6AA6614D-BC60-5C97-430C-4844FCC3D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720"/>
              <a:ext cx="1248" cy="1200"/>
            </a:xfrm>
            <a:prstGeom prst="ellipse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499" name="Oval 18">
              <a:extLst>
                <a:ext uri="{FF2B5EF4-FFF2-40B4-BE49-F238E27FC236}">
                  <a16:creationId xmlns:a16="http://schemas.microsoft.com/office/drawing/2014/main" id="{F5312F53-713D-4C76-50F0-6C7D0D1BD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296"/>
              <a:ext cx="432" cy="432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500" name="Line 19">
              <a:extLst>
                <a:ext uri="{FF2B5EF4-FFF2-40B4-BE49-F238E27FC236}">
                  <a16:creationId xmlns:a16="http://schemas.microsoft.com/office/drawing/2014/main" id="{177A7467-9375-6E25-4761-7D716370F5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" y="864"/>
              <a:ext cx="432" cy="480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Line 20">
              <a:extLst>
                <a:ext uri="{FF2B5EF4-FFF2-40B4-BE49-F238E27FC236}">
                  <a16:creationId xmlns:a16="http://schemas.microsoft.com/office/drawing/2014/main" id="{900CEA99-DF18-8478-F96D-9372255FF0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344"/>
              <a:ext cx="207" cy="272"/>
            </a:xfrm>
            <a:prstGeom prst="line">
              <a:avLst/>
            </a:prstGeom>
            <a:noFill/>
            <a:ln w="222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502" name="Object 14">
              <a:extLst>
                <a:ext uri="{FF2B5EF4-FFF2-40B4-BE49-F238E27FC236}">
                  <a16:creationId xmlns:a16="http://schemas.microsoft.com/office/drawing/2014/main" id="{69104ABB-CEFA-1666-36AF-D7F34AD9DD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1008"/>
            <a:ext cx="283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29384" imgH="152622" progId="Equation.3">
                    <p:embed/>
                  </p:oleObj>
                </mc:Choice>
                <mc:Fallback>
                  <p:oleObj name="Equation" r:id="rId22" imgW="129384" imgH="152622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008"/>
                          <a:ext cx="283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03" name="Object 15">
              <a:extLst>
                <a:ext uri="{FF2B5EF4-FFF2-40B4-BE49-F238E27FC236}">
                  <a16:creationId xmlns:a16="http://schemas.microsoft.com/office/drawing/2014/main" id="{27803E3A-1E01-2600-DAFC-1DAA32179A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8" y="1248"/>
            <a:ext cx="28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29384" imgH="152622" progId="Equation.3">
                    <p:embed/>
                  </p:oleObj>
                </mc:Choice>
                <mc:Fallback>
                  <p:oleObj name="Equation" r:id="rId24" imgW="129384" imgH="152622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248"/>
                          <a:ext cx="28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04" name="Object 16">
              <a:extLst>
                <a:ext uri="{FF2B5EF4-FFF2-40B4-BE49-F238E27FC236}">
                  <a16:creationId xmlns:a16="http://schemas.microsoft.com/office/drawing/2014/main" id="{A5A82B8F-4DA1-CBDD-66B5-CBD1A2AA89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2" y="1525"/>
            <a:ext cx="28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29384" imgH="144641" progId="Equation.DSMT4">
                    <p:embed/>
                  </p:oleObj>
                </mc:Choice>
                <mc:Fallback>
                  <p:oleObj name="Equation" r:id="rId26" imgW="129384" imgH="144641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1525"/>
                          <a:ext cx="28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05" name="Oval 24">
              <a:extLst>
                <a:ext uri="{FF2B5EF4-FFF2-40B4-BE49-F238E27FC236}">
                  <a16:creationId xmlns:a16="http://schemas.microsoft.com/office/drawing/2014/main" id="{ED69BE9D-B875-CDEE-037B-22F16AB5C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584"/>
              <a:ext cx="96" cy="9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19506" name="Object 17">
              <a:extLst>
                <a:ext uri="{FF2B5EF4-FFF2-40B4-BE49-F238E27FC236}">
                  <a16:creationId xmlns:a16="http://schemas.microsoft.com/office/drawing/2014/main" id="{A67C63C1-9863-5AD6-E4E6-A5A23FF456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" y="816"/>
            <a:ext cx="283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29384" imgH="144641" progId="Equation.3">
                    <p:embed/>
                  </p:oleObj>
                </mc:Choice>
                <mc:Fallback>
                  <p:oleObj name="Equation" r:id="rId28" imgW="129384" imgH="144641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816"/>
                          <a:ext cx="283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07" name="Line 26">
              <a:extLst>
                <a:ext uri="{FF2B5EF4-FFF2-40B4-BE49-F238E27FC236}">
                  <a16:creationId xmlns:a16="http://schemas.microsoft.com/office/drawing/2014/main" id="{FCAE60F9-BE5E-D460-18A5-4E85CD34D2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536"/>
              <a:ext cx="192" cy="0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508" name="Object 18">
              <a:extLst>
                <a:ext uri="{FF2B5EF4-FFF2-40B4-BE49-F238E27FC236}">
                  <a16:creationId xmlns:a16="http://schemas.microsoft.com/office/drawing/2014/main" id="{86652C07-66C1-7788-62FC-8201BC6BA2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4" y="1584"/>
            <a:ext cx="330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52276" imgH="144641" progId="Equation.3">
                    <p:embed/>
                  </p:oleObj>
                </mc:Choice>
                <mc:Fallback>
                  <p:oleObj name="Equation" r:id="rId30" imgW="152276" imgH="144641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584"/>
                          <a:ext cx="330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326" name="Object 12">
            <a:extLst>
              <a:ext uri="{FF2B5EF4-FFF2-40B4-BE49-F238E27FC236}">
                <a16:creationId xmlns:a16="http://schemas.microsoft.com/office/drawing/2014/main" id="{3C8EDE79-F111-97F4-9CF7-7C08187D5D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1295400"/>
          <a:ext cx="52387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52276" imgH="144641" progId="Equation.3">
                  <p:embed/>
                </p:oleObj>
              </mc:Choice>
              <mc:Fallback>
                <p:oleObj name="Equation" r:id="rId30" imgW="152276" imgH="14464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295400"/>
                        <a:ext cx="523875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7" name="Line 47">
            <a:extLst>
              <a:ext uri="{FF2B5EF4-FFF2-40B4-BE49-F238E27FC236}">
                <a16:creationId xmlns:a16="http://schemas.microsoft.com/office/drawing/2014/main" id="{DA5B4541-B55F-79CA-89B6-BEAA7ED5EB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4313" y="152400"/>
            <a:ext cx="0" cy="4343400"/>
          </a:xfrm>
          <a:prstGeom prst="line">
            <a:avLst/>
          </a:prstGeom>
          <a:noFill/>
          <a:ln w="9525">
            <a:solidFill>
              <a:srgbClr val="FFFF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328" name="Object 13">
            <a:extLst>
              <a:ext uri="{FF2B5EF4-FFF2-40B4-BE49-F238E27FC236}">
                <a16:creationId xmlns:a16="http://schemas.microsoft.com/office/drawing/2014/main" id="{35C13B15-E490-BA3D-87F6-AB09213A89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863" y="3357563"/>
          <a:ext cx="243205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914649" imgH="396018" progId="Equation.DSMT4">
                  <p:embed/>
                </p:oleObj>
              </mc:Choice>
              <mc:Fallback>
                <p:oleObj name="Equation" r:id="rId33" imgW="914649" imgH="396018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63" y="3357563"/>
                        <a:ext cx="2432050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0" name="Text Box 50">
            <a:extLst>
              <a:ext uri="{FF2B5EF4-FFF2-40B4-BE49-F238E27FC236}">
                <a16:creationId xmlns:a16="http://schemas.microsoft.com/office/drawing/2014/main" id="{206D9E7A-A755-0E5F-DEA8-742D2B24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005388"/>
            <a:ext cx="2098675" cy="457200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>
                <a:solidFill>
                  <a:srgbClr val="00FF00"/>
                </a:solidFill>
                <a:ea typeface="楷体_GB2312" pitchFamily="49" charset="-122"/>
              </a:rPr>
              <a:t>安培环路定理</a:t>
            </a:r>
            <a:r>
              <a:rPr lang="zh-CN" altLang="en-US" i="1">
                <a:solidFill>
                  <a:schemeClr val="hlink"/>
                </a:solidFill>
                <a:ea typeface="楷体_GB2312" pitchFamily="49" charset="-122"/>
              </a:rPr>
              <a:t> </a:t>
            </a:r>
            <a:endParaRPr lang="zh-CN" altLang="en-US" b="0">
              <a:solidFill>
                <a:schemeClr val="hlink"/>
              </a:solidFill>
              <a:ea typeface="楷体_GB2312" pitchFamily="49" charset="-122"/>
            </a:endParaRPr>
          </a:p>
        </p:txBody>
      </p:sp>
      <p:sp>
        <p:nvSpPr>
          <p:cNvPr id="225331" name="Text Box 51">
            <a:extLst>
              <a:ext uri="{FF2B5EF4-FFF2-40B4-BE49-F238E27FC236}">
                <a16:creationId xmlns:a16="http://schemas.microsoft.com/office/drawing/2014/main" id="{3A20DBF0-3C5D-F0A6-46CA-4955A86E6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005388"/>
            <a:ext cx="1179513" cy="457200"/>
          </a:xfrm>
          <a:prstGeom prst="rect">
            <a:avLst/>
          </a:prstGeom>
          <a:solidFill>
            <a:srgbClr val="99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>
                <a:solidFill>
                  <a:srgbClr val="000066"/>
                </a:solidFill>
                <a:ea typeface="楷体_GB2312" pitchFamily="49" charset="-122"/>
              </a:rPr>
              <a:t>补偿法</a:t>
            </a:r>
            <a:r>
              <a:rPr lang="zh-CN" altLang="en-US" i="1">
                <a:solidFill>
                  <a:schemeClr val="hlink"/>
                </a:solidFill>
                <a:ea typeface="楷体_GB2312" pitchFamily="49" charset="-122"/>
              </a:rPr>
              <a:t> </a:t>
            </a:r>
            <a:endParaRPr lang="zh-CN" altLang="en-US" b="0">
              <a:solidFill>
                <a:schemeClr val="hlink"/>
              </a:solidFill>
              <a:ea typeface="楷体_GB2312" pitchFamily="49" charset="-122"/>
            </a:endParaRPr>
          </a:p>
        </p:txBody>
      </p:sp>
      <p:grpSp>
        <p:nvGrpSpPr>
          <p:cNvPr id="5" name="Group 52">
            <a:extLst>
              <a:ext uri="{FF2B5EF4-FFF2-40B4-BE49-F238E27FC236}">
                <a16:creationId xmlns:a16="http://schemas.microsoft.com/office/drawing/2014/main" id="{99E85128-A9BC-C116-459A-B689B4F722D7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5081588"/>
            <a:ext cx="381000" cy="304800"/>
            <a:chOff x="2448" y="2976"/>
            <a:chExt cx="288" cy="288"/>
          </a:xfrm>
        </p:grpSpPr>
        <p:sp>
          <p:nvSpPr>
            <p:cNvPr id="19496" name="Line 53">
              <a:extLst>
                <a:ext uri="{FF2B5EF4-FFF2-40B4-BE49-F238E27FC236}">
                  <a16:creationId xmlns:a16="http://schemas.microsoft.com/office/drawing/2014/main" id="{0FF51CC0-4A70-9359-FD02-BC8FECF27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120"/>
              <a:ext cx="288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7" name="Line 54">
              <a:extLst>
                <a:ext uri="{FF2B5EF4-FFF2-40B4-BE49-F238E27FC236}">
                  <a16:creationId xmlns:a16="http://schemas.microsoft.com/office/drawing/2014/main" id="{E28B1118-8F4E-7073-96E1-DF9E108DF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976"/>
              <a:ext cx="0" cy="28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335" name="AutoShape 55">
            <a:extLst>
              <a:ext uri="{FF2B5EF4-FFF2-40B4-BE49-F238E27FC236}">
                <a16:creationId xmlns:a16="http://schemas.microsoft.com/office/drawing/2014/main" id="{6933C49B-5558-EDDE-0738-F0359D2F9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005388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noFill/>
          <a:ln w="222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5336" name="Rectangle 56">
            <a:extLst>
              <a:ext uri="{FF2B5EF4-FFF2-40B4-BE49-F238E27FC236}">
                <a16:creationId xmlns:a16="http://schemas.microsoft.com/office/drawing/2014/main" id="{8C2C2A2C-9487-AA56-490C-A5031B397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929188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i="1">
                <a:solidFill>
                  <a:schemeClr val="hlink"/>
                </a:solidFill>
                <a:ea typeface="楷体_GB2312" pitchFamily="49" charset="-122"/>
              </a:rPr>
              <a:t>求解一些非对称问题</a:t>
            </a:r>
          </a:p>
        </p:txBody>
      </p:sp>
      <p:sp>
        <p:nvSpPr>
          <p:cNvPr id="225337" name="AutoShape 57">
            <a:extLst>
              <a:ext uri="{FF2B5EF4-FFF2-40B4-BE49-F238E27FC236}">
                <a16:creationId xmlns:a16="http://schemas.microsoft.com/office/drawing/2014/main" id="{EB319B67-642D-5C4F-20ED-69CCCDAEC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919788"/>
            <a:ext cx="2819400" cy="533400"/>
          </a:xfrm>
          <a:prstGeom prst="wedgeRectCallout">
            <a:avLst>
              <a:gd name="adj1" fmla="val -9912"/>
              <a:gd name="adj2" fmla="val -135417"/>
            </a:avLst>
          </a:prstGeom>
          <a:noFill/>
          <a:ln w="222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使系统恢复对称性</a:t>
            </a:r>
          </a:p>
        </p:txBody>
      </p:sp>
      <p:sp>
        <p:nvSpPr>
          <p:cNvPr id="225338" name="AutoShape 58">
            <a:extLst>
              <a:ext uri="{FF2B5EF4-FFF2-40B4-BE49-F238E27FC236}">
                <a16:creationId xmlns:a16="http://schemas.microsoft.com/office/drawing/2014/main" id="{25CBD45E-84AF-96D6-66A5-C26ADF711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919788"/>
            <a:ext cx="4648200" cy="533400"/>
          </a:xfrm>
          <a:prstGeom prst="wedgeRectCallout">
            <a:avLst>
              <a:gd name="adj1" fmla="val -39824"/>
              <a:gd name="adj2" fmla="val -138097"/>
            </a:avLst>
          </a:prstGeom>
          <a:noFill/>
          <a:ln w="222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EF7959"/>
                </a:solidFill>
                <a:ea typeface="楷体_GB2312" pitchFamily="49" charset="-122"/>
              </a:rPr>
              <a:t>求解部分对称载流体产生的磁场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2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22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5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4" dur="300"/>
                                        <p:tgtEl>
                                          <p:spTgt spid="22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0" fill="hold"/>
                                        <p:tgtEl>
                                          <p:spTgt spid="225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0" fill="hold"/>
                                        <p:tgtEl>
                                          <p:spTgt spid="225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2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2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22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2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22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2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2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0" dur="500"/>
                                        <p:tgtEl>
                                          <p:spTgt spid="22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0" fill="hold"/>
                                        <p:tgtEl>
                                          <p:spTgt spid="225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0" fill="hold"/>
                                        <p:tgtEl>
                                          <p:spTgt spid="225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9" dur="300"/>
                                        <p:tgtEl>
                                          <p:spTgt spid="225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0" fill="hold"/>
                                        <p:tgtEl>
                                          <p:spTgt spid="225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0" fill="hold"/>
                                        <p:tgtEl>
                                          <p:spTgt spid="225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225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225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225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225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225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225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2" grpId="0" animBg="1"/>
      <p:bldP spid="225284" grpId="0" autoUpdateAnimBg="0"/>
      <p:bldP spid="225288" grpId="0" animBg="1"/>
      <p:bldP spid="225292" grpId="0" animBg="1"/>
      <p:bldP spid="225308" grpId="0" animBg="1"/>
      <p:bldP spid="225311" grpId="0" animBg="1"/>
      <p:bldP spid="225318" grpId="0" animBg="1"/>
      <p:bldP spid="225330" grpId="0" animBg="1" autoUpdateAnimBg="0"/>
      <p:bldP spid="225331" grpId="0" animBg="1" autoUpdateAnimBg="0"/>
      <p:bldP spid="225335" grpId="0" animBg="1"/>
      <p:bldP spid="225336" grpId="0" autoUpdateAnimBg="0"/>
      <p:bldP spid="225337" grpId="0" animBg="1" autoUpdateAnimBg="0"/>
      <p:bldP spid="225338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Text Box 2">
            <a:extLst>
              <a:ext uri="{FF2B5EF4-FFF2-40B4-BE49-F238E27FC236}">
                <a16:creationId xmlns:a16="http://schemas.microsoft.com/office/drawing/2014/main" id="{8553CE4C-00A9-C214-E524-791AD010D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333375"/>
            <a:ext cx="48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224259" name="Text Box 3">
            <a:extLst>
              <a:ext uri="{FF2B5EF4-FFF2-40B4-BE49-F238E27FC236}">
                <a16:creationId xmlns:a16="http://schemas.microsoft.com/office/drawing/2014/main" id="{13F22A2D-6E8F-833C-9ACE-7014D56C5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260350"/>
            <a:ext cx="807720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证明在没有电流的空间区域里，如果磁场线是一些同方向的平行直线，则磁场一定是均匀的。</a:t>
            </a:r>
            <a:r>
              <a:rPr lang="zh-CN" altLang="en-US" sz="2800" b="0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2B0FD333-2770-41D7-6BDB-B11DBA65AEC5}"/>
              </a:ext>
            </a:extLst>
          </p:cNvPr>
          <p:cNvGrpSpPr>
            <a:grpSpLocks/>
          </p:cNvGrpSpPr>
          <p:nvPr/>
        </p:nvGrpSpPr>
        <p:grpSpPr bwMode="auto">
          <a:xfrm>
            <a:off x="6061075" y="1479550"/>
            <a:ext cx="2667000" cy="1524000"/>
            <a:chOff x="3840" y="672"/>
            <a:chExt cx="1680" cy="960"/>
          </a:xfrm>
        </p:grpSpPr>
        <p:sp>
          <p:nvSpPr>
            <p:cNvPr id="20513" name="Line 5">
              <a:extLst>
                <a:ext uri="{FF2B5EF4-FFF2-40B4-BE49-F238E27FC236}">
                  <a16:creationId xmlns:a16="http://schemas.microsoft.com/office/drawing/2014/main" id="{08E4DD8A-128F-8CBD-B787-45F972AC1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672"/>
              <a:ext cx="1680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4" name="Line 6">
              <a:extLst>
                <a:ext uri="{FF2B5EF4-FFF2-40B4-BE49-F238E27FC236}">
                  <a16:creationId xmlns:a16="http://schemas.microsoft.com/office/drawing/2014/main" id="{44679FEA-086A-76C3-1008-C31391D28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912"/>
              <a:ext cx="1680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Line 7">
              <a:extLst>
                <a:ext uri="{FF2B5EF4-FFF2-40B4-BE49-F238E27FC236}">
                  <a16:creationId xmlns:a16="http://schemas.microsoft.com/office/drawing/2014/main" id="{BD2FA585-9C66-2461-E493-A833DE124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152"/>
              <a:ext cx="1680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6" name="Line 8">
              <a:extLst>
                <a:ext uri="{FF2B5EF4-FFF2-40B4-BE49-F238E27FC236}">
                  <a16:creationId xmlns:a16="http://schemas.microsoft.com/office/drawing/2014/main" id="{AD28A193-40EE-3A93-EC57-E9B58C6B4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392"/>
              <a:ext cx="1680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7" name="Line 9">
              <a:extLst>
                <a:ext uri="{FF2B5EF4-FFF2-40B4-BE49-F238E27FC236}">
                  <a16:creationId xmlns:a16="http://schemas.microsoft.com/office/drawing/2014/main" id="{A06B1359-EB11-753C-4664-8DD5C7463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632"/>
              <a:ext cx="1680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4266" name="Rectangle 10">
            <a:extLst>
              <a:ext uri="{FF2B5EF4-FFF2-40B4-BE49-F238E27FC236}">
                <a16:creationId xmlns:a16="http://schemas.microsoft.com/office/drawing/2014/main" id="{63727A52-7F5E-FDA9-A726-3DC819F3F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275" y="1860550"/>
            <a:ext cx="1371600" cy="762000"/>
          </a:xfrm>
          <a:prstGeom prst="rect">
            <a:avLst/>
          </a:prstGeom>
          <a:noFill/>
          <a:ln w="28575">
            <a:solidFill>
              <a:srgbClr val="66FF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24267" name="Object 2">
            <a:extLst>
              <a:ext uri="{FF2B5EF4-FFF2-40B4-BE49-F238E27FC236}">
                <a16:creationId xmlns:a16="http://schemas.microsoft.com/office/drawing/2014/main" id="{F4F91521-BB1C-0298-3EDB-838DBB60ED00}"/>
              </a:ext>
            </a:extLst>
          </p:cNvPr>
          <p:cNvGraphicFramePr>
            <a:graphicFrameLocks/>
          </p:cNvGraphicFramePr>
          <p:nvPr/>
        </p:nvGraphicFramePr>
        <p:xfrm>
          <a:off x="6246813" y="1554163"/>
          <a:ext cx="230187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5522" imgH="205989" progId="Equation.3">
                  <p:embed/>
                </p:oleObj>
              </mc:Choice>
              <mc:Fallback>
                <p:oleObj name="Equation" r:id="rId2" imgW="205522" imgH="205989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813" y="1554163"/>
                        <a:ext cx="230187" cy="23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8" name="Object 3">
            <a:extLst>
              <a:ext uri="{FF2B5EF4-FFF2-40B4-BE49-F238E27FC236}">
                <a16:creationId xmlns:a16="http://schemas.microsoft.com/office/drawing/2014/main" id="{89C8E08A-7290-2EB6-67E8-A58A284472A9}"/>
              </a:ext>
            </a:extLst>
          </p:cNvPr>
          <p:cNvGraphicFramePr>
            <a:graphicFrameLocks/>
          </p:cNvGraphicFramePr>
          <p:nvPr/>
        </p:nvGraphicFramePr>
        <p:xfrm>
          <a:off x="7939088" y="1525588"/>
          <a:ext cx="201612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3129" imgH="297263" progId="Equation.3">
                  <p:embed/>
                </p:oleObj>
              </mc:Choice>
              <mc:Fallback>
                <p:oleObj name="Equation" r:id="rId4" imgW="183129" imgH="297263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9088" y="1525588"/>
                        <a:ext cx="201612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9" name="Object 4">
            <a:extLst>
              <a:ext uri="{FF2B5EF4-FFF2-40B4-BE49-F238E27FC236}">
                <a16:creationId xmlns:a16="http://schemas.microsoft.com/office/drawing/2014/main" id="{BA7B16FE-BF36-24D0-5243-283817C28EDF}"/>
              </a:ext>
            </a:extLst>
          </p:cNvPr>
          <p:cNvGraphicFramePr>
            <a:graphicFrameLocks/>
          </p:cNvGraphicFramePr>
          <p:nvPr/>
        </p:nvGraphicFramePr>
        <p:xfrm>
          <a:off x="7880350" y="2697163"/>
          <a:ext cx="190500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702" imgH="205989" progId="Equation.3">
                  <p:embed/>
                </p:oleObj>
              </mc:Choice>
              <mc:Fallback>
                <p:oleObj name="Equation" r:id="rId6" imgW="167702" imgH="20598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0350" y="2697163"/>
                        <a:ext cx="190500" cy="23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0" name="Object 5">
            <a:extLst>
              <a:ext uri="{FF2B5EF4-FFF2-40B4-BE49-F238E27FC236}">
                <a16:creationId xmlns:a16="http://schemas.microsoft.com/office/drawing/2014/main" id="{FEE217F0-42C4-033C-8954-40D1C622019E}"/>
              </a:ext>
            </a:extLst>
          </p:cNvPr>
          <p:cNvGraphicFramePr>
            <a:graphicFrameLocks/>
          </p:cNvGraphicFramePr>
          <p:nvPr/>
        </p:nvGraphicFramePr>
        <p:xfrm>
          <a:off x="6240463" y="2668588"/>
          <a:ext cx="25558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413" imgH="297263" progId="Equation.3">
                  <p:embed/>
                </p:oleObj>
              </mc:Choice>
              <mc:Fallback>
                <p:oleObj name="Equation" r:id="rId8" imgW="228413" imgH="297263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2668588"/>
                        <a:ext cx="255587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1" name="Object 6">
            <a:extLst>
              <a:ext uri="{FF2B5EF4-FFF2-40B4-BE49-F238E27FC236}">
                <a16:creationId xmlns:a16="http://schemas.microsoft.com/office/drawing/2014/main" id="{404BEA4B-6D8B-E855-7D0D-D5F012508049}"/>
              </a:ext>
            </a:extLst>
          </p:cNvPr>
          <p:cNvGraphicFramePr>
            <a:graphicFrameLocks/>
          </p:cNvGraphicFramePr>
          <p:nvPr/>
        </p:nvGraphicFramePr>
        <p:xfrm>
          <a:off x="6986588" y="1490663"/>
          <a:ext cx="33178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5049" imgH="411480" progId="Equation.3">
                  <p:embed/>
                </p:oleObj>
              </mc:Choice>
              <mc:Fallback>
                <p:oleObj name="Equation" r:id="rId10" imgW="305049" imgH="41148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6588" y="1490663"/>
                        <a:ext cx="331787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2" name="Object 7">
            <a:extLst>
              <a:ext uri="{FF2B5EF4-FFF2-40B4-BE49-F238E27FC236}">
                <a16:creationId xmlns:a16="http://schemas.microsoft.com/office/drawing/2014/main" id="{5C588997-478A-BBFD-293C-9F88720FE8A9}"/>
              </a:ext>
            </a:extLst>
          </p:cNvPr>
          <p:cNvGraphicFramePr>
            <a:graphicFrameLocks/>
          </p:cNvGraphicFramePr>
          <p:nvPr/>
        </p:nvGraphicFramePr>
        <p:xfrm>
          <a:off x="6934200" y="2622550"/>
          <a:ext cx="3667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2869" imgH="411480" progId="Equation.3">
                  <p:embed/>
                </p:oleObj>
              </mc:Choice>
              <mc:Fallback>
                <p:oleObj name="Equation" r:id="rId12" imgW="342869" imgH="41148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622550"/>
                        <a:ext cx="3667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73" name="Text Box 17">
            <a:extLst>
              <a:ext uri="{FF2B5EF4-FFF2-40B4-BE49-F238E27FC236}">
                <a16:creationId xmlns:a16="http://schemas.microsoft.com/office/drawing/2014/main" id="{5A4BB653-E6CB-8077-7C4A-39EFB2C7E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8" y="1341438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  <a:r>
              <a:rPr lang="zh-CN" altLang="en-US" sz="2800" b="0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224274" name="Text Box 18">
            <a:extLst>
              <a:ext uri="{FF2B5EF4-FFF2-40B4-BE49-F238E27FC236}">
                <a16:creationId xmlns:a16="http://schemas.microsoft.com/office/drawing/2014/main" id="{E9DB3F96-5B28-7548-0203-877B50337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365250"/>
            <a:ext cx="2898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由安培环路定理可知</a:t>
            </a:r>
          </a:p>
        </p:txBody>
      </p:sp>
      <p:sp>
        <p:nvSpPr>
          <p:cNvPr id="224275" name="Text Box 19">
            <a:extLst>
              <a:ext uri="{FF2B5EF4-FFF2-40B4-BE49-F238E27FC236}">
                <a16:creationId xmlns:a16="http://schemas.microsoft.com/office/drawing/2014/main" id="{DE208F5D-7F64-123D-FAD9-860AEA314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1365250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反证法</a:t>
            </a:r>
          </a:p>
        </p:txBody>
      </p:sp>
      <p:graphicFrame>
        <p:nvGraphicFramePr>
          <p:cNvPr id="224276" name="Object 8">
            <a:extLst>
              <a:ext uri="{FF2B5EF4-FFF2-40B4-BE49-F238E27FC236}">
                <a16:creationId xmlns:a16="http://schemas.microsoft.com/office/drawing/2014/main" id="{E48B61B2-8575-DB75-CF37-B0A87BCA69AE}"/>
              </a:ext>
            </a:extLst>
          </p:cNvPr>
          <p:cNvGraphicFramePr>
            <a:graphicFrameLocks/>
          </p:cNvGraphicFramePr>
          <p:nvPr/>
        </p:nvGraphicFramePr>
        <p:xfrm>
          <a:off x="879475" y="2014538"/>
          <a:ext cx="281781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6696" imgH="586546" progId="Equation.3">
                  <p:embed/>
                </p:oleObj>
              </mc:Choice>
              <mc:Fallback>
                <p:oleObj name="Equation" r:id="rId14" imgW="2796696" imgH="586546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2014538"/>
                        <a:ext cx="2817813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7" name="Object 9">
            <a:extLst>
              <a:ext uri="{FF2B5EF4-FFF2-40B4-BE49-F238E27FC236}">
                <a16:creationId xmlns:a16="http://schemas.microsoft.com/office/drawing/2014/main" id="{1F7ACEFA-9282-CB02-2496-C424CC06807D}"/>
              </a:ext>
            </a:extLst>
          </p:cNvPr>
          <p:cNvGraphicFramePr>
            <a:graphicFrameLocks/>
          </p:cNvGraphicFramePr>
          <p:nvPr/>
        </p:nvGraphicFramePr>
        <p:xfrm>
          <a:off x="3733800" y="2065338"/>
          <a:ext cx="1346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25693" imgH="487791" progId="Equation.3">
                  <p:embed/>
                </p:oleObj>
              </mc:Choice>
              <mc:Fallback>
                <p:oleObj name="Equation" r:id="rId16" imgW="1325693" imgH="487791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065338"/>
                        <a:ext cx="1346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8" name="Object 10">
            <a:extLst>
              <a:ext uri="{FF2B5EF4-FFF2-40B4-BE49-F238E27FC236}">
                <a16:creationId xmlns:a16="http://schemas.microsoft.com/office/drawing/2014/main" id="{831FC556-3327-EDB0-3CBF-3444F819EAC4}"/>
              </a:ext>
            </a:extLst>
          </p:cNvPr>
          <p:cNvGraphicFramePr>
            <a:graphicFrameLocks/>
          </p:cNvGraphicFramePr>
          <p:nvPr/>
        </p:nvGraphicFramePr>
        <p:xfrm>
          <a:off x="5105400" y="2132013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57324" imgH="297263" progId="Equation.3">
                  <p:embed/>
                </p:oleObj>
              </mc:Choice>
              <mc:Fallback>
                <p:oleObj name="Equation" r:id="rId18" imgW="457324" imgH="297263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132013"/>
                        <a:ext cx="482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9" name="Object 11">
            <a:extLst>
              <a:ext uri="{FF2B5EF4-FFF2-40B4-BE49-F238E27FC236}">
                <a16:creationId xmlns:a16="http://schemas.microsoft.com/office/drawing/2014/main" id="{1E24FFAE-7FE0-0E25-6C67-D8C0DA29AE9D}"/>
              </a:ext>
            </a:extLst>
          </p:cNvPr>
          <p:cNvGraphicFramePr>
            <a:graphicFrameLocks/>
          </p:cNvGraphicFramePr>
          <p:nvPr/>
        </p:nvGraphicFramePr>
        <p:xfrm>
          <a:off x="890588" y="2851150"/>
          <a:ext cx="1039812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21142" imgH="396018" progId="Equation.3">
                  <p:embed/>
                </p:oleObj>
              </mc:Choice>
              <mc:Fallback>
                <p:oleObj name="Equation" r:id="rId20" imgW="1021142" imgH="396018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2851150"/>
                        <a:ext cx="1039812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80" name="Text Box 24">
            <a:extLst>
              <a:ext uri="{FF2B5EF4-FFF2-40B4-BE49-F238E27FC236}">
                <a16:creationId xmlns:a16="http://schemas.microsoft.com/office/drawing/2014/main" id="{2962211B-5346-6467-EDD4-97336DDE4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5888" y="2835275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得证</a:t>
            </a:r>
          </a:p>
        </p:txBody>
      </p:sp>
      <p:sp>
        <p:nvSpPr>
          <p:cNvPr id="224281" name="Text Box 25">
            <a:extLst>
              <a:ext uri="{FF2B5EF4-FFF2-40B4-BE49-F238E27FC236}">
                <a16:creationId xmlns:a16="http://schemas.microsoft.com/office/drawing/2014/main" id="{E872E193-5765-0614-825C-B9ABD4EE7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4219575"/>
            <a:ext cx="17033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分析电流系</a:t>
            </a:r>
          </a:p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统的对称性</a:t>
            </a:r>
          </a:p>
        </p:txBody>
      </p:sp>
      <p:sp>
        <p:nvSpPr>
          <p:cNvPr id="224282" name="Text Box 26">
            <a:extLst>
              <a:ext uri="{FF2B5EF4-FFF2-40B4-BE49-F238E27FC236}">
                <a16:creationId xmlns:a16="http://schemas.microsoft.com/office/drawing/2014/main" id="{73D4D443-1BBE-3C10-0223-1257F22CB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0" y="4219575"/>
            <a:ext cx="13985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取合适的</a:t>
            </a:r>
          </a:p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安培环路</a:t>
            </a:r>
          </a:p>
        </p:txBody>
      </p:sp>
      <p:sp>
        <p:nvSpPr>
          <p:cNvPr id="224283" name="Text Box 27">
            <a:extLst>
              <a:ext uri="{FF2B5EF4-FFF2-40B4-BE49-F238E27FC236}">
                <a16:creationId xmlns:a16="http://schemas.microsoft.com/office/drawing/2014/main" id="{8919A71C-65E1-743D-D79F-1894AEA4C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4550" y="4219575"/>
            <a:ext cx="13938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应用安培</a:t>
            </a:r>
          </a:p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环路定理</a:t>
            </a:r>
          </a:p>
        </p:txBody>
      </p:sp>
      <p:sp>
        <p:nvSpPr>
          <p:cNvPr id="224284" name="AutoShape 28">
            <a:extLst>
              <a:ext uri="{FF2B5EF4-FFF2-40B4-BE49-F238E27FC236}">
                <a16:creationId xmlns:a16="http://schemas.microsoft.com/office/drawing/2014/main" id="{89FCBA98-A349-7947-8216-0FEA51E46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00563"/>
            <a:ext cx="838200" cy="223837"/>
          </a:xfrm>
          <a:prstGeom prst="rightArrow">
            <a:avLst>
              <a:gd name="adj1" fmla="val 50000"/>
              <a:gd name="adj2" fmla="val 93617"/>
            </a:avLst>
          </a:prstGeom>
          <a:gradFill rotWithShape="1">
            <a:gsLst>
              <a:gs pos="0">
                <a:srgbClr val="FFCCFF"/>
              </a:gs>
              <a:gs pos="50000">
                <a:srgbClr val="765E76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4285" name="AutoShape 29">
            <a:extLst>
              <a:ext uri="{FF2B5EF4-FFF2-40B4-BE49-F238E27FC236}">
                <a16:creationId xmlns:a16="http://schemas.microsoft.com/office/drawing/2014/main" id="{46426B52-92D9-2C0C-16ED-FC25869CF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500563"/>
            <a:ext cx="838200" cy="223837"/>
          </a:xfrm>
          <a:prstGeom prst="rightArrow">
            <a:avLst>
              <a:gd name="adj1" fmla="val 50000"/>
              <a:gd name="adj2" fmla="val 93617"/>
            </a:avLst>
          </a:prstGeom>
          <a:gradFill rotWithShape="1">
            <a:gsLst>
              <a:gs pos="0">
                <a:srgbClr val="FFCCFF"/>
              </a:gs>
              <a:gs pos="50000">
                <a:srgbClr val="765E76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4286" name="Text Box 30">
            <a:extLst>
              <a:ext uri="{FF2B5EF4-FFF2-40B4-BE49-F238E27FC236}">
                <a16:creationId xmlns:a16="http://schemas.microsoft.com/office/drawing/2014/main" id="{E006259F-FCA6-2896-D45C-2717DAFAC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868988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(</a:t>
            </a:r>
            <a:r>
              <a:rPr lang="zh-CN" altLang="en-US">
                <a:solidFill>
                  <a:srgbClr val="66FFFF"/>
                </a:solidFill>
              </a:rPr>
              <a:t>有向闭合回路</a:t>
            </a:r>
            <a:r>
              <a:rPr lang="en-US" altLang="zh-CN">
                <a:solidFill>
                  <a:srgbClr val="66FFFF"/>
                </a:solidFill>
              </a:rPr>
              <a:t>)</a:t>
            </a:r>
          </a:p>
        </p:txBody>
      </p:sp>
      <p:sp>
        <p:nvSpPr>
          <p:cNvPr id="224287" name="AutoShape 31">
            <a:extLst>
              <a:ext uri="{FF2B5EF4-FFF2-40B4-BE49-F238E27FC236}">
                <a16:creationId xmlns:a16="http://schemas.microsoft.com/office/drawing/2014/main" id="{D23E0527-B80A-150F-C85D-AD4166B52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084763"/>
            <a:ext cx="685800" cy="685800"/>
          </a:xfrm>
          <a:prstGeom prst="upDownArrow">
            <a:avLst>
              <a:gd name="adj1" fmla="val 32870"/>
              <a:gd name="adj2" fmla="val 31773"/>
            </a:avLst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24288" name="Text Box 32">
            <a:extLst>
              <a:ext uri="{FF2B5EF4-FFF2-40B4-BE49-F238E27FC236}">
                <a16:creationId xmlns:a16="http://schemas.microsoft.com/office/drawing/2014/main" id="{A0DC4231-4461-5F12-1D4A-592981829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872163"/>
            <a:ext cx="2581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>
                <a:solidFill>
                  <a:srgbClr val="66FFFF"/>
                </a:solidFill>
              </a:rPr>
              <a:t>(</a:t>
            </a:r>
            <a:r>
              <a:rPr lang="zh-CN" altLang="en-US">
                <a:solidFill>
                  <a:srgbClr val="66FFFF"/>
                </a:solidFill>
              </a:rPr>
              <a:t>使 </a:t>
            </a:r>
            <a:r>
              <a:rPr lang="en-US" altLang="zh-CN" i="1">
                <a:solidFill>
                  <a:srgbClr val="66FFFF"/>
                </a:solidFill>
              </a:rPr>
              <a:t>B</a:t>
            </a:r>
            <a:r>
              <a:rPr lang="en-US" altLang="zh-CN">
                <a:solidFill>
                  <a:srgbClr val="66FFFF"/>
                </a:solidFill>
              </a:rPr>
              <a:t> </a:t>
            </a:r>
            <a:r>
              <a:rPr lang="zh-CN" altLang="en-US">
                <a:solidFill>
                  <a:srgbClr val="66FFFF"/>
                </a:solidFill>
              </a:rPr>
              <a:t>提出积分号</a:t>
            </a:r>
            <a:r>
              <a:rPr lang="en-US" altLang="zh-CN">
                <a:solidFill>
                  <a:srgbClr val="66FFFF"/>
                </a:solidFill>
              </a:rPr>
              <a:t>)</a:t>
            </a:r>
          </a:p>
        </p:txBody>
      </p:sp>
      <p:sp>
        <p:nvSpPr>
          <p:cNvPr id="224289" name="Text Box 33">
            <a:extLst>
              <a:ext uri="{FF2B5EF4-FFF2-40B4-BE49-F238E27FC236}">
                <a16:creationId xmlns:a16="http://schemas.microsoft.com/office/drawing/2014/main" id="{0D0483FE-0DC1-5146-B0CC-4359A737C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150" y="5875338"/>
            <a:ext cx="2532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(</a:t>
            </a:r>
            <a:r>
              <a:rPr lang="zh-CN" altLang="en-US">
                <a:solidFill>
                  <a:srgbClr val="66FFFF"/>
                </a:solidFill>
              </a:rPr>
              <a:t>适用于闭合电流</a:t>
            </a:r>
            <a:r>
              <a:rPr lang="en-US" altLang="zh-CN">
                <a:solidFill>
                  <a:srgbClr val="66FFFF"/>
                </a:solidFill>
              </a:rPr>
              <a:t>)</a:t>
            </a:r>
          </a:p>
        </p:txBody>
      </p:sp>
      <p:sp>
        <p:nvSpPr>
          <p:cNvPr id="224290" name="Rectangle 34">
            <a:extLst>
              <a:ext uri="{FF2B5EF4-FFF2-40B4-BE49-F238E27FC236}">
                <a16:creationId xmlns:a16="http://schemas.microsoft.com/office/drawing/2014/main" id="{835573D1-E281-4920-7FAB-F45394F6B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36449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</a:rPr>
              <a:t>小结</a:t>
            </a:r>
          </a:p>
        </p:txBody>
      </p:sp>
      <p:sp>
        <p:nvSpPr>
          <p:cNvPr id="224291" name="AutoShape 35">
            <a:extLst>
              <a:ext uri="{FF2B5EF4-FFF2-40B4-BE49-F238E27FC236}">
                <a16:creationId xmlns:a16="http://schemas.microsoft.com/office/drawing/2014/main" id="{96FAFE44-3F11-AFBD-D082-A795B5424B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5288" y="3602038"/>
            <a:ext cx="460375" cy="403225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0511" name="Text Box 36">
            <a:extLst>
              <a:ext uri="{FF2B5EF4-FFF2-40B4-BE49-F238E27FC236}">
                <a16:creationId xmlns:a16="http://schemas.microsoft.com/office/drawing/2014/main" id="{AB62EB3C-E258-F515-5EFC-85F031918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2292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99"/>
              </a:solidFill>
              <a:latin typeface="宋体" panose="02010600030101010101" pitchFamily="2" charset="-122"/>
            </a:endParaRPr>
          </a:p>
        </p:txBody>
      </p:sp>
      <p:sp>
        <p:nvSpPr>
          <p:cNvPr id="224293" name="Line 37">
            <a:extLst>
              <a:ext uri="{FF2B5EF4-FFF2-40B4-BE49-F238E27FC236}">
                <a16:creationId xmlns:a16="http://schemas.microsoft.com/office/drawing/2014/main" id="{3673E90F-7B70-A255-FA62-7757CC0A76E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94638" y="1989138"/>
            <a:ext cx="0" cy="431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3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4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22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2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2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3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2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2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3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2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2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22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2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2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2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3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2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8" grpId="0" autoUpdateAnimBg="0"/>
      <p:bldP spid="224259" grpId="0" autoUpdateAnimBg="0"/>
      <p:bldP spid="224266" grpId="0" animBg="1"/>
      <p:bldP spid="224273" grpId="0" autoUpdateAnimBg="0"/>
      <p:bldP spid="224274" grpId="0" autoUpdateAnimBg="0"/>
      <p:bldP spid="224275" grpId="0" autoUpdateAnimBg="0"/>
      <p:bldP spid="224280" grpId="0" autoUpdateAnimBg="0"/>
      <p:bldP spid="224281" grpId="0" autoUpdateAnimBg="0"/>
      <p:bldP spid="224282" grpId="0" autoUpdateAnimBg="0"/>
      <p:bldP spid="224283" grpId="0" autoUpdateAnimBg="0"/>
      <p:bldP spid="224284" grpId="0" animBg="1"/>
      <p:bldP spid="224285" grpId="0" animBg="1"/>
      <p:bldP spid="224286" grpId="0" autoUpdateAnimBg="0"/>
      <p:bldP spid="224287" grpId="0" animBg="1"/>
      <p:bldP spid="224288" grpId="0" autoUpdateAnimBg="0"/>
      <p:bldP spid="224289" grpId="0" autoUpdateAnimBg="0"/>
      <p:bldP spid="224290" grpId="0" autoUpdateAnimBg="0"/>
      <p:bldP spid="22429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AutoShape 2">
            <a:extLst>
              <a:ext uri="{FF2B5EF4-FFF2-40B4-BE49-F238E27FC236}">
                <a16:creationId xmlns:a16="http://schemas.microsoft.com/office/drawing/2014/main" id="{D19E41A9-35CB-0095-BED0-0388FF237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1989138"/>
            <a:ext cx="2159000" cy="647700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3235" name="Text Box 3">
            <a:extLst>
              <a:ext uri="{FF2B5EF4-FFF2-40B4-BE49-F238E27FC236}">
                <a16:creationId xmlns:a16="http://schemas.microsoft.com/office/drawing/2014/main" id="{B7ED248F-4E2F-E291-74F8-AC96CDF90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879475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载流导体产生磁场</a:t>
            </a:r>
          </a:p>
        </p:txBody>
      </p:sp>
      <p:sp>
        <p:nvSpPr>
          <p:cNvPr id="223236" name="Text Box 4">
            <a:extLst>
              <a:ext uri="{FF2B5EF4-FFF2-40B4-BE49-F238E27FC236}">
                <a16:creationId xmlns:a16="http://schemas.microsoft.com/office/drawing/2014/main" id="{8871D06F-201A-31D6-9257-56E319F65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488" y="900113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磁场对电流有作用</a:t>
            </a:r>
          </a:p>
        </p:txBody>
      </p:sp>
      <p:sp>
        <p:nvSpPr>
          <p:cNvPr id="223237" name="Text Box 5">
            <a:extLst>
              <a:ext uri="{FF2B5EF4-FFF2-40B4-BE49-F238E27FC236}">
                <a16:creationId xmlns:a16="http://schemas.microsoft.com/office/drawing/2014/main" id="{50D47850-F6DE-3C42-7F4C-A1A151933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1350963"/>
            <a:ext cx="2151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安培定理</a:t>
            </a:r>
          </a:p>
        </p:txBody>
      </p:sp>
      <p:sp>
        <p:nvSpPr>
          <p:cNvPr id="223238" name="AutoShape 6">
            <a:extLst>
              <a:ext uri="{FF2B5EF4-FFF2-40B4-BE49-F238E27FC236}">
                <a16:creationId xmlns:a16="http://schemas.microsoft.com/office/drawing/2014/main" id="{B20389EF-D8A8-3C70-2974-9173D54985CF}"/>
              </a:ext>
            </a:extLst>
          </p:cNvPr>
          <p:cNvSpPr>
            <a:spLocks/>
          </p:cNvSpPr>
          <p:nvPr/>
        </p:nvSpPr>
        <p:spPr bwMode="auto">
          <a:xfrm>
            <a:off x="4038600" y="1957388"/>
            <a:ext cx="228600" cy="779462"/>
          </a:xfrm>
          <a:prstGeom prst="leftBrace">
            <a:avLst>
              <a:gd name="adj1" fmla="val 28414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3239" name="Text Box 7">
            <a:extLst>
              <a:ext uri="{FF2B5EF4-FFF2-40B4-BE49-F238E27FC236}">
                <a16:creationId xmlns:a16="http://schemas.microsoft.com/office/drawing/2014/main" id="{7792CC63-816C-A52E-C9D6-FE07E2A19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938" y="1817688"/>
            <a:ext cx="110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大小：</a:t>
            </a:r>
          </a:p>
        </p:txBody>
      </p:sp>
      <p:sp>
        <p:nvSpPr>
          <p:cNvPr id="223240" name="Text Box 8">
            <a:extLst>
              <a:ext uri="{FF2B5EF4-FFF2-40B4-BE49-F238E27FC236}">
                <a16:creationId xmlns:a16="http://schemas.microsoft.com/office/drawing/2014/main" id="{DC4BAF44-B53F-0FDB-4164-0DF079EFD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403475"/>
            <a:ext cx="110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方向：</a:t>
            </a:r>
          </a:p>
        </p:txBody>
      </p:sp>
      <p:graphicFrame>
        <p:nvGraphicFramePr>
          <p:cNvPr id="223241" name="Object 2">
            <a:extLst>
              <a:ext uri="{FF2B5EF4-FFF2-40B4-BE49-F238E27FC236}">
                <a16:creationId xmlns:a16="http://schemas.microsoft.com/office/drawing/2014/main" id="{B679B1E0-13FD-E9AB-EABD-7519404E4412}"/>
              </a:ext>
            </a:extLst>
          </p:cNvPr>
          <p:cNvGraphicFramePr>
            <a:graphicFrameLocks/>
          </p:cNvGraphicFramePr>
          <p:nvPr/>
        </p:nvGraphicFramePr>
        <p:xfrm>
          <a:off x="5257800" y="1882775"/>
          <a:ext cx="21447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18422" imgH="289782" progId="Equation.3">
                  <p:embed/>
                </p:oleObj>
              </mc:Choice>
              <mc:Fallback>
                <p:oleObj name="Equation" r:id="rId2" imgW="2118422" imgH="289782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882775"/>
                        <a:ext cx="21447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2" name="Text Box 10">
            <a:extLst>
              <a:ext uri="{FF2B5EF4-FFF2-40B4-BE49-F238E27FC236}">
                <a16:creationId xmlns:a16="http://schemas.microsoft.com/office/drawing/2014/main" id="{B7C04B65-61AF-5EFF-7798-EAAF9B8E4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924175"/>
            <a:ext cx="6626225" cy="457200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任意形状载流导线在</a:t>
            </a:r>
            <a:r>
              <a:rPr lang="zh-CN" altLang="en-US">
                <a:solidFill>
                  <a:srgbClr val="800080"/>
                </a:solidFill>
                <a:latin typeface="宋体" panose="02010600030101010101" pitchFamily="2" charset="-122"/>
              </a:rPr>
              <a:t>外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磁场中受到的安培力</a:t>
            </a:r>
          </a:p>
        </p:txBody>
      </p:sp>
      <p:graphicFrame>
        <p:nvGraphicFramePr>
          <p:cNvPr id="223243" name="Object 3">
            <a:extLst>
              <a:ext uri="{FF2B5EF4-FFF2-40B4-BE49-F238E27FC236}">
                <a16:creationId xmlns:a16="http://schemas.microsoft.com/office/drawing/2014/main" id="{445BB47A-AE49-AC41-B1FD-D132415D430D}"/>
              </a:ext>
            </a:extLst>
          </p:cNvPr>
          <p:cNvGraphicFramePr>
            <a:graphicFrameLocks/>
          </p:cNvGraphicFramePr>
          <p:nvPr/>
        </p:nvGraphicFramePr>
        <p:xfrm>
          <a:off x="2484438" y="3500438"/>
          <a:ext cx="27813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50913" imgH="556121" progId="Equation.3">
                  <p:embed/>
                </p:oleObj>
              </mc:Choice>
              <mc:Fallback>
                <p:oleObj name="Equation" r:id="rId4" imgW="2750913" imgH="556121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500438"/>
                        <a:ext cx="27813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4" name="Text Box 12">
            <a:extLst>
              <a:ext uri="{FF2B5EF4-FFF2-40B4-BE49-F238E27FC236}">
                <a16:creationId xmlns:a16="http://schemas.microsoft.com/office/drawing/2014/main" id="{EFEA632C-B42B-A8A0-849C-CCC3FBB2C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560888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安培定理是矢量表述式</a:t>
            </a:r>
          </a:p>
        </p:txBody>
      </p:sp>
      <p:graphicFrame>
        <p:nvGraphicFramePr>
          <p:cNvPr id="223245" name="Object 4">
            <a:extLst>
              <a:ext uri="{FF2B5EF4-FFF2-40B4-BE49-F238E27FC236}">
                <a16:creationId xmlns:a16="http://schemas.microsoft.com/office/drawing/2014/main" id="{DCF877F3-0665-E855-3272-812629B3AAE1}"/>
              </a:ext>
            </a:extLst>
          </p:cNvPr>
          <p:cNvGraphicFramePr>
            <a:graphicFrameLocks/>
          </p:cNvGraphicFramePr>
          <p:nvPr/>
        </p:nvGraphicFramePr>
        <p:xfrm>
          <a:off x="4572000" y="4508500"/>
          <a:ext cx="27035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74776" imgH="449386" progId="Equation.3">
                  <p:embed/>
                </p:oleObj>
              </mc:Choice>
              <mc:Fallback>
                <p:oleObj name="Equation" r:id="rId6" imgW="2674776" imgH="449386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508500"/>
                        <a:ext cx="2703513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6" name="Text Box 14">
            <a:extLst>
              <a:ext uri="{FF2B5EF4-FFF2-40B4-BE49-F238E27FC236}">
                <a16:creationId xmlns:a16="http://schemas.microsoft.com/office/drawing/2014/main" id="{4C335637-7B89-B6DA-14A7-A7E333CD6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205413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若磁场为匀强场  </a:t>
            </a:r>
          </a:p>
        </p:txBody>
      </p:sp>
      <p:graphicFrame>
        <p:nvGraphicFramePr>
          <p:cNvPr id="223247" name="Object 5">
            <a:extLst>
              <a:ext uri="{FF2B5EF4-FFF2-40B4-BE49-F238E27FC236}">
                <a16:creationId xmlns:a16="http://schemas.microsoft.com/office/drawing/2014/main" id="{A0C3111B-1803-2DDA-B348-F69AA899E716}"/>
              </a:ext>
            </a:extLst>
          </p:cNvPr>
          <p:cNvGraphicFramePr>
            <a:graphicFrameLocks/>
          </p:cNvGraphicFramePr>
          <p:nvPr/>
        </p:nvGraphicFramePr>
        <p:xfrm>
          <a:off x="1303338" y="5837238"/>
          <a:ext cx="20447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11929" imgH="556121" progId="Equation.3">
                  <p:embed/>
                </p:oleObj>
              </mc:Choice>
              <mc:Fallback>
                <p:oleObj name="Equation" r:id="rId8" imgW="2011929" imgH="556121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338" y="5837238"/>
                        <a:ext cx="20447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8" name="Text Box 16">
            <a:extLst>
              <a:ext uri="{FF2B5EF4-FFF2-40B4-BE49-F238E27FC236}">
                <a16:creationId xmlns:a16="http://schemas.microsoft.com/office/drawing/2014/main" id="{5CEE4274-41BE-B57A-6CD6-D16FF3F8A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216525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在匀强磁场中的闭合电流受力</a:t>
            </a:r>
          </a:p>
        </p:txBody>
      </p:sp>
      <p:sp>
        <p:nvSpPr>
          <p:cNvPr id="223249" name="AutoShape 17">
            <a:extLst>
              <a:ext uri="{FF2B5EF4-FFF2-40B4-BE49-F238E27FC236}">
                <a16:creationId xmlns:a16="http://schemas.microsoft.com/office/drawing/2014/main" id="{E30C3102-C6AE-249B-E2F0-F76A48F59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5353050"/>
            <a:ext cx="762000" cy="220663"/>
          </a:xfrm>
          <a:prstGeom prst="rightArrow">
            <a:avLst>
              <a:gd name="adj1" fmla="val 50000"/>
              <a:gd name="adj2" fmla="val 86331"/>
            </a:avLst>
          </a:prstGeom>
          <a:gradFill rotWithShape="1">
            <a:gsLst>
              <a:gs pos="0">
                <a:srgbClr val="FFCCFF"/>
              </a:gs>
              <a:gs pos="50000">
                <a:srgbClr val="765E76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23250" name="Object 6">
            <a:extLst>
              <a:ext uri="{FF2B5EF4-FFF2-40B4-BE49-F238E27FC236}">
                <a16:creationId xmlns:a16="http://schemas.microsoft.com/office/drawing/2014/main" id="{A155A1F8-10DA-C720-164D-BD794F48A6E7}"/>
              </a:ext>
            </a:extLst>
          </p:cNvPr>
          <p:cNvGraphicFramePr>
            <a:graphicFrameLocks/>
          </p:cNvGraphicFramePr>
          <p:nvPr/>
        </p:nvGraphicFramePr>
        <p:xfrm>
          <a:off x="4643438" y="5805488"/>
          <a:ext cx="20447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11929" imgH="556121" progId="Equation.3">
                  <p:embed/>
                </p:oleObj>
              </mc:Choice>
              <mc:Fallback>
                <p:oleObj name="Equation" r:id="rId10" imgW="2011929" imgH="556121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805488"/>
                        <a:ext cx="20447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51" name="Object 7">
            <a:extLst>
              <a:ext uri="{FF2B5EF4-FFF2-40B4-BE49-F238E27FC236}">
                <a16:creationId xmlns:a16="http://schemas.microsoft.com/office/drawing/2014/main" id="{15CE1F2E-213E-556B-7E83-21773657B28A}"/>
              </a:ext>
            </a:extLst>
          </p:cNvPr>
          <p:cNvGraphicFramePr>
            <a:graphicFrameLocks/>
          </p:cNvGraphicFramePr>
          <p:nvPr/>
        </p:nvGraphicFramePr>
        <p:xfrm>
          <a:off x="6781800" y="5929313"/>
          <a:ext cx="4826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9362" imgH="289782" progId="Equation.3">
                  <p:embed/>
                </p:oleObj>
              </mc:Choice>
              <mc:Fallback>
                <p:oleObj name="Equation" r:id="rId12" imgW="449362" imgH="289782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929313"/>
                        <a:ext cx="4826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52" name="Rectangle 20">
            <a:extLst>
              <a:ext uri="{FF2B5EF4-FFF2-40B4-BE49-F238E27FC236}">
                <a16:creationId xmlns:a16="http://schemas.microsoft.com/office/drawing/2014/main" id="{C2163BB6-B3D5-E2BA-466E-9772A0F32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60350"/>
            <a:ext cx="579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FF33"/>
                </a:solidFill>
                <a:ea typeface="黑体" panose="02010609060101010101" pitchFamily="49" charset="-122"/>
              </a:rPr>
              <a:t>9-5</a:t>
            </a:r>
            <a:r>
              <a:rPr lang="en-US" altLang="zh-CN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磁场对电流的作用</a:t>
            </a:r>
          </a:p>
        </p:txBody>
      </p:sp>
      <p:graphicFrame>
        <p:nvGraphicFramePr>
          <p:cNvPr id="223253" name="Object 8">
            <a:extLst>
              <a:ext uri="{FF2B5EF4-FFF2-40B4-BE49-F238E27FC236}">
                <a16:creationId xmlns:a16="http://schemas.microsoft.com/office/drawing/2014/main" id="{5D1EC210-B423-5B6F-3171-ED752B904DC9}"/>
              </a:ext>
            </a:extLst>
          </p:cNvPr>
          <p:cNvGraphicFramePr>
            <a:graphicFrameLocks/>
          </p:cNvGraphicFramePr>
          <p:nvPr/>
        </p:nvGraphicFramePr>
        <p:xfrm>
          <a:off x="2057400" y="2133600"/>
          <a:ext cx="18288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98444" imgH="335169" progId="Equation.3">
                  <p:embed/>
                </p:oleObj>
              </mc:Choice>
              <mc:Fallback>
                <p:oleObj name="Equation" r:id="rId14" imgW="1798444" imgH="335169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133600"/>
                        <a:ext cx="18288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54" name="Rectangle 22">
            <a:extLst>
              <a:ext uri="{FF2B5EF4-FFF2-40B4-BE49-F238E27FC236}">
                <a16:creationId xmlns:a16="http://schemas.microsoft.com/office/drawing/2014/main" id="{7F68226C-0926-F03B-8EB7-911D23593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114800"/>
            <a:ext cx="1370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讨论</a:t>
            </a:r>
          </a:p>
        </p:txBody>
      </p:sp>
      <p:sp>
        <p:nvSpPr>
          <p:cNvPr id="223255" name="Rectangle 23">
            <a:extLst>
              <a:ext uri="{FF2B5EF4-FFF2-40B4-BE49-F238E27FC236}">
                <a16:creationId xmlns:a16="http://schemas.microsoft.com/office/drawing/2014/main" id="{62FA29F2-A508-5EFC-7702-1B7666B1B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2057400"/>
            <a:ext cx="1089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安培力</a:t>
            </a:r>
          </a:p>
        </p:txBody>
      </p:sp>
      <p:sp>
        <p:nvSpPr>
          <p:cNvPr id="223256" name="AutoShape 24">
            <a:extLst>
              <a:ext uri="{FF2B5EF4-FFF2-40B4-BE49-F238E27FC236}">
                <a16:creationId xmlns:a16="http://schemas.microsoft.com/office/drawing/2014/main" id="{625785CB-66EE-C180-4736-E2BEEF39D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5943600"/>
            <a:ext cx="762000" cy="222250"/>
          </a:xfrm>
          <a:prstGeom prst="rightArrow">
            <a:avLst>
              <a:gd name="adj1" fmla="val 50000"/>
              <a:gd name="adj2" fmla="val 85714"/>
            </a:avLst>
          </a:prstGeom>
          <a:gradFill rotWithShape="1">
            <a:gsLst>
              <a:gs pos="0">
                <a:srgbClr val="FFCCFF"/>
              </a:gs>
              <a:gs pos="50000">
                <a:srgbClr val="765E76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23257" name="AutoShape 25">
            <a:extLst>
              <a:ext uri="{FF2B5EF4-FFF2-40B4-BE49-F238E27FC236}">
                <a16:creationId xmlns:a16="http://schemas.microsoft.com/office/drawing/2014/main" id="{00A41226-5AA7-7DDF-8527-C8CD218423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5288" y="4105275"/>
            <a:ext cx="460375" cy="403225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223258" name="Object 9">
            <a:extLst>
              <a:ext uri="{FF2B5EF4-FFF2-40B4-BE49-F238E27FC236}">
                <a16:creationId xmlns:a16="http://schemas.microsoft.com/office/drawing/2014/main" id="{CA8ADB0D-0BE8-3B71-2294-0C120D1807AF}"/>
              </a:ext>
            </a:extLst>
          </p:cNvPr>
          <p:cNvGraphicFramePr>
            <a:graphicFrameLocks/>
          </p:cNvGraphicFramePr>
          <p:nvPr/>
        </p:nvGraphicFramePr>
        <p:xfrm>
          <a:off x="5364163" y="2420938"/>
          <a:ext cx="10414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13678" imgH="335169" progId="Equation.3">
                  <p:embed/>
                </p:oleObj>
              </mc:Choice>
              <mc:Fallback>
                <p:oleObj name="公式" r:id="rId16" imgW="1013678" imgH="335169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420938"/>
                        <a:ext cx="10414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59" name="AutoShape 27">
            <a:extLst>
              <a:ext uri="{FF2B5EF4-FFF2-40B4-BE49-F238E27FC236}">
                <a16:creationId xmlns:a16="http://schemas.microsoft.com/office/drawing/2014/main" id="{A0CA9845-7E24-EC00-3FF1-7F2F320A3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985838"/>
            <a:ext cx="976312" cy="254000"/>
          </a:xfrm>
          <a:prstGeom prst="rightArrow">
            <a:avLst>
              <a:gd name="adj1" fmla="val 50000"/>
              <a:gd name="adj2" fmla="val 96094"/>
            </a:avLst>
          </a:prstGeom>
          <a:solidFill>
            <a:srgbClr val="800080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22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2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2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23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3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23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000"/>
                                        <p:tgtEl>
                                          <p:spTgt spid="22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2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2000"/>
                                        <p:tgtEl>
                                          <p:spTgt spid="22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2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2000"/>
                                        <p:tgtEl>
                                          <p:spTgt spid="22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2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4" grpId="0" animBg="1"/>
      <p:bldP spid="223235" grpId="0" autoUpdateAnimBg="0"/>
      <p:bldP spid="223236" grpId="0" autoUpdateAnimBg="0"/>
      <p:bldP spid="223237" grpId="0" autoUpdateAnimBg="0"/>
      <p:bldP spid="223238" grpId="0" animBg="1"/>
      <p:bldP spid="223239" grpId="0" autoUpdateAnimBg="0"/>
      <p:bldP spid="223240" grpId="0" autoUpdateAnimBg="0"/>
      <p:bldP spid="223242" grpId="0" animBg="1" autoUpdateAnimBg="0"/>
      <p:bldP spid="223244" grpId="0" autoUpdateAnimBg="0"/>
      <p:bldP spid="223246" grpId="0" autoUpdateAnimBg="0"/>
      <p:bldP spid="223248" grpId="0" autoUpdateAnimBg="0"/>
      <p:bldP spid="223249" grpId="0" animBg="1"/>
      <p:bldP spid="223252" grpId="0" autoUpdateAnimBg="0"/>
      <p:bldP spid="223254" grpId="0" autoUpdateAnimBg="0"/>
      <p:bldP spid="223255" grpId="0" autoUpdateAnimBg="0"/>
      <p:bldP spid="223256" grpId="0" animBg="1"/>
      <p:bldP spid="223257" grpId="0" animBg="1"/>
      <p:bldP spid="22325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0">
            <a:extLst>
              <a:ext uri="{FF2B5EF4-FFF2-40B4-BE49-F238E27FC236}">
                <a16:creationId xmlns:a16="http://schemas.microsoft.com/office/drawing/2014/main" id="{6A741131-E0DB-10C9-737D-A5984B5EDCA2}"/>
              </a:ext>
            </a:extLst>
          </p:cNvPr>
          <p:cNvGrpSpPr>
            <a:grpSpLocks/>
          </p:cNvGrpSpPr>
          <p:nvPr/>
        </p:nvGrpSpPr>
        <p:grpSpPr bwMode="auto">
          <a:xfrm>
            <a:off x="5964238" y="2667000"/>
            <a:ext cx="2095500" cy="1681163"/>
            <a:chOff x="1565" y="1570"/>
            <a:chExt cx="1320" cy="1059"/>
          </a:xfrm>
        </p:grpSpPr>
        <p:grpSp>
          <p:nvGrpSpPr>
            <p:cNvPr id="22569" name="Group 101">
              <a:extLst>
                <a:ext uri="{FF2B5EF4-FFF2-40B4-BE49-F238E27FC236}">
                  <a16:creationId xmlns:a16="http://schemas.microsoft.com/office/drawing/2014/main" id="{B9133521-0F8A-4D11-2356-A3749FE3379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65" y="1876"/>
              <a:ext cx="70" cy="102"/>
              <a:chOff x="2112" y="3120"/>
              <a:chExt cx="144" cy="192"/>
            </a:xfrm>
          </p:grpSpPr>
          <p:sp>
            <p:nvSpPr>
              <p:cNvPr id="22627" name="Line 102">
                <a:extLst>
                  <a:ext uri="{FF2B5EF4-FFF2-40B4-BE49-F238E27FC236}">
                    <a16:creationId xmlns:a16="http://schemas.microsoft.com/office/drawing/2014/main" id="{1595C218-C28E-019A-BBF0-52CD8819CD5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8" name="Line 103">
                <a:extLst>
                  <a:ext uri="{FF2B5EF4-FFF2-40B4-BE49-F238E27FC236}">
                    <a16:creationId xmlns:a16="http://schemas.microsoft.com/office/drawing/2014/main" id="{663F7BA3-8733-505C-2DAD-996A3E26E2A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70" name="Group 104">
              <a:extLst>
                <a:ext uri="{FF2B5EF4-FFF2-40B4-BE49-F238E27FC236}">
                  <a16:creationId xmlns:a16="http://schemas.microsoft.com/office/drawing/2014/main" id="{FFDC6513-FF05-A270-DCE7-08EC813ED4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65" y="2527"/>
              <a:ext cx="70" cy="102"/>
              <a:chOff x="2112" y="3120"/>
              <a:chExt cx="144" cy="192"/>
            </a:xfrm>
          </p:grpSpPr>
          <p:sp>
            <p:nvSpPr>
              <p:cNvPr id="22625" name="Line 105">
                <a:extLst>
                  <a:ext uri="{FF2B5EF4-FFF2-40B4-BE49-F238E27FC236}">
                    <a16:creationId xmlns:a16="http://schemas.microsoft.com/office/drawing/2014/main" id="{D9967478-ECA7-F01B-7156-2AA23CA8041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6" name="Line 106">
                <a:extLst>
                  <a:ext uri="{FF2B5EF4-FFF2-40B4-BE49-F238E27FC236}">
                    <a16:creationId xmlns:a16="http://schemas.microsoft.com/office/drawing/2014/main" id="{65604D3C-0818-E4E8-329A-D27EA690BF7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71" name="Group 107">
              <a:extLst>
                <a:ext uri="{FF2B5EF4-FFF2-40B4-BE49-F238E27FC236}">
                  <a16:creationId xmlns:a16="http://schemas.microsoft.com/office/drawing/2014/main" id="{C0897065-4807-6396-B894-D9D3F2673A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65" y="2184"/>
              <a:ext cx="70" cy="102"/>
              <a:chOff x="2112" y="3120"/>
              <a:chExt cx="144" cy="192"/>
            </a:xfrm>
          </p:grpSpPr>
          <p:sp>
            <p:nvSpPr>
              <p:cNvPr id="22623" name="Line 108">
                <a:extLst>
                  <a:ext uri="{FF2B5EF4-FFF2-40B4-BE49-F238E27FC236}">
                    <a16:creationId xmlns:a16="http://schemas.microsoft.com/office/drawing/2014/main" id="{FBC81D3A-74E7-0405-6799-3B8027E947D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4" name="Line 109">
                <a:extLst>
                  <a:ext uri="{FF2B5EF4-FFF2-40B4-BE49-F238E27FC236}">
                    <a16:creationId xmlns:a16="http://schemas.microsoft.com/office/drawing/2014/main" id="{83627D12-A9E6-3BB2-CCB7-23A3C08943C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72" name="Group 110">
              <a:extLst>
                <a:ext uri="{FF2B5EF4-FFF2-40B4-BE49-F238E27FC236}">
                  <a16:creationId xmlns:a16="http://schemas.microsoft.com/office/drawing/2014/main" id="{04C34E00-2E5B-3D5A-32B6-407DC2741C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876" y="2184"/>
              <a:ext cx="70" cy="102"/>
              <a:chOff x="2112" y="3120"/>
              <a:chExt cx="144" cy="192"/>
            </a:xfrm>
          </p:grpSpPr>
          <p:sp>
            <p:nvSpPr>
              <p:cNvPr id="22621" name="Line 111">
                <a:extLst>
                  <a:ext uri="{FF2B5EF4-FFF2-40B4-BE49-F238E27FC236}">
                    <a16:creationId xmlns:a16="http://schemas.microsoft.com/office/drawing/2014/main" id="{7836DD75-75A5-1C1E-8158-E7E4B7EF6EF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2" name="Line 112">
                <a:extLst>
                  <a:ext uri="{FF2B5EF4-FFF2-40B4-BE49-F238E27FC236}">
                    <a16:creationId xmlns:a16="http://schemas.microsoft.com/office/drawing/2014/main" id="{F422CA57-DE6F-1210-C271-839418F263A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73" name="Group 113">
              <a:extLst>
                <a:ext uri="{FF2B5EF4-FFF2-40B4-BE49-F238E27FC236}">
                  <a16:creationId xmlns:a16="http://schemas.microsoft.com/office/drawing/2014/main" id="{5966D111-41EB-6EF6-4397-5A2A2F40CFC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876" y="2527"/>
              <a:ext cx="70" cy="102"/>
              <a:chOff x="2112" y="3120"/>
              <a:chExt cx="144" cy="192"/>
            </a:xfrm>
          </p:grpSpPr>
          <p:sp>
            <p:nvSpPr>
              <p:cNvPr id="22619" name="Line 114">
                <a:extLst>
                  <a:ext uri="{FF2B5EF4-FFF2-40B4-BE49-F238E27FC236}">
                    <a16:creationId xmlns:a16="http://schemas.microsoft.com/office/drawing/2014/main" id="{186598B9-DDE6-0DBF-3DA7-640F9A3C502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0" name="Line 115">
                <a:extLst>
                  <a:ext uri="{FF2B5EF4-FFF2-40B4-BE49-F238E27FC236}">
                    <a16:creationId xmlns:a16="http://schemas.microsoft.com/office/drawing/2014/main" id="{7EB15B25-5CA1-B62D-4045-C782952E245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74" name="Group 116">
              <a:extLst>
                <a:ext uri="{FF2B5EF4-FFF2-40B4-BE49-F238E27FC236}">
                  <a16:creationId xmlns:a16="http://schemas.microsoft.com/office/drawing/2014/main" id="{5AB45803-2CB9-91EB-D237-0B7C35B590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511" y="2184"/>
              <a:ext cx="70" cy="102"/>
              <a:chOff x="2112" y="3120"/>
              <a:chExt cx="144" cy="192"/>
            </a:xfrm>
          </p:grpSpPr>
          <p:sp>
            <p:nvSpPr>
              <p:cNvPr id="22617" name="Line 117">
                <a:extLst>
                  <a:ext uri="{FF2B5EF4-FFF2-40B4-BE49-F238E27FC236}">
                    <a16:creationId xmlns:a16="http://schemas.microsoft.com/office/drawing/2014/main" id="{D4E338A3-D9E3-8E98-E3E3-BE4CF071E7F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8" name="Line 118">
                <a:extLst>
                  <a:ext uri="{FF2B5EF4-FFF2-40B4-BE49-F238E27FC236}">
                    <a16:creationId xmlns:a16="http://schemas.microsoft.com/office/drawing/2014/main" id="{2A627B42-A253-43D6-908B-0CAB1EC2AA7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75" name="Group 119">
              <a:extLst>
                <a:ext uri="{FF2B5EF4-FFF2-40B4-BE49-F238E27FC236}">
                  <a16:creationId xmlns:a16="http://schemas.microsoft.com/office/drawing/2014/main" id="{4B3B50DB-2CBB-0964-C881-CEEFACEDB89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511" y="1876"/>
              <a:ext cx="70" cy="102"/>
              <a:chOff x="2112" y="3120"/>
              <a:chExt cx="144" cy="192"/>
            </a:xfrm>
          </p:grpSpPr>
          <p:sp>
            <p:nvSpPr>
              <p:cNvPr id="22615" name="Line 120">
                <a:extLst>
                  <a:ext uri="{FF2B5EF4-FFF2-40B4-BE49-F238E27FC236}">
                    <a16:creationId xmlns:a16="http://schemas.microsoft.com/office/drawing/2014/main" id="{6C3167EA-AF72-C793-A110-AF676B809A4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6" name="Line 121">
                <a:extLst>
                  <a:ext uri="{FF2B5EF4-FFF2-40B4-BE49-F238E27FC236}">
                    <a16:creationId xmlns:a16="http://schemas.microsoft.com/office/drawing/2014/main" id="{E6D93107-FEE9-1094-FA8C-0FC753D394B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76" name="Group 122">
              <a:extLst>
                <a:ext uri="{FF2B5EF4-FFF2-40B4-BE49-F238E27FC236}">
                  <a16:creationId xmlns:a16="http://schemas.microsoft.com/office/drawing/2014/main" id="{E58EC1CD-973A-58F5-7BB2-C85EB62C0C8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194" y="1876"/>
              <a:ext cx="70" cy="102"/>
              <a:chOff x="2112" y="3120"/>
              <a:chExt cx="144" cy="192"/>
            </a:xfrm>
          </p:grpSpPr>
          <p:sp>
            <p:nvSpPr>
              <p:cNvPr id="22613" name="Line 123">
                <a:extLst>
                  <a:ext uri="{FF2B5EF4-FFF2-40B4-BE49-F238E27FC236}">
                    <a16:creationId xmlns:a16="http://schemas.microsoft.com/office/drawing/2014/main" id="{0E14DAF5-9C69-98DD-16A5-5CFF51AF898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4" name="Line 124">
                <a:extLst>
                  <a:ext uri="{FF2B5EF4-FFF2-40B4-BE49-F238E27FC236}">
                    <a16:creationId xmlns:a16="http://schemas.microsoft.com/office/drawing/2014/main" id="{5A1C965E-9016-6472-13A7-3E5F1EFA26A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77" name="Group 125">
              <a:extLst>
                <a:ext uri="{FF2B5EF4-FFF2-40B4-BE49-F238E27FC236}">
                  <a16:creationId xmlns:a16="http://schemas.microsoft.com/office/drawing/2014/main" id="{DA931AEA-9B94-3939-E86A-5FAE0F5534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876" y="1876"/>
              <a:ext cx="70" cy="102"/>
              <a:chOff x="2112" y="3120"/>
              <a:chExt cx="144" cy="192"/>
            </a:xfrm>
          </p:grpSpPr>
          <p:sp>
            <p:nvSpPr>
              <p:cNvPr id="22611" name="Line 126">
                <a:extLst>
                  <a:ext uri="{FF2B5EF4-FFF2-40B4-BE49-F238E27FC236}">
                    <a16:creationId xmlns:a16="http://schemas.microsoft.com/office/drawing/2014/main" id="{AE42E2C8-3601-67CB-0B8B-B39334E6A04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2" name="Line 127">
                <a:extLst>
                  <a:ext uri="{FF2B5EF4-FFF2-40B4-BE49-F238E27FC236}">
                    <a16:creationId xmlns:a16="http://schemas.microsoft.com/office/drawing/2014/main" id="{AABFF737-6A8E-406D-9A48-5682140DBA0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78" name="Group 128">
              <a:extLst>
                <a:ext uri="{FF2B5EF4-FFF2-40B4-BE49-F238E27FC236}">
                  <a16:creationId xmlns:a16="http://schemas.microsoft.com/office/drawing/2014/main" id="{A893238E-472C-1CA3-FEA2-AC637B07DDE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194" y="2184"/>
              <a:ext cx="70" cy="102"/>
              <a:chOff x="2112" y="3120"/>
              <a:chExt cx="144" cy="192"/>
            </a:xfrm>
          </p:grpSpPr>
          <p:sp>
            <p:nvSpPr>
              <p:cNvPr id="22609" name="Line 129">
                <a:extLst>
                  <a:ext uri="{FF2B5EF4-FFF2-40B4-BE49-F238E27FC236}">
                    <a16:creationId xmlns:a16="http://schemas.microsoft.com/office/drawing/2014/main" id="{E48A3DDE-CEFD-28E4-9A70-DF620898858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0" name="Line 130">
                <a:extLst>
                  <a:ext uri="{FF2B5EF4-FFF2-40B4-BE49-F238E27FC236}">
                    <a16:creationId xmlns:a16="http://schemas.microsoft.com/office/drawing/2014/main" id="{6E7A645A-7F74-A69E-E022-8BE4982086E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79" name="Group 131">
              <a:extLst>
                <a:ext uri="{FF2B5EF4-FFF2-40B4-BE49-F238E27FC236}">
                  <a16:creationId xmlns:a16="http://schemas.microsoft.com/office/drawing/2014/main" id="{D3CBAA4C-0F1F-A92E-1ECA-EE4B48C7D8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511" y="2527"/>
              <a:ext cx="70" cy="102"/>
              <a:chOff x="2112" y="3120"/>
              <a:chExt cx="144" cy="192"/>
            </a:xfrm>
          </p:grpSpPr>
          <p:sp>
            <p:nvSpPr>
              <p:cNvPr id="22607" name="Line 132">
                <a:extLst>
                  <a:ext uri="{FF2B5EF4-FFF2-40B4-BE49-F238E27FC236}">
                    <a16:creationId xmlns:a16="http://schemas.microsoft.com/office/drawing/2014/main" id="{A89B6DEA-709B-6AF2-3E93-277B8FBCB1C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8" name="Line 133">
                <a:extLst>
                  <a:ext uri="{FF2B5EF4-FFF2-40B4-BE49-F238E27FC236}">
                    <a16:creationId xmlns:a16="http://schemas.microsoft.com/office/drawing/2014/main" id="{45B4E520-37E1-4FB9-7EB8-5DEB9C0D137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80" name="Group 134">
              <a:extLst>
                <a:ext uri="{FF2B5EF4-FFF2-40B4-BE49-F238E27FC236}">
                  <a16:creationId xmlns:a16="http://schemas.microsoft.com/office/drawing/2014/main" id="{02DB4C1D-77E7-ED2A-38F3-577B2C3298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194" y="2527"/>
              <a:ext cx="70" cy="102"/>
              <a:chOff x="2112" y="3120"/>
              <a:chExt cx="144" cy="192"/>
            </a:xfrm>
          </p:grpSpPr>
          <p:sp>
            <p:nvSpPr>
              <p:cNvPr id="22605" name="Line 135">
                <a:extLst>
                  <a:ext uri="{FF2B5EF4-FFF2-40B4-BE49-F238E27FC236}">
                    <a16:creationId xmlns:a16="http://schemas.microsoft.com/office/drawing/2014/main" id="{AAB88680-C2ED-E222-8FC0-C8950FB1FA0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6" name="Line 136">
                <a:extLst>
                  <a:ext uri="{FF2B5EF4-FFF2-40B4-BE49-F238E27FC236}">
                    <a16:creationId xmlns:a16="http://schemas.microsoft.com/office/drawing/2014/main" id="{EAC6C275-CDAA-1820-77E4-31D109E7182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81" name="Group 137">
              <a:extLst>
                <a:ext uri="{FF2B5EF4-FFF2-40B4-BE49-F238E27FC236}">
                  <a16:creationId xmlns:a16="http://schemas.microsoft.com/office/drawing/2014/main" id="{BA0D98CF-19C9-57A0-3A71-FB327CAE533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65" y="1570"/>
              <a:ext cx="70" cy="102"/>
              <a:chOff x="2112" y="3120"/>
              <a:chExt cx="144" cy="192"/>
            </a:xfrm>
          </p:grpSpPr>
          <p:sp>
            <p:nvSpPr>
              <p:cNvPr id="22603" name="Line 138">
                <a:extLst>
                  <a:ext uri="{FF2B5EF4-FFF2-40B4-BE49-F238E27FC236}">
                    <a16:creationId xmlns:a16="http://schemas.microsoft.com/office/drawing/2014/main" id="{11A713CC-7E9C-8B81-B4C9-68D4FEBF18A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4" name="Line 139">
                <a:extLst>
                  <a:ext uri="{FF2B5EF4-FFF2-40B4-BE49-F238E27FC236}">
                    <a16:creationId xmlns:a16="http://schemas.microsoft.com/office/drawing/2014/main" id="{E6F30D3A-C833-2681-BA96-2732AAF0239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82" name="Group 140">
              <a:extLst>
                <a:ext uri="{FF2B5EF4-FFF2-40B4-BE49-F238E27FC236}">
                  <a16:creationId xmlns:a16="http://schemas.microsoft.com/office/drawing/2014/main" id="{99917473-9DA4-A9E2-ADF2-044DA2F104A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511" y="1570"/>
              <a:ext cx="70" cy="102"/>
              <a:chOff x="2112" y="3120"/>
              <a:chExt cx="144" cy="192"/>
            </a:xfrm>
          </p:grpSpPr>
          <p:sp>
            <p:nvSpPr>
              <p:cNvPr id="22601" name="Line 141">
                <a:extLst>
                  <a:ext uri="{FF2B5EF4-FFF2-40B4-BE49-F238E27FC236}">
                    <a16:creationId xmlns:a16="http://schemas.microsoft.com/office/drawing/2014/main" id="{5E794961-94BE-6D11-85C4-E3C6213D054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2" name="Line 142">
                <a:extLst>
                  <a:ext uri="{FF2B5EF4-FFF2-40B4-BE49-F238E27FC236}">
                    <a16:creationId xmlns:a16="http://schemas.microsoft.com/office/drawing/2014/main" id="{841A5BA6-3A82-8E97-A4BC-6C9498E44BB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83" name="Group 143">
              <a:extLst>
                <a:ext uri="{FF2B5EF4-FFF2-40B4-BE49-F238E27FC236}">
                  <a16:creationId xmlns:a16="http://schemas.microsoft.com/office/drawing/2014/main" id="{B9C351F8-6885-046C-1FE1-EC3278ABF5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194" y="1570"/>
              <a:ext cx="70" cy="102"/>
              <a:chOff x="2112" y="3120"/>
              <a:chExt cx="144" cy="192"/>
            </a:xfrm>
          </p:grpSpPr>
          <p:sp>
            <p:nvSpPr>
              <p:cNvPr id="22599" name="Line 144">
                <a:extLst>
                  <a:ext uri="{FF2B5EF4-FFF2-40B4-BE49-F238E27FC236}">
                    <a16:creationId xmlns:a16="http://schemas.microsoft.com/office/drawing/2014/main" id="{D17B7A0E-C82A-E469-0FF4-5821D97D69D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0" name="Line 145">
                <a:extLst>
                  <a:ext uri="{FF2B5EF4-FFF2-40B4-BE49-F238E27FC236}">
                    <a16:creationId xmlns:a16="http://schemas.microsoft.com/office/drawing/2014/main" id="{FC3660FB-136F-7E4D-C786-DE8700B6913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84" name="Group 146">
              <a:extLst>
                <a:ext uri="{FF2B5EF4-FFF2-40B4-BE49-F238E27FC236}">
                  <a16:creationId xmlns:a16="http://schemas.microsoft.com/office/drawing/2014/main" id="{E7ACC1F4-FE3D-E040-CC6E-8D84A49918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876" y="1570"/>
              <a:ext cx="70" cy="102"/>
              <a:chOff x="2112" y="3120"/>
              <a:chExt cx="144" cy="192"/>
            </a:xfrm>
          </p:grpSpPr>
          <p:sp>
            <p:nvSpPr>
              <p:cNvPr id="22597" name="Line 147">
                <a:extLst>
                  <a:ext uri="{FF2B5EF4-FFF2-40B4-BE49-F238E27FC236}">
                    <a16:creationId xmlns:a16="http://schemas.microsoft.com/office/drawing/2014/main" id="{3B817879-C5B7-50C4-4FF7-7BA2E143D51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8" name="Line 148">
                <a:extLst>
                  <a:ext uri="{FF2B5EF4-FFF2-40B4-BE49-F238E27FC236}">
                    <a16:creationId xmlns:a16="http://schemas.microsoft.com/office/drawing/2014/main" id="{36538264-70D8-56B0-CC2F-4E5F48F05E6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85" name="Group 149">
              <a:extLst>
                <a:ext uri="{FF2B5EF4-FFF2-40B4-BE49-F238E27FC236}">
                  <a16:creationId xmlns:a16="http://schemas.microsoft.com/office/drawing/2014/main" id="{A20FD295-A36A-C3BD-05B9-1F6789A5EF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15" y="2184"/>
              <a:ext cx="70" cy="102"/>
              <a:chOff x="2112" y="3120"/>
              <a:chExt cx="144" cy="192"/>
            </a:xfrm>
          </p:grpSpPr>
          <p:sp>
            <p:nvSpPr>
              <p:cNvPr id="22595" name="Line 150">
                <a:extLst>
                  <a:ext uri="{FF2B5EF4-FFF2-40B4-BE49-F238E27FC236}">
                    <a16:creationId xmlns:a16="http://schemas.microsoft.com/office/drawing/2014/main" id="{CDCE9247-313C-DBC0-478C-AB6C44BCC16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6" name="Line 151">
                <a:extLst>
                  <a:ext uri="{FF2B5EF4-FFF2-40B4-BE49-F238E27FC236}">
                    <a16:creationId xmlns:a16="http://schemas.microsoft.com/office/drawing/2014/main" id="{32C61D39-E320-8175-DCBC-60A535E5C1C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86" name="Group 152">
              <a:extLst>
                <a:ext uri="{FF2B5EF4-FFF2-40B4-BE49-F238E27FC236}">
                  <a16:creationId xmlns:a16="http://schemas.microsoft.com/office/drawing/2014/main" id="{EA928FC4-5FCF-6CD8-D031-B8E26A286D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15" y="1876"/>
              <a:ext cx="70" cy="102"/>
              <a:chOff x="2112" y="3120"/>
              <a:chExt cx="144" cy="192"/>
            </a:xfrm>
          </p:grpSpPr>
          <p:sp>
            <p:nvSpPr>
              <p:cNvPr id="22593" name="Line 153">
                <a:extLst>
                  <a:ext uri="{FF2B5EF4-FFF2-40B4-BE49-F238E27FC236}">
                    <a16:creationId xmlns:a16="http://schemas.microsoft.com/office/drawing/2014/main" id="{1FF810AE-3E52-21E2-4CF2-3833578CD87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4" name="Line 154">
                <a:extLst>
                  <a:ext uri="{FF2B5EF4-FFF2-40B4-BE49-F238E27FC236}">
                    <a16:creationId xmlns:a16="http://schemas.microsoft.com/office/drawing/2014/main" id="{865598DD-2B96-5AB3-8071-04A2F40DD11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87" name="Group 155">
              <a:extLst>
                <a:ext uri="{FF2B5EF4-FFF2-40B4-BE49-F238E27FC236}">
                  <a16:creationId xmlns:a16="http://schemas.microsoft.com/office/drawing/2014/main" id="{3933905E-0D65-27DA-C1CD-7BE2536333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15" y="2527"/>
              <a:ext cx="70" cy="102"/>
              <a:chOff x="2112" y="3120"/>
              <a:chExt cx="144" cy="192"/>
            </a:xfrm>
          </p:grpSpPr>
          <p:sp>
            <p:nvSpPr>
              <p:cNvPr id="22591" name="Line 156">
                <a:extLst>
                  <a:ext uri="{FF2B5EF4-FFF2-40B4-BE49-F238E27FC236}">
                    <a16:creationId xmlns:a16="http://schemas.microsoft.com/office/drawing/2014/main" id="{2353E330-9F02-3137-6B3E-37DD1DCEEDA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2" name="Line 157">
                <a:extLst>
                  <a:ext uri="{FF2B5EF4-FFF2-40B4-BE49-F238E27FC236}">
                    <a16:creationId xmlns:a16="http://schemas.microsoft.com/office/drawing/2014/main" id="{A8D8E391-41CB-7A28-BD9B-7CDBF045F37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88" name="Group 158">
              <a:extLst>
                <a:ext uri="{FF2B5EF4-FFF2-40B4-BE49-F238E27FC236}">
                  <a16:creationId xmlns:a16="http://schemas.microsoft.com/office/drawing/2014/main" id="{6C3E942C-CC9C-5DD6-B089-E14775D146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15" y="1570"/>
              <a:ext cx="70" cy="102"/>
              <a:chOff x="2112" y="3120"/>
              <a:chExt cx="144" cy="192"/>
            </a:xfrm>
          </p:grpSpPr>
          <p:sp>
            <p:nvSpPr>
              <p:cNvPr id="22589" name="Line 159">
                <a:extLst>
                  <a:ext uri="{FF2B5EF4-FFF2-40B4-BE49-F238E27FC236}">
                    <a16:creationId xmlns:a16="http://schemas.microsoft.com/office/drawing/2014/main" id="{E4FF88C5-30B6-4692-29A4-A48649CDED5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0" name="Line 160">
                <a:extLst>
                  <a:ext uri="{FF2B5EF4-FFF2-40B4-BE49-F238E27FC236}">
                    <a16:creationId xmlns:a16="http://schemas.microsoft.com/office/drawing/2014/main" id="{AB24A349-1D89-0324-3925-D6A2795B673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3" name="Group 161">
            <a:extLst>
              <a:ext uri="{FF2B5EF4-FFF2-40B4-BE49-F238E27FC236}">
                <a16:creationId xmlns:a16="http://schemas.microsoft.com/office/drawing/2014/main" id="{1A9846CE-EC14-91B8-9235-DF7B72B9E9FC}"/>
              </a:ext>
            </a:extLst>
          </p:cNvPr>
          <p:cNvGrpSpPr>
            <a:grpSpLocks/>
          </p:cNvGrpSpPr>
          <p:nvPr/>
        </p:nvGrpSpPr>
        <p:grpSpPr bwMode="auto">
          <a:xfrm>
            <a:off x="5259388" y="2162175"/>
            <a:ext cx="3328987" cy="2784475"/>
            <a:chOff x="3177" y="1053"/>
            <a:chExt cx="2097" cy="1754"/>
          </a:xfrm>
        </p:grpSpPr>
        <p:sp>
          <p:nvSpPr>
            <p:cNvPr id="22559" name="Line 162">
              <a:extLst>
                <a:ext uri="{FF2B5EF4-FFF2-40B4-BE49-F238E27FC236}">
                  <a16:creationId xmlns:a16="http://schemas.microsoft.com/office/drawing/2014/main" id="{7F40AC4A-E8ED-102E-5502-F4BD009076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2" y="1197"/>
              <a:ext cx="0" cy="1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60" name="Line 163">
              <a:extLst>
                <a:ext uri="{FF2B5EF4-FFF2-40B4-BE49-F238E27FC236}">
                  <a16:creationId xmlns:a16="http://schemas.microsoft.com/office/drawing/2014/main" id="{9DABFE7A-D062-0F79-BC55-9E56DD963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2" y="2494"/>
              <a:ext cx="158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61" name="Text Box 164">
              <a:extLst>
                <a:ext uri="{FF2B5EF4-FFF2-40B4-BE49-F238E27FC236}">
                  <a16:creationId xmlns:a16="http://schemas.microsoft.com/office/drawing/2014/main" id="{01DDB252-DCB5-5B33-21E5-EFF87FEBD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2" y="249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i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22562" name="Text Box 165">
              <a:extLst>
                <a:ext uri="{FF2B5EF4-FFF2-40B4-BE49-F238E27FC236}">
                  <a16:creationId xmlns:a16="http://schemas.microsoft.com/office/drawing/2014/main" id="{8DF14896-472A-9CDF-682D-EDC877168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7" y="1053"/>
              <a:ext cx="3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i="1">
                  <a:solidFill>
                    <a:schemeClr val="bg1"/>
                  </a:solidFill>
                </a:rPr>
                <a:t>y</a:t>
              </a:r>
            </a:p>
          </p:txBody>
        </p:sp>
        <p:sp>
          <p:nvSpPr>
            <p:cNvPr id="22563" name="Freeform 166">
              <a:extLst>
                <a:ext uri="{FF2B5EF4-FFF2-40B4-BE49-F238E27FC236}">
                  <a16:creationId xmlns:a16="http://schemas.microsoft.com/office/drawing/2014/main" id="{7F10DEBE-684A-201C-FECF-550F1644C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1629"/>
              <a:ext cx="1344" cy="864"/>
            </a:xfrm>
            <a:custGeom>
              <a:avLst/>
              <a:gdLst>
                <a:gd name="T0" fmla="*/ 0 w 1344"/>
                <a:gd name="T1" fmla="*/ 864 h 864"/>
                <a:gd name="T2" fmla="*/ 432 w 1344"/>
                <a:gd name="T3" fmla="*/ 432 h 864"/>
                <a:gd name="T4" fmla="*/ 672 w 1344"/>
                <a:gd name="T5" fmla="*/ 48 h 864"/>
                <a:gd name="T6" fmla="*/ 960 w 1344"/>
                <a:gd name="T7" fmla="*/ 144 h 864"/>
                <a:gd name="T8" fmla="*/ 1152 w 1344"/>
                <a:gd name="T9" fmla="*/ 336 h 864"/>
                <a:gd name="T10" fmla="*/ 1200 w 1344"/>
                <a:gd name="T11" fmla="*/ 576 h 864"/>
                <a:gd name="T12" fmla="*/ 1344 w 1344"/>
                <a:gd name="T13" fmla="*/ 864 h 8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44"/>
                <a:gd name="T22" fmla="*/ 0 h 864"/>
                <a:gd name="T23" fmla="*/ 1344 w 1344"/>
                <a:gd name="T24" fmla="*/ 864 h 8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44" h="864">
                  <a:moveTo>
                    <a:pt x="0" y="864"/>
                  </a:moveTo>
                  <a:cubicBezTo>
                    <a:pt x="160" y="716"/>
                    <a:pt x="320" y="568"/>
                    <a:pt x="432" y="432"/>
                  </a:cubicBezTo>
                  <a:cubicBezTo>
                    <a:pt x="544" y="296"/>
                    <a:pt x="584" y="96"/>
                    <a:pt x="672" y="48"/>
                  </a:cubicBezTo>
                  <a:cubicBezTo>
                    <a:pt x="760" y="0"/>
                    <a:pt x="880" y="96"/>
                    <a:pt x="960" y="144"/>
                  </a:cubicBezTo>
                  <a:cubicBezTo>
                    <a:pt x="1040" y="192"/>
                    <a:pt x="1112" y="264"/>
                    <a:pt x="1152" y="336"/>
                  </a:cubicBezTo>
                  <a:cubicBezTo>
                    <a:pt x="1192" y="408"/>
                    <a:pt x="1168" y="488"/>
                    <a:pt x="1200" y="576"/>
                  </a:cubicBezTo>
                  <a:cubicBezTo>
                    <a:pt x="1232" y="664"/>
                    <a:pt x="1288" y="764"/>
                    <a:pt x="1344" y="864"/>
                  </a:cubicBezTo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64" name="Text Box 167">
              <a:extLst>
                <a:ext uri="{FF2B5EF4-FFF2-40B4-BE49-F238E27FC236}">
                  <a16:creationId xmlns:a16="http://schemas.microsoft.com/office/drawing/2014/main" id="{165408EA-C4C1-E0A0-7D2B-F1F596A66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2519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i="1">
                  <a:solidFill>
                    <a:schemeClr val="bg1"/>
                  </a:solidFill>
                </a:rPr>
                <a:t>O</a:t>
              </a:r>
            </a:p>
          </p:txBody>
        </p:sp>
        <p:sp>
          <p:nvSpPr>
            <p:cNvPr id="22565" name="Text Box 168">
              <a:extLst>
                <a:ext uri="{FF2B5EF4-FFF2-40B4-BE49-F238E27FC236}">
                  <a16:creationId xmlns:a16="http://schemas.microsoft.com/office/drawing/2014/main" id="{76B0921F-4357-E42D-B653-806B0C12E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8" y="2519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i="1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22566" name="Line 169">
              <a:extLst>
                <a:ext uri="{FF2B5EF4-FFF2-40B4-BE49-F238E27FC236}">
                  <a16:creationId xmlns:a16="http://schemas.microsoft.com/office/drawing/2014/main" id="{C3931DDE-F5E8-0555-6DBE-CE0BDCE3D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682"/>
              <a:ext cx="245" cy="14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67" name="Text Box 170">
              <a:extLst>
                <a:ext uri="{FF2B5EF4-FFF2-40B4-BE49-F238E27FC236}">
                  <a16:creationId xmlns:a16="http://schemas.microsoft.com/office/drawing/2014/main" id="{1763DF1C-2947-B7E4-457A-B13BA5C04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" y="1581"/>
              <a:ext cx="2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i="1">
                  <a:solidFill>
                    <a:srgbClr val="FFFF00"/>
                  </a:solidFill>
                </a:rPr>
                <a:t>I</a:t>
              </a:r>
            </a:p>
          </p:txBody>
        </p:sp>
        <p:sp>
          <p:nvSpPr>
            <p:cNvPr id="22568" name="Text Box 171">
              <a:extLst>
                <a:ext uri="{FF2B5EF4-FFF2-40B4-BE49-F238E27FC236}">
                  <a16:creationId xmlns:a16="http://schemas.microsoft.com/office/drawing/2014/main" id="{FFE31288-D3EA-2913-CE93-34211EB28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9" y="2519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i="1">
                  <a:solidFill>
                    <a:srgbClr val="66FFFF"/>
                  </a:solidFill>
                </a:rPr>
                <a:t>L</a:t>
              </a:r>
            </a:p>
          </p:txBody>
        </p:sp>
      </p:grpSp>
      <p:sp>
        <p:nvSpPr>
          <p:cNvPr id="222380" name="Text Box 172">
            <a:extLst>
              <a:ext uri="{FF2B5EF4-FFF2-40B4-BE49-F238E27FC236}">
                <a16:creationId xmlns:a16="http://schemas.microsoft.com/office/drawing/2014/main" id="{C01B4981-629E-65B7-0E52-7AFFDF740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50" y="769938"/>
            <a:ext cx="464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此段载流导线受的磁力。</a:t>
            </a:r>
            <a:endParaRPr lang="zh-CN" altLang="en-US" sz="32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222381" name="Text Box 173">
            <a:extLst>
              <a:ext uri="{FF2B5EF4-FFF2-40B4-BE49-F238E27FC236}">
                <a16:creationId xmlns:a16="http://schemas.microsoft.com/office/drawing/2014/main" id="{71DE26C1-A794-FE98-0D14-575FA7CE7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50" y="1844675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在电流上任取电流元</a:t>
            </a:r>
          </a:p>
        </p:txBody>
      </p:sp>
      <p:graphicFrame>
        <p:nvGraphicFramePr>
          <p:cNvPr id="222382" name="Object 2">
            <a:extLst>
              <a:ext uri="{FF2B5EF4-FFF2-40B4-BE49-F238E27FC236}">
                <a16:creationId xmlns:a16="http://schemas.microsoft.com/office/drawing/2014/main" id="{3E53D468-B2D7-E3AA-8311-4B76488D6E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9700" y="1862138"/>
          <a:ext cx="5175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7680" imgH="335169" progId="Equation.3">
                  <p:embed/>
                </p:oleObj>
              </mc:Choice>
              <mc:Fallback>
                <p:oleObj name="Equation" r:id="rId2" imgW="487680" imgH="33516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700" y="1862138"/>
                        <a:ext cx="51752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383" name="Object 3">
            <a:extLst>
              <a:ext uri="{FF2B5EF4-FFF2-40B4-BE49-F238E27FC236}">
                <a16:creationId xmlns:a16="http://schemas.microsoft.com/office/drawing/2014/main" id="{EDB678C7-82C4-5A62-234E-C67E8498A4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420938"/>
          <a:ext cx="297338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02802" imgH="251377" progId="Equation.3">
                  <p:embed/>
                </p:oleObj>
              </mc:Choice>
              <mc:Fallback>
                <p:oleObj name="公式" r:id="rId4" imgW="1302802" imgH="25137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420938"/>
                        <a:ext cx="2973387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384" name="Line 176">
            <a:extLst>
              <a:ext uri="{FF2B5EF4-FFF2-40B4-BE49-F238E27FC236}">
                <a16:creationId xmlns:a16="http://schemas.microsoft.com/office/drawing/2014/main" id="{B706AEBB-8838-4CB4-3829-5D30A1D3D4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2250" y="3305175"/>
            <a:ext cx="196850" cy="441325"/>
          </a:xfrm>
          <a:prstGeom prst="line">
            <a:avLst/>
          </a:prstGeom>
          <a:noFill/>
          <a:ln w="38100">
            <a:solidFill>
              <a:srgbClr val="FF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222385" name="Object 4">
            <a:extLst>
              <a:ext uri="{FF2B5EF4-FFF2-40B4-BE49-F238E27FC236}">
                <a16:creationId xmlns:a16="http://schemas.microsoft.com/office/drawing/2014/main" id="{17808050-BE72-5DA7-6D48-344BE9DB9C01}"/>
              </a:ext>
            </a:extLst>
          </p:cNvPr>
          <p:cNvGraphicFramePr>
            <a:graphicFrameLocks/>
          </p:cNvGraphicFramePr>
          <p:nvPr/>
        </p:nvGraphicFramePr>
        <p:xfrm>
          <a:off x="6727825" y="3351213"/>
          <a:ext cx="52228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7680" imgH="335169" progId="Equation.3">
                  <p:embed/>
                </p:oleObj>
              </mc:Choice>
              <mc:Fallback>
                <p:oleObj name="Equation" r:id="rId6" imgW="487680" imgH="33516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7825" y="3351213"/>
                        <a:ext cx="522288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178">
            <a:extLst>
              <a:ext uri="{FF2B5EF4-FFF2-40B4-BE49-F238E27FC236}">
                <a16:creationId xmlns:a16="http://schemas.microsoft.com/office/drawing/2014/main" id="{BF431E2A-C041-9E23-0D13-37A097F883B1}"/>
              </a:ext>
            </a:extLst>
          </p:cNvPr>
          <p:cNvGrpSpPr>
            <a:grpSpLocks/>
          </p:cNvGrpSpPr>
          <p:nvPr/>
        </p:nvGrpSpPr>
        <p:grpSpPr bwMode="auto">
          <a:xfrm>
            <a:off x="5848350" y="3040063"/>
            <a:ext cx="723900" cy="706437"/>
            <a:chOff x="3548" y="1606"/>
            <a:chExt cx="456" cy="445"/>
          </a:xfrm>
        </p:grpSpPr>
        <p:sp>
          <p:nvSpPr>
            <p:cNvPr id="22557" name="Line 179">
              <a:extLst>
                <a:ext uri="{FF2B5EF4-FFF2-40B4-BE49-F238E27FC236}">
                  <a16:creationId xmlns:a16="http://schemas.microsoft.com/office/drawing/2014/main" id="{88B7B00A-0997-6C50-0D68-074893DD23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48" y="1869"/>
              <a:ext cx="356" cy="182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22558" name="Object 11">
              <a:extLst>
                <a:ext uri="{FF2B5EF4-FFF2-40B4-BE49-F238E27FC236}">
                  <a16:creationId xmlns:a16="http://schemas.microsoft.com/office/drawing/2014/main" id="{70D7A927-F246-5A82-CCC2-7D55E5924C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48" y="1606"/>
            <a:ext cx="286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26969" imgH="327688" progId="Equation.3">
                    <p:embed/>
                  </p:oleObj>
                </mc:Choice>
                <mc:Fallback>
                  <p:oleObj name="Equation" r:id="rId8" imgW="426969" imgH="327688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8" y="1606"/>
                          <a:ext cx="286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181">
            <a:extLst>
              <a:ext uri="{FF2B5EF4-FFF2-40B4-BE49-F238E27FC236}">
                <a16:creationId xmlns:a16="http://schemas.microsoft.com/office/drawing/2014/main" id="{979A2EEA-EDE5-1112-D232-E6631077930D}"/>
              </a:ext>
            </a:extLst>
          </p:cNvPr>
          <p:cNvGrpSpPr>
            <a:grpSpLocks/>
          </p:cNvGrpSpPr>
          <p:nvPr/>
        </p:nvGrpSpPr>
        <p:grpSpPr bwMode="auto">
          <a:xfrm>
            <a:off x="6007100" y="3375025"/>
            <a:ext cx="565150" cy="371475"/>
            <a:chOff x="3984" y="2828"/>
            <a:chExt cx="356" cy="234"/>
          </a:xfrm>
        </p:grpSpPr>
        <p:sp>
          <p:nvSpPr>
            <p:cNvPr id="22555" name="Line 182">
              <a:extLst>
                <a:ext uri="{FF2B5EF4-FFF2-40B4-BE49-F238E27FC236}">
                  <a16:creationId xmlns:a16="http://schemas.microsoft.com/office/drawing/2014/main" id="{F047D26F-C264-8A06-3985-58A89101ED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3062"/>
              <a:ext cx="356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6" name="Line 183">
              <a:extLst>
                <a:ext uri="{FF2B5EF4-FFF2-40B4-BE49-F238E27FC236}">
                  <a16:creationId xmlns:a16="http://schemas.microsoft.com/office/drawing/2014/main" id="{B5406592-C350-40E0-5CFD-A9FAA5A527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0" y="2828"/>
              <a:ext cx="0" cy="23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22392" name="AutoShape 184">
            <a:extLst>
              <a:ext uri="{FF2B5EF4-FFF2-40B4-BE49-F238E27FC236}">
                <a16:creationId xmlns:a16="http://schemas.microsoft.com/office/drawing/2014/main" id="{09094FB7-A6E5-E598-3D1B-EB4868588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533650"/>
            <a:ext cx="377825" cy="466725"/>
          </a:xfrm>
          <a:prstGeom prst="wedgeRectCallout">
            <a:avLst>
              <a:gd name="adj1" fmla="val -31093"/>
              <a:gd name="adj2" fmla="val 177213"/>
            </a:avLst>
          </a:prstGeom>
          <a:noFill/>
          <a:ln w="9525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schemeClr val="bg1"/>
                </a:solidFill>
                <a:sym typeface="Symbol" panose="05050102010706020507" pitchFamily="18" charset="2"/>
              </a:rPr>
              <a:t></a:t>
            </a:r>
          </a:p>
        </p:txBody>
      </p:sp>
      <p:graphicFrame>
        <p:nvGraphicFramePr>
          <p:cNvPr id="222393" name="Object 5">
            <a:extLst>
              <a:ext uri="{FF2B5EF4-FFF2-40B4-BE49-F238E27FC236}">
                <a16:creationId xmlns:a16="http://schemas.microsoft.com/office/drawing/2014/main" id="{2137C688-ADB4-9074-102F-1243E1245FA6}"/>
              </a:ext>
            </a:extLst>
          </p:cNvPr>
          <p:cNvGraphicFramePr>
            <a:graphicFrameLocks/>
          </p:cNvGraphicFramePr>
          <p:nvPr/>
        </p:nvGraphicFramePr>
        <p:xfrm>
          <a:off x="1054100" y="3157538"/>
          <a:ext cx="2260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32878" imgH="403999" progId="Equation.3">
                  <p:embed/>
                </p:oleObj>
              </mc:Choice>
              <mc:Fallback>
                <p:oleObj name="Equation" r:id="rId10" imgW="2232878" imgH="403999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3157538"/>
                        <a:ext cx="2260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394" name="Object 6">
            <a:extLst>
              <a:ext uri="{FF2B5EF4-FFF2-40B4-BE49-F238E27FC236}">
                <a16:creationId xmlns:a16="http://schemas.microsoft.com/office/drawing/2014/main" id="{62FC34AD-FBA6-993F-0CE3-EB864AA1CD61}"/>
              </a:ext>
            </a:extLst>
          </p:cNvPr>
          <p:cNvGraphicFramePr>
            <a:graphicFrameLocks/>
          </p:cNvGraphicFramePr>
          <p:nvPr/>
        </p:nvGraphicFramePr>
        <p:xfrm>
          <a:off x="3392488" y="3175000"/>
          <a:ext cx="1003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75360" imgH="365594" progId="Equation.3">
                  <p:embed/>
                </p:oleObj>
              </mc:Choice>
              <mc:Fallback>
                <p:oleObj name="Equation" r:id="rId12" imgW="975360" imgH="365594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488" y="3175000"/>
                        <a:ext cx="1003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395" name="Object 7">
            <a:extLst>
              <a:ext uri="{FF2B5EF4-FFF2-40B4-BE49-F238E27FC236}">
                <a16:creationId xmlns:a16="http://schemas.microsoft.com/office/drawing/2014/main" id="{ECDE7A2B-A75F-7E32-456F-C3EB1201A4A9}"/>
              </a:ext>
            </a:extLst>
          </p:cNvPr>
          <p:cNvGraphicFramePr>
            <a:graphicFrameLocks/>
          </p:cNvGraphicFramePr>
          <p:nvPr/>
        </p:nvGraphicFramePr>
        <p:xfrm>
          <a:off x="1054100" y="3843338"/>
          <a:ext cx="3365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37622" imgH="441905" progId="Equation.3">
                  <p:embed/>
                </p:oleObj>
              </mc:Choice>
              <mc:Fallback>
                <p:oleObj name="Equation" r:id="rId14" imgW="3337622" imgH="441905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3843338"/>
                        <a:ext cx="3365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396" name="Object 8">
            <a:extLst>
              <a:ext uri="{FF2B5EF4-FFF2-40B4-BE49-F238E27FC236}">
                <a16:creationId xmlns:a16="http://schemas.microsoft.com/office/drawing/2014/main" id="{CFB7883D-C1DB-F0F9-256E-C023FB7CBAD8}"/>
              </a:ext>
            </a:extLst>
          </p:cNvPr>
          <p:cNvGraphicFramePr>
            <a:graphicFrameLocks/>
          </p:cNvGraphicFramePr>
          <p:nvPr/>
        </p:nvGraphicFramePr>
        <p:xfrm>
          <a:off x="1054100" y="4452938"/>
          <a:ext cx="227012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40342" imgH="655375" progId="Equation.3">
                  <p:embed/>
                </p:oleObj>
              </mc:Choice>
              <mc:Fallback>
                <p:oleObj name="Equation" r:id="rId16" imgW="2240342" imgH="655375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4452938"/>
                        <a:ext cx="2270125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397" name="Object 9">
            <a:extLst>
              <a:ext uri="{FF2B5EF4-FFF2-40B4-BE49-F238E27FC236}">
                <a16:creationId xmlns:a16="http://schemas.microsoft.com/office/drawing/2014/main" id="{90EB5083-54BF-E7C3-996A-6D47DD641D95}"/>
              </a:ext>
            </a:extLst>
          </p:cNvPr>
          <p:cNvGraphicFramePr>
            <a:graphicFrameLocks/>
          </p:cNvGraphicFramePr>
          <p:nvPr/>
        </p:nvGraphicFramePr>
        <p:xfrm>
          <a:off x="1036638" y="5367338"/>
          <a:ext cx="26781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51884" imgH="655375" progId="Equation.3">
                  <p:embed/>
                </p:oleObj>
              </mc:Choice>
              <mc:Fallback>
                <p:oleObj name="Equation" r:id="rId18" imgW="2651884" imgH="655375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5367338"/>
                        <a:ext cx="267811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398" name="Line 190">
            <a:extLst>
              <a:ext uri="{FF2B5EF4-FFF2-40B4-BE49-F238E27FC236}">
                <a16:creationId xmlns:a16="http://schemas.microsoft.com/office/drawing/2014/main" id="{873C6A52-52D1-0A64-E457-F1FF6BF711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23113" y="3821113"/>
            <a:ext cx="0" cy="65087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2399" name="Line 191">
            <a:extLst>
              <a:ext uri="{FF2B5EF4-FFF2-40B4-BE49-F238E27FC236}">
                <a16:creationId xmlns:a16="http://schemas.microsoft.com/office/drawing/2014/main" id="{1C35AEE0-0575-A2F4-F56C-DF670E309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4225" y="4449763"/>
            <a:ext cx="2124075" cy="0"/>
          </a:xfrm>
          <a:prstGeom prst="line">
            <a:avLst/>
          </a:prstGeom>
          <a:noFill/>
          <a:ln w="38100">
            <a:solidFill>
              <a:srgbClr val="FF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2400" name="Rectangle 192">
            <a:extLst>
              <a:ext uri="{FF2B5EF4-FFF2-40B4-BE49-F238E27FC236}">
                <a16:creationId xmlns:a16="http://schemas.microsoft.com/office/drawing/2014/main" id="{DFA0BF73-1320-4724-E9A5-C962A79FD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2603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222401" name="Rectangle 193">
            <a:extLst>
              <a:ext uri="{FF2B5EF4-FFF2-40B4-BE49-F238E27FC236}">
                <a16:creationId xmlns:a16="http://schemas.microsoft.com/office/drawing/2014/main" id="{ACDA90F5-D74C-B809-C18C-AB2751F81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363" y="26035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在均匀磁场中放置一任意形状的导线，电流强度为</a:t>
            </a:r>
            <a:r>
              <a:rPr lang="en-US" altLang="zh-CN" i="1">
                <a:solidFill>
                  <a:srgbClr val="66FFFF"/>
                </a:solidFill>
              </a:rPr>
              <a:t>I</a:t>
            </a:r>
          </a:p>
        </p:txBody>
      </p:sp>
      <p:sp>
        <p:nvSpPr>
          <p:cNvPr id="222402" name="Rectangle 194">
            <a:extLst>
              <a:ext uri="{FF2B5EF4-FFF2-40B4-BE49-F238E27FC236}">
                <a16:creationId xmlns:a16="http://schemas.microsoft.com/office/drawing/2014/main" id="{5E0BAA34-BC8F-EF06-F3C7-EE9489451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5882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求</a:t>
            </a:r>
          </a:p>
        </p:txBody>
      </p:sp>
      <p:sp>
        <p:nvSpPr>
          <p:cNvPr id="222403" name="Rectangle 195">
            <a:extLst>
              <a:ext uri="{FF2B5EF4-FFF2-40B4-BE49-F238E27FC236}">
                <a16:creationId xmlns:a16="http://schemas.microsoft.com/office/drawing/2014/main" id="{DD296C03-281A-74AC-1FFE-547DD2933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12430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222404" name="Text Box 196">
            <a:extLst>
              <a:ext uri="{FF2B5EF4-FFF2-40B4-BE49-F238E27FC236}">
                <a16:creationId xmlns:a16="http://schemas.microsoft.com/office/drawing/2014/main" id="{D81F95C9-C5A7-E135-8266-C6B0F5B9E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363" y="6140450"/>
            <a:ext cx="7672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  <a:latin typeface="宋体" panose="02010600030101010101" pitchFamily="2" charset="-122"/>
              </a:rPr>
              <a:t>相当于一根载流直导线在匀强磁场中受力，方向沿</a:t>
            </a:r>
            <a:r>
              <a:rPr lang="en-US" altLang="zh-CN" i="1">
                <a:solidFill>
                  <a:srgbClr val="FFFF00"/>
                </a:solidFill>
              </a:rPr>
              <a:t>y</a:t>
            </a:r>
            <a:r>
              <a:rPr lang="zh-CN" altLang="en-US">
                <a:solidFill>
                  <a:srgbClr val="00FFFF"/>
                </a:solidFill>
                <a:latin typeface="宋体" panose="02010600030101010101" pitchFamily="2" charset="-122"/>
              </a:rPr>
              <a:t>向。</a:t>
            </a:r>
          </a:p>
        </p:txBody>
      </p:sp>
      <p:graphicFrame>
        <p:nvGraphicFramePr>
          <p:cNvPr id="222405" name="Object 10">
            <a:extLst>
              <a:ext uri="{FF2B5EF4-FFF2-40B4-BE49-F238E27FC236}">
                <a16:creationId xmlns:a16="http://schemas.microsoft.com/office/drawing/2014/main" id="{21654E89-4432-6C7C-F0E1-683E80F69799}"/>
              </a:ext>
            </a:extLst>
          </p:cNvPr>
          <p:cNvGraphicFramePr>
            <a:graphicFrameLocks/>
          </p:cNvGraphicFramePr>
          <p:nvPr/>
        </p:nvGraphicFramePr>
        <p:xfrm>
          <a:off x="6692900" y="3995738"/>
          <a:ext cx="30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4196" imgH="312226" progId="Equation.3">
                  <p:embed/>
                </p:oleObj>
              </mc:Choice>
              <mc:Fallback>
                <p:oleObj name="Equation" r:id="rId20" imgW="274196" imgH="312226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2900" y="3995738"/>
                        <a:ext cx="304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406" name="Text Box 198">
            <a:extLst>
              <a:ext uri="{FF2B5EF4-FFF2-40B4-BE49-F238E27FC236}">
                <a16:creationId xmlns:a16="http://schemas.microsoft.com/office/drawing/2014/main" id="{5DE7CED4-86F9-A427-E89E-AB3D3B78B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268413"/>
            <a:ext cx="603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当磁感应强度与线圈平面垂直时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2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2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2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2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2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2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2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22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2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380" grpId="0" autoUpdateAnimBg="0"/>
      <p:bldP spid="222381" grpId="0" autoUpdateAnimBg="0"/>
      <p:bldP spid="222392" grpId="0" animBg="1" autoUpdateAnimBg="0"/>
      <p:bldP spid="222400" grpId="0" autoUpdateAnimBg="0"/>
      <p:bldP spid="222401" grpId="0" autoUpdateAnimBg="0"/>
      <p:bldP spid="222402" grpId="0" autoUpdateAnimBg="0"/>
      <p:bldP spid="222403" grpId="0" autoUpdateAnimBg="0"/>
      <p:bldP spid="222404" grpId="0" autoUpdateAnimBg="0"/>
      <p:bldP spid="22240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Text Box 2">
            <a:extLst>
              <a:ext uri="{FF2B5EF4-FFF2-40B4-BE49-F238E27FC236}">
                <a16:creationId xmlns:a16="http://schemas.microsoft.com/office/drawing/2014/main" id="{65D7CA2D-A475-52A5-AAC5-59486DC24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214313"/>
            <a:ext cx="75041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在均匀磁场中放置一半径为</a:t>
            </a:r>
            <a:r>
              <a:rPr lang="en-US" altLang="zh-CN" i="1">
                <a:solidFill>
                  <a:srgbClr val="66FFFF"/>
                </a:solidFill>
              </a:rPr>
              <a:t>R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的半圆形导线，电流强度为</a:t>
            </a:r>
            <a:r>
              <a:rPr lang="en-US" altLang="zh-CN" i="1">
                <a:solidFill>
                  <a:srgbClr val="66FFFF"/>
                </a:solidFill>
              </a:rPr>
              <a:t>I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，导线两端连线与磁感强度方向夹角</a:t>
            </a:r>
            <a:r>
              <a:rPr lang="zh-CN" altLang="en-US" i="1">
                <a:solidFill>
                  <a:srgbClr val="66FFFF"/>
                </a:solidFill>
                <a:sym typeface="Symbol" panose="05050102010706020507" pitchFamily="18" charset="2"/>
              </a:rPr>
              <a:t></a:t>
            </a:r>
            <a:r>
              <a:rPr lang="en-US" altLang="zh-CN" i="1">
                <a:solidFill>
                  <a:srgbClr val="66FFFF"/>
                </a:solidFill>
                <a:sym typeface="Symbol" panose="05050102010706020507" pitchFamily="18" charset="2"/>
              </a:rPr>
              <a:t>=</a:t>
            </a:r>
            <a:r>
              <a:rPr lang="en-US" altLang="zh-CN">
                <a:solidFill>
                  <a:srgbClr val="66FFFF"/>
                </a:solidFill>
                <a:sym typeface="Symbol" panose="05050102010706020507" pitchFamily="18" charset="2"/>
              </a:rPr>
              <a:t>30°</a:t>
            </a:r>
            <a:endParaRPr lang="en-US" altLang="zh-CN" sz="32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39B5EBF0-22E1-EE60-43AB-810FFF5F8383}"/>
              </a:ext>
            </a:extLst>
          </p:cNvPr>
          <p:cNvGrpSpPr>
            <a:grpSpLocks/>
          </p:cNvGrpSpPr>
          <p:nvPr/>
        </p:nvGrpSpPr>
        <p:grpSpPr bwMode="auto">
          <a:xfrm>
            <a:off x="5591175" y="3744913"/>
            <a:ext cx="3127375" cy="914400"/>
            <a:chOff x="3216" y="1872"/>
            <a:chExt cx="1970" cy="576"/>
          </a:xfrm>
        </p:grpSpPr>
        <p:grpSp>
          <p:nvGrpSpPr>
            <p:cNvPr id="23584" name="Group 4">
              <a:extLst>
                <a:ext uri="{FF2B5EF4-FFF2-40B4-BE49-F238E27FC236}">
                  <a16:creationId xmlns:a16="http://schemas.microsoft.com/office/drawing/2014/main" id="{8FCCAD1A-19CC-3002-8750-024E6D765E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1872"/>
              <a:ext cx="1750" cy="0"/>
              <a:chOff x="3504" y="1776"/>
              <a:chExt cx="1392" cy="0"/>
            </a:xfrm>
          </p:grpSpPr>
          <p:sp>
            <p:nvSpPr>
              <p:cNvPr id="23595" name="Line 5">
                <a:extLst>
                  <a:ext uri="{FF2B5EF4-FFF2-40B4-BE49-F238E27FC236}">
                    <a16:creationId xmlns:a16="http://schemas.microsoft.com/office/drawing/2014/main" id="{36FD9D70-28D7-85E5-D5B6-A9044A983F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776"/>
                <a:ext cx="1392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6" name="Line 6">
                <a:extLst>
                  <a:ext uri="{FF2B5EF4-FFF2-40B4-BE49-F238E27FC236}">
                    <a16:creationId xmlns:a16="http://schemas.microsoft.com/office/drawing/2014/main" id="{551BE32E-9E05-46BA-53D5-18E72E7414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77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585" name="Group 7">
              <a:extLst>
                <a:ext uri="{FF2B5EF4-FFF2-40B4-BE49-F238E27FC236}">
                  <a16:creationId xmlns:a16="http://schemas.microsoft.com/office/drawing/2014/main" id="{32025165-F4AC-AEA3-36DA-28AE050C0D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064"/>
              <a:ext cx="1750" cy="0"/>
              <a:chOff x="3504" y="1776"/>
              <a:chExt cx="1392" cy="0"/>
            </a:xfrm>
          </p:grpSpPr>
          <p:sp>
            <p:nvSpPr>
              <p:cNvPr id="23593" name="Line 8">
                <a:extLst>
                  <a:ext uri="{FF2B5EF4-FFF2-40B4-BE49-F238E27FC236}">
                    <a16:creationId xmlns:a16="http://schemas.microsoft.com/office/drawing/2014/main" id="{5B73CE87-8E06-DC7B-C520-3B0982D652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776"/>
                <a:ext cx="1392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4" name="Line 9">
                <a:extLst>
                  <a:ext uri="{FF2B5EF4-FFF2-40B4-BE49-F238E27FC236}">
                    <a16:creationId xmlns:a16="http://schemas.microsoft.com/office/drawing/2014/main" id="{F74A7A43-1DB3-1656-EC2D-04648C2845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77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586" name="Group 10">
              <a:extLst>
                <a:ext uri="{FF2B5EF4-FFF2-40B4-BE49-F238E27FC236}">
                  <a16:creationId xmlns:a16="http://schemas.microsoft.com/office/drawing/2014/main" id="{429EC1A5-E7BD-A420-4700-89BA4C0F54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256"/>
              <a:ext cx="1750" cy="0"/>
              <a:chOff x="3504" y="1776"/>
              <a:chExt cx="1392" cy="0"/>
            </a:xfrm>
          </p:grpSpPr>
          <p:sp>
            <p:nvSpPr>
              <p:cNvPr id="23591" name="Line 11">
                <a:extLst>
                  <a:ext uri="{FF2B5EF4-FFF2-40B4-BE49-F238E27FC236}">
                    <a16:creationId xmlns:a16="http://schemas.microsoft.com/office/drawing/2014/main" id="{07ED75DA-2EFE-84BC-D666-270C3B07F6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776"/>
                <a:ext cx="1392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2" name="Line 12">
                <a:extLst>
                  <a:ext uri="{FF2B5EF4-FFF2-40B4-BE49-F238E27FC236}">
                    <a16:creationId xmlns:a16="http://schemas.microsoft.com/office/drawing/2014/main" id="{29462210-C92B-96EF-A5FB-D1D759D960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77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587" name="Group 13">
              <a:extLst>
                <a:ext uri="{FF2B5EF4-FFF2-40B4-BE49-F238E27FC236}">
                  <a16:creationId xmlns:a16="http://schemas.microsoft.com/office/drawing/2014/main" id="{4C0A766F-2E38-D041-287C-65E63C3C38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448"/>
              <a:ext cx="1750" cy="0"/>
              <a:chOff x="3504" y="1776"/>
              <a:chExt cx="1392" cy="0"/>
            </a:xfrm>
          </p:grpSpPr>
          <p:sp>
            <p:nvSpPr>
              <p:cNvPr id="23589" name="Line 14">
                <a:extLst>
                  <a:ext uri="{FF2B5EF4-FFF2-40B4-BE49-F238E27FC236}">
                    <a16:creationId xmlns:a16="http://schemas.microsoft.com/office/drawing/2014/main" id="{C71FDECB-5C36-E75B-0177-746DF9163D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776"/>
                <a:ext cx="1392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0" name="Line 15">
                <a:extLst>
                  <a:ext uri="{FF2B5EF4-FFF2-40B4-BE49-F238E27FC236}">
                    <a16:creationId xmlns:a16="http://schemas.microsoft.com/office/drawing/2014/main" id="{12C804EB-8539-4441-0A6A-B0BFB5D183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77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3588" name="Object 14">
              <a:extLst>
                <a:ext uri="{FF2B5EF4-FFF2-40B4-BE49-F238E27FC236}">
                  <a16:creationId xmlns:a16="http://schemas.microsoft.com/office/drawing/2014/main" id="{B9E1AA77-E43D-F595-B04E-76E3DF16B0A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957" y="1911"/>
            <a:ext cx="229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37347" imgH="183046" progId="Equation.3">
                    <p:embed/>
                  </p:oleObj>
                </mc:Choice>
                <mc:Fallback>
                  <p:oleObj name="公式" r:id="rId2" imgW="137347" imgH="183046" progId="Equation.3">
                    <p:embed/>
                    <p:pic>
                      <p:nvPicPr>
                        <p:cNvPr id="0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7" y="1911"/>
                          <a:ext cx="229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1857" name="AutoShape 17">
            <a:extLst>
              <a:ext uri="{FF2B5EF4-FFF2-40B4-BE49-F238E27FC236}">
                <a16:creationId xmlns:a16="http://schemas.microsoft.com/office/drawing/2014/main" id="{FC5C1A13-64D1-3100-8421-7FC8229F7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0725" y="5000625"/>
            <a:ext cx="1230313" cy="469900"/>
          </a:xfrm>
          <a:prstGeom prst="wedgeRectCallout">
            <a:avLst>
              <a:gd name="adj1" fmla="val -96838"/>
              <a:gd name="adj2" fmla="val -210810"/>
            </a:avLst>
          </a:prstGeom>
          <a:solidFill>
            <a:schemeClr val="accent2"/>
          </a:solidFill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FFFF66"/>
                </a:solidFill>
                <a:sym typeface="Symbol" panose="05050102010706020507" pitchFamily="18" charset="2"/>
              </a:rPr>
              <a:t></a:t>
            </a:r>
            <a:r>
              <a:rPr lang="en-US" altLang="zh-CN">
                <a:solidFill>
                  <a:srgbClr val="FFFF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>
                <a:solidFill>
                  <a:srgbClr val="FFFF66"/>
                </a:solidFill>
                <a:sym typeface="Symbol" panose="05050102010706020507" pitchFamily="18" charset="2"/>
              </a:rPr>
              <a:t>30°</a:t>
            </a:r>
          </a:p>
        </p:txBody>
      </p:sp>
      <p:graphicFrame>
        <p:nvGraphicFramePr>
          <p:cNvPr id="291858" name="Object 2">
            <a:extLst>
              <a:ext uri="{FF2B5EF4-FFF2-40B4-BE49-F238E27FC236}">
                <a16:creationId xmlns:a16="http://schemas.microsoft.com/office/drawing/2014/main" id="{2A70F39D-63CC-6D05-FEE8-C7D98E5D7932}"/>
              </a:ext>
            </a:extLst>
          </p:cNvPr>
          <p:cNvGraphicFramePr>
            <a:graphicFrameLocks/>
          </p:cNvGraphicFramePr>
          <p:nvPr/>
        </p:nvGraphicFramePr>
        <p:xfrm>
          <a:off x="5270500" y="4498975"/>
          <a:ext cx="3095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6493" imgH="121698" progId="Equation.3">
                  <p:embed/>
                </p:oleObj>
              </mc:Choice>
              <mc:Fallback>
                <p:oleObj name="公式" r:id="rId4" imgW="106493" imgH="121698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0" y="4498975"/>
                        <a:ext cx="309563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9" name="Object 3">
            <a:extLst>
              <a:ext uri="{FF2B5EF4-FFF2-40B4-BE49-F238E27FC236}">
                <a16:creationId xmlns:a16="http://schemas.microsoft.com/office/drawing/2014/main" id="{44884599-4006-A79D-2AF6-ACC53551FFFB}"/>
              </a:ext>
            </a:extLst>
          </p:cNvPr>
          <p:cNvGraphicFramePr>
            <a:graphicFrameLocks/>
          </p:cNvGraphicFramePr>
          <p:nvPr/>
        </p:nvGraphicFramePr>
        <p:xfrm>
          <a:off x="7070725" y="3592513"/>
          <a:ext cx="27781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9029" imgH="144641" progId="Equation.3">
                  <p:embed/>
                </p:oleObj>
              </mc:Choice>
              <mc:Fallback>
                <p:oleObj name="公式" r:id="rId6" imgW="99029" imgH="144641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0725" y="3592513"/>
                        <a:ext cx="277813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60" name="Text Box 20">
            <a:extLst>
              <a:ext uri="{FF2B5EF4-FFF2-40B4-BE49-F238E27FC236}">
                <a16:creationId xmlns:a16="http://schemas.microsoft.com/office/drawing/2014/main" id="{D7EA2777-69E7-6844-16ED-E5FA50732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714500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在电流上任取电流元</a:t>
            </a:r>
          </a:p>
        </p:txBody>
      </p:sp>
      <p:graphicFrame>
        <p:nvGraphicFramePr>
          <p:cNvPr id="291861" name="Object 4">
            <a:extLst>
              <a:ext uri="{FF2B5EF4-FFF2-40B4-BE49-F238E27FC236}">
                <a16:creationId xmlns:a16="http://schemas.microsoft.com/office/drawing/2014/main" id="{C76A2E6A-C464-1A28-9861-FE829FB639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4750" y="1714500"/>
          <a:ext cx="6413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9267" imgH="198009" progId="Equation.3">
                  <p:embed/>
                </p:oleObj>
              </mc:Choice>
              <mc:Fallback>
                <p:oleObj name="公式" r:id="rId8" imgW="259267" imgH="19800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1714500"/>
                        <a:ext cx="6413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2" name="Object 5">
            <a:extLst>
              <a:ext uri="{FF2B5EF4-FFF2-40B4-BE49-F238E27FC236}">
                <a16:creationId xmlns:a16="http://schemas.microsoft.com/office/drawing/2014/main" id="{D69E484E-20EC-B5BC-2084-9D900DA1FE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2286000"/>
          <a:ext cx="2065337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30549" imgH="464848" progId="Equation.3">
                  <p:embed/>
                </p:oleObj>
              </mc:Choice>
              <mc:Fallback>
                <p:oleObj name="公式" r:id="rId10" imgW="830549" imgH="46484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286000"/>
                        <a:ext cx="2065337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3" name="Object 6">
            <a:extLst>
              <a:ext uri="{FF2B5EF4-FFF2-40B4-BE49-F238E27FC236}">
                <a16:creationId xmlns:a16="http://schemas.microsoft.com/office/drawing/2014/main" id="{A5A4B0CE-0C23-52B0-7588-5DE2F9F2F8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5588" y="2278063"/>
          <a:ext cx="2076450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30549" imgH="502754" progId="Equation.3">
                  <p:embed/>
                </p:oleObj>
              </mc:Choice>
              <mc:Fallback>
                <p:oleObj name="公式" r:id="rId12" imgW="830549" imgH="50275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2278063"/>
                        <a:ext cx="2076450" cy="1281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4" name="Object 7">
            <a:extLst>
              <a:ext uri="{FF2B5EF4-FFF2-40B4-BE49-F238E27FC236}">
                <a16:creationId xmlns:a16="http://schemas.microsoft.com/office/drawing/2014/main" id="{6BBFDBC2-B2A9-B6C2-4D8D-663BFEAE63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5063" y="3756025"/>
          <a:ext cx="14986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94173" imgH="198009" progId="Equation.3">
                  <p:embed/>
                </p:oleObj>
              </mc:Choice>
              <mc:Fallback>
                <p:oleObj name="公式" r:id="rId14" imgW="594173" imgH="19800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063" y="3756025"/>
                        <a:ext cx="14986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5" name="Object 8">
            <a:extLst>
              <a:ext uri="{FF2B5EF4-FFF2-40B4-BE49-F238E27FC236}">
                <a16:creationId xmlns:a16="http://schemas.microsoft.com/office/drawing/2014/main" id="{CD411426-C527-247E-6A22-D9FE6EE4CD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0" y="4357688"/>
          <a:ext cx="252571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21142" imgH="297263" progId="Equation.3">
                  <p:embed/>
                </p:oleObj>
              </mc:Choice>
              <mc:Fallback>
                <p:oleObj name="公式" r:id="rId16" imgW="1021142" imgH="29726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4357688"/>
                        <a:ext cx="2525713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6" name="Object 9">
            <a:extLst>
              <a:ext uri="{FF2B5EF4-FFF2-40B4-BE49-F238E27FC236}">
                <a16:creationId xmlns:a16="http://schemas.microsoft.com/office/drawing/2014/main" id="{36524DA8-F871-46C1-BA35-862FC5EF4F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4075" y="4510088"/>
          <a:ext cx="98583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73224" imgH="137160" progId="Equation.3">
                  <p:embed/>
                </p:oleObj>
              </mc:Choice>
              <mc:Fallback>
                <p:oleObj name="公式" r:id="rId18" imgW="373224" imgH="1371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075" y="4510088"/>
                        <a:ext cx="98583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7">
            <a:extLst>
              <a:ext uri="{FF2B5EF4-FFF2-40B4-BE49-F238E27FC236}">
                <a16:creationId xmlns:a16="http://schemas.microsoft.com/office/drawing/2014/main" id="{7E9C9A91-0878-12B3-5F67-BBFEAFC833FB}"/>
              </a:ext>
            </a:extLst>
          </p:cNvPr>
          <p:cNvGrpSpPr>
            <a:grpSpLocks/>
          </p:cNvGrpSpPr>
          <p:nvPr/>
        </p:nvGrpSpPr>
        <p:grpSpPr bwMode="auto">
          <a:xfrm>
            <a:off x="909638" y="5353050"/>
            <a:ext cx="1516062" cy="558800"/>
            <a:chOff x="864" y="2396"/>
            <a:chExt cx="955" cy="352"/>
          </a:xfrm>
        </p:grpSpPr>
        <p:sp>
          <p:nvSpPr>
            <p:cNvPr id="23582" name="Text Box 28">
              <a:extLst>
                <a:ext uri="{FF2B5EF4-FFF2-40B4-BE49-F238E27FC236}">
                  <a16:creationId xmlns:a16="http://schemas.microsoft.com/office/drawing/2014/main" id="{ABA2341B-F4E0-0D25-D749-7D6547279B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400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方向</a:t>
              </a:r>
              <a:endParaRPr lang="zh-CN" altLang="en-US" sz="3200">
                <a:solidFill>
                  <a:schemeClr val="bg1"/>
                </a:solidFill>
              </a:endParaRPr>
            </a:p>
          </p:txBody>
        </p:sp>
        <p:graphicFrame>
          <p:nvGraphicFramePr>
            <p:cNvPr id="23583" name="Object 13">
              <a:extLst>
                <a:ext uri="{FF2B5EF4-FFF2-40B4-BE49-F238E27FC236}">
                  <a16:creationId xmlns:a16="http://schemas.microsoft.com/office/drawing/2014/main" id="{C299F83B-8C0B-670E-856D-F9801C1124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3" y="2396"/>
            <a:ext cx="476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12513" imgH="220952" progId="Equation.3">
                    <p:embed/>
                  </p:oleObj>
                </mc:Choice>
                <mc:Fallback>
                  <p:oleObj name="公式" r:id="rId20" imgW="312513" imgH="220952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3" y="2396"/>
                          <a:ext cx="476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30">
            <a:extLst>
              <a:ext uri="{FF2B5EF4-FFF2-40B4-BE49-F238E27FC236}">
                <a16:creationId xmlns:a16="http://schemas.microsoft.com/office/drawing/2014/main" id="{109827C0-4EDB-4BC2-7FF0-5F2E1B325E35}"/>
              </a:ext>
            </a:extLst>
          </p:cNvPr>
          <p:cNvGrpSpPr>
            <a:grpSpLocks/>
          </p:cNvGrpSpPr>
          <p:nvPr/>
        </p:nvGrpSpPr>
        <p:grpSpPr bwMode="auto">
          <a:xfrm>
            <a:off x="5272088" y="3592513"/>
            <a:ext cx="1614487" cy="1236662"/>
            <a:chOff x="3015" y="1776"/>
            <a:chExt cx="1017" cy="779"/>
          </a:xfrm>
        </p:grpSpPr>
        <p:sp>
          <p:nvSpPr>
            <p:cNvPr id="23578" name="Line 31">
              <a:extLst>
                <a:ext uri="{FF2B5EF4-FFF2-40B4-BE49-F238E27FC236}">
                  <a16:creationId xmlns:a16="http://schemas.microsoft.com/office/drawing/2014/main" id="{63F0BE93-5EB7-A4E4-B027-4285231C75A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395828" flipH="1">
              <a:off x="3415" y="1883"/>
              <a:ext cx="528" cy="672"/>
            </a:xfrm>
            <a:prstGeom prst="line">
              <a:avLst/>
            </a:prstGeom>
            <a:noFill/>
            <a:ln w="12700" cap="rnd">
              <a:solidFill>
                <a:srgbClr val="00FF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79" name="Object 12">
              <a:extLst>
                <a:ext uri="{FF2B5EF4-FFF2-40B4-BE49-F238E27FC236}">
                  <a16:creationId xmlns:a16="http://schemas.microsoft.com/office/drawing/2014/main" id="{79BE0001-1449-BE54-74AC-B8F9928A74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15" y="2016"/>
            <a:ext cx="194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06493" imgH="137160" progId="Equation.3">
                    <p:embed/>
                  </p:oleObj>
                </mc:Choice>
                <mc:Fallback>
                  <p:oleObj name="公式" r:id="rId22" imgW="106493" imgH="13716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5" y="2016"/>
                          <a:ext cx="194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80" name="Arc 33">
              <a:extLst>
                <a:ext uri="{FF2B5EF4-FFF2-40B4-BE49-F238E27FC236}">
                  <a16:creationId xmlns:a16="http://schemas.microsoft.com/office/drawing/2014/main" id="{10A11536-329F-A6CE-3161-27C900BA35F1}"/>
                </a:ext>
              </a:extLst>
            </p:cNvPr>
            <p:cNvSpPr>
              <a:spLocks/>
            </p:cNvSpPr>
            <p:nvPr/>
          </p:nvSpPr>
          <p:spPr bwMode="auto">
            <a:xfrm rot="6374201" flipH="1" flipV="1">
              <a:off x="3288" y="1752"/>
              <a:ext cx="720" cy="768"/>
            </a:xfrm>
            <a:custGeom>
              <a:avLst/>
              <a:gdLst>
                <a:gd name="T0" fmla="*/ 0 w 35979"/>
                <a:gd name="T1" fmla="*/ 0 h 37519"/>
                <a:gd name="T2" fmla="*/ 0 w 35979"/>
                <a:gd name="T3" fmla="*/ 0 h 37519"/>
                <a:gd name="T4" fmla="*/ 0 w 35979"/>
                <a:gd name="T5" fmla="*/ 0 h 37519"/>
                <a:gd name="T6" fmla="*/ 0 60000 65536"/>
                <a:gd name="T7" fmla="*/ 0 60000 65536"/>
                <a:gd name="T8" fmla="*/ 0 60000 65536"/>
                <a:gd name="T9" fmla="*/ 0 w 35979"/>
                <a:gd name="T10" fmla="*/ 0 h 37519"/>
                <a:gd name="T11" fmla="*/ 35979 w 35979"/>
                <a:gd name="T12" fmla="*/ 37519 h 375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979" h="37519" fill="none" extrusionOk="0">
                  <a:moveTo>
                    <a:pt x="-1" y="5481"/>
                  </a:moveTo>
                  <a:cubicBezTo>
                    <a:pt x="3957" y="1951"/>
                    <a:pt x="9075" y="-1"/>
                    <a:pt x="14379" y="0"/>
                  </a:cubicBezTo>
                  <a:cubicBezTo>
                    <a:pt x="26308" y="0"/>
                    <a:pt x="35979" y="9670"/>
                    <a:pt x="35979" y="21600"/>
                  </a:cubicBezTo>
                  <a:cubicBezTo>
                    <a:pt x="35979" y="27652"/>
                    <a:pt x="33439" y="33428"/>
                    <a:pt x="28978" y="37519"/>
                  </a:cubicBezTo>
                </a:path>
                <a:path w="35979" h="37519" stroke="0" extrusionOk="0">
                  <a:moveTo>
                    <a:pt x="-1" y="5481"/>
                  </a:moveTo>
                  <a:cubicBezTo>
                    <a:pt x="3957" y="1951"/>
                    <a:pt x="9075" y="-1"/>
                    <a:pt x="14379" y="0"/>
                  </a:cubicBezTo>
                  <a:cubicBezTo>
                    <a:pt x="26308" y="0"/>
                    <a:pt x="35979" y="9670"/>
                    <a:pt x="35979" y="21600"/>
                  </a:cubicBezTo>
                  <a:cubicBezTo>
                    <a:pt x="35979" y="27652"/>
                    <a:pt x="33439" y="33428"/>
                    <a:pt x="28978" y="37519"/>
                  </a:cubicBezTo>
                  <a:lnTo>
                    <a:pt x="14379" y="21600"/>
                  </a:lnTo>
                  <a:lnTo>
                    <a:pt x="-1" y="5481"/>
                  </a:lnTo>
                  <a:close/>
                </a:path>
              </a:pathLst>
            </a:custGeom>
            <a:noFill/>
            <a:ln w="952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1" name="Line 34">
              <a:extLst>
                <a:ext uri="{FF2B5EF4-FFF2-40B4-BE49-F238E27FC236}">
                  <a16:creationId xmlns:a16="http://schemas.microsoft.com/office/drawing/2014/main" id="{5C448537-D4D9-C351-65DD-ACF7101B8E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1920"/>
              <a:ext cx="96" cy="192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35">
            <a:extLst>
              <a:ext uri="{FF2B5EF4-FFF2-40B4-BE49-F238E27FC236}">
                <a16:creationId xmlns:a16="http://schemas.microsoft.com/office/drawing/2014/main" id="{0B9701C3-D410-F00B-C6FD-CFA7EBBEABA7}"/>
              </a:ext>
            </a:extLst>
          </p:cNvPr>
          <p:cNvGrpSpPr>
            <a:grpSpLocks/>
          </p:cNvGrpSpPr>
          <p:nvPr/>
        </p:nvGrpSpPr>
        <p:grpSpPr bwMode="auto">
          <a:xfrm>
            <a:off x="5368925" y="3105150"/>
            <a:ext cx="755650" cy="639763"/>
            <a:chOff x="3458" y="2638"/>
            <a:chExt cx="476" cy="403"/>
          </a:xfrm>
        </p:grpSpPr>
        <p:graphicFrame>
          <p:nvGraphicFramePr>
            <p:cNvPr id="23576" name="Object 11">
              <a:extLst>
                <a:ext uri="{FF2B5EF4-FFF2-40B4-BE49-F238E27FC236}">
                  <a16:creationId xmlns:a16="http://schemas.microsoft.com/office/drawing/2014/main" id="{3B52B600-15D4-F7BE-9731-3557423559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8" y="2638"/>
            <a:ext cx="40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259267" imgH="198009" progId="Equation.3">
                    <p:embed/>
                  </p:oleObj>
                </mc:Choice>
                <mc:Fallback>
                  <p:oleObj name="公式" r:id="rId24" imgW="259267" imgH="198009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8" y="2638"/>
                          <a:ext cx="40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66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7" name="Line 37">
              <a:extLst>
                <a:ext uri="{FF2B5EF4-FFF2-40B4-BE49-F238E27FC236}">
                  <a16:creationId xmlns:a16="http://schemas.microsoft.com/office/drawing/2014/main" id="{F32C0A61-4E14-822E-D62B-B65F14C5DE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0" y="2945"/>
              <a:ext cx="144" cy="96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91878" name="Object 10">
            <a:extLst>
              <a:ext uri="{FF2B5EF4-FFF2-40B4-BE49-F238E27FC236}">
                <a16:creationId xmlns:a16="http://schemas.microsoft.com/office/drawing/2014/main" id="{9F2911C7-7831-C2B5-EBED-DF7CD5D6E8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2163" y="3022600"/>
          <a:ext cx="131603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563818" imgH="198009" progId="Equation.3">
                  <p:embed/>
                </p:oleObj>
              </mc:Choice>
              <mc:Fallback>
                <p:oleObj name="公式" r:id="rId26" imgW="563818" imgH="19800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2163" y="3022600"/>
                        <a:ext cx="131603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79" name="Line 39">
            <a:extLst>
              <a:ext uri="{FF2B5EF4-FFF2-40B4-BE49-F238E27FC236}">
                <a16:creationId xmlns:a16="http://schemas.microsoft.com/office/drawing/2014/main" id="{C664D2D4-F6CA-8294-0D9F-B280ACC3C5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43575" y="3973513"/>
            <a:ext cx="1219200" cy="68580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80" name="Rectangle 40">
            <a:extLst>
              <a:ext uri="{FF2B5EF4-FFF2-40B4-BE49-F238E27FC236}">
                <a16:creationId xmlns:a16="http://schemas.microsoft.com/office/drawing/2014/main" id="{D54AFBF8-9444-0FB5-7C60-41C3D5243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1143000"/>
            <a:ext cx="51022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此段圆弧电流受的磁力。</a:t>
            </a:r>
          </a:p>
        </p:txBody>
      </p:sp>
      <p:sp>
        <p:nvSpPr>
          <p:cNvPr id="291881" name="Rectangle 41">
            <a:extLst>
              <a:ext uri="{FF2B5EF4-FFF2-40B4-BE49-F238E27FC236}">
                <a16:creationId xmlns:a16="http://schemas.microsoft.com/office/drawing/2014/main" id="{6F83BAF8-EB82-E50E-65B3-6FF0745DC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3" y="28098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291882" name="Rectangle 42">
            <a:extLst>
              <a:ext uri="{FF2B5EF4-FFF2-40B4-BE49-F238E27FC236}">
                <a16:creationId xmlns:a16="http://schemas.microsoft.com/office/drawing/2014/main" id="{F08F5E60-3A4D-5849-683F-8A8C727D1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11430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求</a:t>
            </a:r>
          </a:p>
        </p:txBody>
      </p:sp>
      <p:sp>
        <p:nvSpPr>
          <p:cNvPr id="291883" name="Rectangle 43">
            <a:extLst>
              <a:ext uri="{FF2B5EF4-FFF2-40B4-BE49-F238E27FC236}">
                <a16:creationId xmlns:a16="http://schemas.microsoft.com/office/drawing/2014/main" id="{1416C0C6-94D0-A0E7-D9A2-9F43D5946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7272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44" name="Text Box 19">
            <a:extLst>
              <a:ext uri="{FF2B5EF4-FFF2-40B4-BE49-F238E27FC236}">
                <a16:creationId xmlns:a16="http://schemas.microsoft.com/office/drawing/2014/main" id="{79667A29-545A-42D3-D49C-17A4805E2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5929313"/>
            <a:ext cx="63579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00FFFF"/>
                </a:solidFill>
                <a:latin typeface="Bookman Old Style" panose="02050604050505020204" pitchFamily="18" charset="0"/>
              </a:rPr>
              <a:t>    </a:t>
            </a:r>
            <a:r>
              <a:rPr lang="zh-CN" altLang="en-US">
                <a:solidFill>
                  <a:srgbClr val="00FFFF"/>
                </a:solidFill>
                <a:latin typeface="Bookman Old Style" panose="02050604050505020204" pitchFamily="18" charset="0"/>
              </a:rPr>
              <a:t>均匀磁场中曲线电流受的安培力，等于从起点到终点的直线电流所受的安培力。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1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1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9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9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9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1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9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9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9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75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2" grpId="0" autoUpdateAnimBg="0"/>
      <p:bldP spid="291857" grpId="0" animBg="1" autoUpdateAnimBg="0"/>
      <p:bldP spid="291860" grpId="0" autoUpdateAnimBg="0"/>
      <p:bldP spid="291880" grpId="0"/>
      <p:bldP spid="291881" grpId="0" autoUpdateAnimBg="0"/>
      <p:bldP spid="291882" grpId="0" autoUpdateAnimBg="0"/>
      <p:bldP spid="291883" grpId="0" autoUpdateAnimBg="0"/>
      <p:bldP spid="44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8697</TotalTime>
  <Words>1029</Words>
  <Application>Microsoft Office PowerPoint</Application>
  <PresentationFormat>全屏显示(4:3)</PresentationFormat>
  <Paragraphs>174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黑体</vt:lpstr>
      <vt:lpstr>楷体_GB2312</vt:lpstr>
      <vt:lpstr>宋体</vt:lpstr>
      <vt:lpstr>Bookman Old Style</vt:lpstr>
      <vt:lpstr>Symbol</vt:lpstr>
      <vt:lpstr>Times New Roman</vt:lpstr>
      <vt:lpstr>默认设计模板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Polarization of Light</dc:title>
  <dc:creator>zsm</dc:creator>
  <cp:lastModifiedBy>davidly .</cp:lastModifiedBy>
  <cp:revision>581</cp:revision>
  <dcterms:created xsi:type="dcterms:W3CDTF">1998-11-21T01:35:42Z</dcterms:created>
  <dcterms:modified xsi:type="dcterms:W3CDTF">2025-05-15T13:43:16Z</dcterms:modified>
</cp:coreProperties>
</file>