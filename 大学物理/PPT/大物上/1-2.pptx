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sldIdLst>
    <p:sldId id="353" r:id="rId2"/>
    <p:sldId id="441" r:id="rId3"/>
    <p:sldId id="371" r:id="rId4"/>
    <p:sldId id="440" r:id="rId5"/>
    <p:sldId id="402" r:id="rId6"/>
    <p:sldId id="403" r:id="rId7"/>
    <p:sldId id="405" r:id="rId8"/>
    <p:sldId id="315" r:id="rId9"/>
    <p:sldId id="417" r:id="rId10"/>
    <p:sldId id="418" r:id="rId11"/>
    <p:sldId id="419" r:id="rId12"/>
    <p:sldId id="420" r:id="rId13"/>
    <p:sldId id="422" r:id="rId14"/>
    <p:sldId id="423" r:id="rId15"/>
    <p:sldId id="424" r:id="rId16"/>
    <p:sldId id="425" r:id="rId17"/>
    <p:sldId id="426" r:id="rId18"/>
    <p:sldId id="381" r:id="rId19"/>
    <p:sldId id="382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00"/>
    <a:srgbClr val="CC66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22" y="67"/>
      </p:cViewPr>
      <p:guideLst>
        <p:guide orient="horz" pos="2024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0BB26A7-78ED-D2A1-6A5C-60CDB01E25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9906C9-1E86-ABA6-45A9-717AE95DB0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35D4590-4DFD-437C-95C1-44337AF15926}" type="datetimeFigureOut">
              <a:rPr lang="zh-CN" altLang="en-US"/>
              <a:pPr>
                <a:defRPr/>
              </a:pPr>
              <a:t>2025/2/25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BB3FC5B-95EF-D7ED-0D67-4D4055F54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1416A78-6181-B6ED-D3B1-1FCBF4A7C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30A3E5-0827-EA8D-EC83-8B86C8514B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1196D3-EB35-9574-26EF-5F9B3A34B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73448E3-01E7-42F9-A28A-6D7B0CA264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0426C62F-3A97-860B-E657-32B255DA62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DCF77F90-1370-2AFB-91DD-1E18CD88F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8CB6B5A2-8467-34B1-123A-871EF8FD2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77D79A-1F00-4553-8D27-696F3E314550}" type="slidenum">
              <a:rPr lang="zh-CN" altLang="en-US" sz="1200" smtClean="0"/>
              <a:pPr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7402742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30694932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69345126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31845929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369033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8060568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5911578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0854453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3073614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75610662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06862543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>
            <a:extLst>
              <a:ext uri="{FF2B5EF4-FFF2-40B4-BE49-F238E27FC236}">
                <a16:creationId xmlns:a16="http://schemas.microsoft.com/office/drawing/2014/main" id="{C60235A7-D112-6B51-2740-4DC0F114C0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588" y="0"/>
            <a:ext cx="9237663" cy="6873875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604E40-D6CA-69E7-3778-0628E0070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58D8D7C-85C7-62CF-0182-ADD5C9ECA70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E061E13-2247-1C7E-7E71-BE549EF39BC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DA10C4F-BF08-C1E1-BEE2-6DE8E6C2306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0" r:id="rId2"/>
    <p:sldLayoutId id="2147484301" r:id="rId3"/>
    <p:sldLayoutId id="2147484302" r:id="rId4"/>
    <p:sldLayoutId id="2147484303" r:id="rId5"/>
    <p:sldLayoutId id="2147484304" r:id="rId6"/>
    <p:sldLayoutId id="2147484305" r:id="rId7"/>
    <p:sldLayoutId id="2147484306" r:id="rId8"/>
    <p:sldLayoutId id="2147484307" r:id="rId9"/>
    <p:sldLayoutId id="2147484308" r:id="rId10"/>
    <p:sldLayoutId id="2147484309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emf"/><Relationship Id="rId18" Type="http://schemas.openxmlformats.org/officeDocument/2006/relationships/oleObject" Target="../embeddings/oleObject16.bin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7.e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8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emf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4.emf"/><Relationship Id="rId18" Type="http://schemas.openxmlformats.org/officeDocument/2006/relationships/oleObject" Target="../embeddings/oleObject25.bin"/><Relationship Id="rId26" Type="http://schemas.openxmlformats.org/officeDocument/2006/relationships/oleObject" Target="../embeddings/oleObject29.bin"/><Relationship Id="rId39" Type="http://schemas.openxmlformats.org/officeDocument/2006/relationships/image" Target="../media/image37.emf"/><Relationship Id="rId3" Type="http://schemas.openxmlformats.org/officeDocument/2006/relationships/image" Target="../media/image19.emf"/><Relationship Id="rId21" Type="http://schemas.openxmlformats.org/officeDocument/2006/relationships/image" Target="../media/image28.emf"/><Relationship Id="rId34" Type="http://schemas.openxmlformats.org/officeDocument/2006/relationships/oleObject" Target="../embeddings/oleObject33.bin"/><Relationship Id="rId42" Type="http://schemas.openxmlformats.org/officeDocument/2006/relationships/oleObject" Target="../embeddings/oleObject37.bin"/><Relationship Id="rId47" Type="http://schemas.openxmlformats.org/officeDocument/2006/relationships/image" Target="../media/image41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6.emf"/><Relationship Id="rId25" Type="http://schemas.openxmlformats.org/officeDocument/2006/relationships/image" Target="../media/image30.emf"/><Relationship Id="rId33" Type="http://schemas.openxmlformats.org/officeDocument/2006/relationships/image" Target="../media/image34.emf"/><Relationship Id="rId38" Type="http://schemas.openxmlformats.org/officeDocument/2006/relationships/oleObject" Target="../embeddings/oleObject35.bin"/><Relationship Id="rId46" Type="http://schemas.openxmlformats.org/officeDocument/2006/relationships/oleObject" Target="../embeddings/oleObject39.bin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29" Type="http://schemas.openxmlformats.org/officeDocument/2006/relationships/image" Target="../media/image32.emf"/><Relationship Id="rId41" Type="http://schemas.openxmlformats.org/officeDocument/2006/relationships/image" Target="../media/image38.e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3.emf"/><Relationship Id="rId24" Type="http://schemas.openxmlformats.org/officeDocument/2006/relationships/oleObject" Target="../embeddings/oleObject28.bin"/><Relationship Id="rId32" Type="http://schemas.openxmlformats.org/officeDocument/2006/relationships/oleObject" Target="../embeddings/oleObject32.bin"/><Relationship Id="rId37" Type="http://schemas.openxmlformats.org/officeDocument/2006/relationships/image" Target="../media/image36.emf"/><Relationship Id="rId40" Type="http://schemas.openxmlformats.org/officeDocument/2006/relationships/oleObject" Target="../embeddings/oleObject36.bin"/><Relationship Id="rId45" Type="http://schemas.openxmlformats.org/officeDocument/2006/relationships/image" Target="../media/image40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23" Type="http://schemas.openxmlformats.org/officeDocument/2006/relationships/image" Target="../media/image29.emf"/><Relationship Id="rId28" Type="http://schemas.openxmlformats.org/officeDocument/2006/relationships/oleObject" Target="../embeddings/oleObject30.bin"/><Relationship Id="rId36" Type="http://schemas.openxmlformats.org/officeDocument/2006/relationships/oleObject" Target="../embeddings/oleObject34.bin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7.emf"/><Relationship Id="rId31" Type="http://schemas.openxmlformats.org/officeDocument/2006/relationships/image" Target="../media/image33.emf"/><Relationship Id="rId44" Type="http://schemas.openxmlformats.org/officeDocument/2006/relationships/oleObject" Target="../embeddings/oleObject38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7.bin"/><Relationship Id="rId27" Type="http://schemas.openxmlformats.org/officeDocument/2006/relationships/image" Target="../media/image31.emf"/><Relationship Id="rId30" Type="http://schemas.openxmlformats.org/officeDocument/2006/relationships/oleObject" Target="../embeddings/oleObject31.bin"/><Relationship Id="rId35" Type="http://schemas.openxmlformats.org/officeDocument/2006/relationships/image" Target="../media/image35.emf"/><Relationship Id="rId43" Type="http://schemas.openxmlformats.org/officeDocument/2006/relationships/image" Target="../media/image3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7.e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2.bin"/><Relationship Id="rId3" Type="http://schemas.openxmlformats.org/officeDocument/2006/relationships/image" Target="../media/image42.emf"/><Relationship Id="rId21" Type="http://schemas.openxmlformats.org/officeDocument/2006/relationships/image" Target="../media/image51.emf"/><Relationship Id="rId7" Type="http://schemas.openxmlformats.org/officeDocument/2006/relationships/image" Target="../media/image44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9.emf"/><Relationship Id="rId25" Type="http://schemas.openxmlformats.org/officeDocument/2006/relationships/image" Target="../media/image53.e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29" Type="http://schemas.openxmlformats.org/officeDocument/2006/relationships/image" Target="../media/image55.e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6.emf"/><Relationship Id="rId24" Type="http://schemas.openxmlformats.org/officeDocument/2006/relationships/oleObject" Target="../embeddings/oleObject51.bin"/><Relationship Id="rId5" Type="http://schemas.openxmlformats.org/officeDocument/2006/relationships/image" Target="../media/image43.emf"/><Relationship Id="rId15" Type="http://schemas.openxmlformats.org/officeDocument/2006/relationships/image" Target="../media/image48.emf"/><Relationship Id="rId23" Type="http://schemas.openxmlformats.org/officeDocument/2006/relationships/image" Target="../media/image52.emf"/><Relationship Id="rId28" Type="http://schemas.openxmlformats.org/officeDocument/2006/relationships/oleObject" Target="../embeddings/oleObject53.bin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50.emf"/><Relationship Id="rId31" Type="http://schemas.openxmlformats.org/officeDocument/2006/relationships/image" Target="../media/image56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5.e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54.emf"/><Relationship Id="rId30" Type="http://schemas.openxmlformats.org/officeDocument/2006/relationships/oleObject" Target="../embeddings/oleObject5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2.emf"/><Relationship Id="rId18" Type="http://schemas.openxmlformats.org/officeDocument/2006/relationships/oleObject" Target="../embeddings/oleObject63.bin"/><Relationship Id="rId26" Type="http://schemas.openxmlformats.org/officeDocument/2006/relationships/oleObject" Target="../embeddings/oleObject67.bin"/><Relationship Id="rId3" Type="http://schemas.openxmlformats.org/officeDocument/2006/relationships/image" Target="../media/image57.emf"/><Relationship Id="rId21" Type="http://schemas.openxmlformats.org/officeDocument/2006/relationships/image" Target="../media/image66.emf"/><Relationship Id="rId7" Type="http://schemas.openxmlformats.org/officeDocument/2006/relationships/image" Target="../media/image59.e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64.emf"/><Relationship Id="rId25" Type="http://schemas.openxmlformats.org/officeDocument/2006/relationships/image" Target="../media/image68.emf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1.emf"/><Relationship Id="rId24" Type="http://schemas.openxmlformats.org/officeDocument/2006/relationships/oleObject" Target="../embeddings/oleObject66.bin"/><Relationship Id="rId5" Type="http://schemas.openxmlformats.org/officeDocument/2006/relationships/image" Target="../media/image58.emf"/><Relationship Id="rId15" Type="http://schemas.openxmlformats.org/officeDocument/2006/relationships/image" Target="../media/image63.emf"/><Relationship Id="rId23" Type="http://schemas.openxmlformats.org/officeDocument/2006/relationships/image" Target="../media/image67.e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65.e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0.e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Relationship Id="rId27" Type="http://schemas.openxmlformats.org/officeDocument/2006/relationships/image" Target="../media/image6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5.emf"/><Relationship Id="rId18" Type="http://schemas.openxmlformats.org/officeDocument/2006/relationships/oleObject" Target="../embeddings/oleObject76.bin"/><Relationship Id="rId26" Type="http://schemas.openxmlformats.org/officeDocument/2006/relationships/oleObject" Target="../embeddings/oleObject80.bin"/><Relationship Id="rId3" Type="http://schemas.openxmlformats.org/officeDocument/2006/relationships/image" Target="../media/image70.emf"/><Relationship Id="rId21" Type="http://schemas.openxmlformats.org/officeDocument/2006/relationships/image" Target="../media/image79.emf"/><Relationship Id="rId7" Type="http://schemas.openxmlformats.org/officeDocument/2006/relationships/image" Target="../media/image72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7.emf"/><Relationship Id="rId25" Type="http://schemas.openxmlformats.org/officeDocument/2006/relationships/image" Target="../media/image81.e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29" Type="http://schemas.openxmlformats.org/officeDocument/2006/relationships/image" Target="../media/image83.e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4.emf"/><Relationship Id="rId24" Type="http://schemas.openxmlformats.org/officeDocument/2006/relationships/oleObject" Target="../embeddings/oleObject79.bin"/><Relationship Id="rId5" Type="http://schemas.openxmlformats.org/officeDocument/2006/relationships/image" Target="../media/image71.emf"/><Relationship Id="rId15" Type="http://schemas.openxmlformats.org/officeDocument/2006/relationships/image" Target="../media/image76.emf"/><Relationship Id="rId23" Type="http://schemas.openxmlformats.org/officeDocument/2006/relationships/image" Target="../media/image80.emf"/><Relationship Id="rId28" Type="http://schemas.openxmlformats.org/officeDocument/2006/relationships/oleObject" Target="../embeddings/oleObject81.bin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78.e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3.e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8.bin"/><Relationship Id="rId27" Type="http://schemas.openxmlformats.org/officeDocument/2006/relationships/image" Target="../media/image8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6.emf"/><Relationship Id="rId12" Type="http://schemas.openxmlformats.org/officeDocument/2006/relationships/oleObject" Target="../embeddings/oleObject87.bin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8.emf"/><Relationship Id="rId5" Type="http://schemas.openxmlformats.org/officeDocument/2006/relationships/image" Target="../media/image85.emf"/><Relationship Id="rId15" Type="http://schemas.openxmlformats.org/officeDocument/2006/relationships/image" Target="../media/image90.e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7.emf"/><Relationship Id="rId14" Type="http://schemas.openxmlformats.org/officeDocument/2006/relationships/oleObject" Target="../embeddings/oleObject8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6.emf"/><Relationship Id="rId3" Type="http://schemas.openxmlformats.org/officeDocument/2006/relationships/image" Target="../media/image91.emf"/><Relationship Id="rId7" Type="http://schemas.openxmlformats.org/officeDocument/2006/relationships/image" Target="../media/image93.emf"/><Relationship Id="rId12" Type="http://schemas.openxmlformats.org/officeDocument/2006/relationships/oleObject" Target="../embeddings/oleObject94.bin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5.emf"/><Relationship Id="rId5" Type="http://schemas.openxmlformats.org/officeDocument/2006/relationships/image" Target="../media/image92.e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5.emf"/><Relationship Id="rId26" Type="http://schemas.openxmlformats.org/officeDocument/2006/relationships/image" Target="../media/image109.e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2.e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2" Type="http://schemas.openxmlformats.org/officeDocument/2006/relationships/image" Target="../media/image97.jpeg"/><Relationship Id="rId16" Type="http://schemas.openxmlformats.org/officeDocument/2006/relationships/image" Target="../media/image104.emf"/><Relationship Id="rId20" Type="http://schemas.openxmlformats.org/officeDocument/2006/relationships/image" Target="../media/image106.emf"/><Relationship Id="rId29" Type="http://schemas.openxmlformats.org/officeDocument/2006/relationships/oleObject" Target="../embeddings/oleObject108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9.e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108.emf"/><Relationship Id="rId32" Type="http://schemas.openxmlformats.org/officeDocument/2006/relationships/image" Target="../media/image112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28" Type="http://schemas.openxmlformats.org/officeDocument/2006/relationships/image" Target="../media/image110.emf"/><Relationship Id="rId10" Type="http://schemas.openxmlformats.org/officeDocument/2006/relationships/image" Target="../media/image101.emf"/><Relationship Id="rId19" Type="http://schemas.openxmlformats.org/officeDocument/2006/relationships/oleObject" Target="../embeddings/oleObject103.bin"/><Relationship Id="rId31" Type="http://schemas.openxmlformats.org/officeDocument/2006/relationships/oleObject" Target="../embeddings/oleObject109.bin"/><Relationship Id="rId4" Type="http://schemas.openxmlformats.org/officeDocument/2006/relationships/image" Target="../media/image98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3.emf"/><Relationship Id="rId22" Type="http://schemas.openxmlformats.org/officeDocument/2006/relationships/image" Target="../media/image107.emf"/><Relationship Id="rId27" Type="http://schemas.openxmlformats.org/officeDocument/2006/relationships/oleObject" Target="../embeddings/oleObject107.bin"/><Relationship Id="rId30" Type="http://schemas.openxmlformats.org/officeDocument/2006/relationships/image" Target="../media/image11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8.emf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e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17.emf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25.emf"/><Relationship Id="rId18" Type="http://schemas.openxmlformats.org/officeDocument/2006/relationships/oleObject" Target="../embeddings/oleObject124.bin"/><Relationship Id="rId26" Type="http://schemas.openxmlformats.org/officeDocument/2006/relationships/oleObject" Target="../embeddings/oleObject128.bin"/><Relationship Id="rId3" Type="http://schemas.openxmlformats.org/officeDocument/2006/relationships/image" Target="../media/image120.emf"/><Relationship Id="rId21" Type="http://schemas.openxmlformats.org/officeDocument/2006/relationships/image" Target="../media/image129.emf"/><Relationship Id="rId7" Type="http://schemas.openxmlformats.org/officeDocument/2006/relationships/image" Target="../media/image122.e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27.emf"/><Relationship Id="rId25" Type="http://schemas.openxmlformats.org/officeDocument/2006/relationships/image" Target="../media/image131.emf"/><Relationship Id="rId33" Type="http://schemas.openxmlformats.org/officeDocument/2006/relationships/image" Target="../media/image135.emf"/><Relationship Id="rId2" Type="http://schemas.openxmlformats.org/officeDocument/2006/relationships/oleObject" Target="../embeddings/oleObject116.bin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25.bin"/><Relationship Id="rId29" Type="http://schemas.openxmlformats.org/officeDocument/2006/relationships/image" Target="../media/image133.e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24.emf"/><Relationship Id="rId24" Type="http://schemas.openxmlformats.org/officeDocument/2006/relationships/oleObject" Target="../embeddings/oleObject127.bin"/><Relationship Id="rId32" Type="http://schemas.openxmlformats.org/officeDocument/2006/relationships/oleObject" Target="../embeddings/oleObject131.bin"/><Relationship Id="rId5" Type="http://schemas.openxmlformats.org/officeDocument/2006/relationships/image" Target="../media/image121.emf"/><Relationship Id="rId15" Type="http://schemas.openxmlformats.org/officeDocument/2006/relationships/image" Target="../media/image126.emf"/><Relationship Id="rId23" Type="http://schemas.openxmlformats.org/officeDocument/2006/relationships/image" Target="../media/image130.emf"/><Relationship Id="rId28" Type="http://schemas.openxmlformats.org/officeDocument/2006/relationships/oleObject" Target="../embeddings/oleObject129.bin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28.emf"/><Relationship Id="rId31" Type="http://schemas.openxmlformats.org/officeDocument/2006/relationships/image" Target="../media/image134.e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23.e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26.bin"/><Relationship Id="rId27" Type="http://schemas.openxmlformats.org/officeDocument/2006/relationships/image" Target="../media/image132.emf"/><Relationship Id="rId30" Type="http://schemas.openxmlformats.org/officeDocument/2006/relationships/oleObject" Target="../embeddings/oleObject130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40.bin"/><Relationship Id="rId26" Type="http://schemas.openxmlformats.org/officeDocument/2006/relationships/oleObject" Target="../embeddings/oleObject144.bin"/><Relationship Id="rId39" Type="http://schemas.openxmlformats.org/officeDocument/2006/relationships/image" Target="../media/image154.emf"/><Relationship Id="rId21" Type="http://schemas.openxmlformats.org/officeDocument/2006/relationships/image" Target="../media/image145.emf"/><Relationship Id="rId34" Type="http://schemas.openxmlformats.org/officeDocument/2006/relationships/oleObject" Target="../embeddings/oleObject148.bin"/><Relationship Id="rId42" Type="http://schemas.openxmlformats.org/officeDocument/2006/relationships/oleObject" Target="../embeddings/oleObject152.bin"/><Relationship Id="rId47" Type="http://schemas.openxmlformats.org/officeDocument/2006/relationships/image" Target="../media/image158.emf"/><Relationship Id="rId50" Type="http://schemas.openxmlformats.org/officeDocument/2006/relationships/oleObject" Target="../embeddings/oleObject156.bin"/><Relationship Id="rId55" Type="http://schemas.openxmlformats.org/officeDocument/2006/relationships/image" Target="../media/image162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43.emf"/><Relationship Id="rId25" Type="http://schemas.openxmlformats.org/officeDocument/2006/relationships/image" Target="../media/image147.emf"/><Relationship Id="rId33" Type="http://schemas.openxmlformats.org/officeDocument/2006/relationships/image" Target="../media/image151.emf"/><Relationship Id="rId38" Type="http://schemas.openxmlformats.org/officeDocument/2006/relationships/oleObject" Target="../embeddings/oleObject150.bin"/><Relationship Id="rId46" Type="http://schemas.openxmlformats.org/officeDocument/2006/relationships/oleObject" Target="../embeddings/oleObject154.bin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29" Type="http://schemas.openxmlformats.org/officeDocument/2006/relationships/image" Target="../media/image149.emf"/><Relationship Id="rId41" Type="http://schemas.openxmlformats.org/officeDocument/2006/relationships/image" Target="../media/image155.emf"/><Relationship Id="rId54" Type="http://schemas.openxmlformats.org/officeDocument/2006/relationships/oleObject" Target="../embeddings/oleObject158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40.emf"/><Relationship Id="rId24" Type="http://schemas.openxmlformats.org/officeDocument/2006/relationships/oleObject" Target="../embeddings/oleObject143.bin"/><Relationship Id="rId32" Type="http://schemas.openxmlformats.org/officeDocument/2006/relationships/oleObject" Target="../embeddings/oleObject147.bin"/><Relationship Id="rId37" Type="http://schemas.openxmlformats.org/officeDocument/2006/relationships/image" Target="../media/image153.emf"/><Relationship Id="rId40" Type="http://schemas.openxmlformats.org/officeDocument/2006/relationships/oleObject" Target="../embeddings/oleObject151.bin"/><Relationship Id="rId45" Type="http://schemas.openxmlformats.org/officeDocument/2006/relationships/image" Target="../media/image157.emf"/><Relationship Id="rId53" Type="http://schemas.openxmlformats.org/officeDocument/2006/relationships/image" Target="../media/image161.emf"/><Relationship Id="rId5" Type="http://schemas.openxmlformats.org/officeDocument/2006/relationships/image" Target="../media/image137.emf"/><Relationship Id="rId15" Type="http://schemas.openxmlformats.org/officeDocument/2006/relationships/image" Target="../media/image142.emf"/><Relationship Id="rId23" Type="http://schemas.openxmlformats.org/officeDocument/2006/relationships/image" Target="../media/image146.emf"/><Relationship Id="rId28" Type="http://schemas.openxmlformats.org/officeDocument/2006/relationships/oleObject" Target="../embeddings/oleObject145.bin"/><Relationship Id="rId36" Type="http://schemas.openxmlformats.org/officeDocument/2006/relationships/oleObject" Target="../embeddings/oleObject149.bin"/><Relationship Id="rId49" Type="http://schemas.openxmlformats.org/officeDocument/2006/relationships/image" Target="../media/image159.emf"/><Relationship Id="rId57" Type="http://schemas.openxmlformats.org/officeDocument/2006/relationships/image" Target="../media/image163.e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44.emf"/><Relationship Id="rId31" Type="http://schemas.openxmlformats.org/officeDocument/2006/relationships/image" Target="../media/image150.emf"/><Relationship Id="rId44" Type="http://schemas.openxmlformats.org/officeDocument/2006/relationships/oleObject" Target="../embeddings/oleObject153.bin"/><Relationship Id="rId52" Type="http://schemas.openxmlformats.org/officeDocument/2006/relationships/oleObject" Target="../embeddings/oleObject157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Relationship Id="rId27" Type="http://schemas.openxmlformats.org/officeDocument/2006/relationships/image" Target="../media/image148.emf"/><Relationship Id="rId30" Type="http://schemas.openxmlformats.org/officeDocument/2006/relationships/oleObject" Target="../embeddings/oleObject146.bin"/><Relationship Id="rId35" Type="http://schemas.openxmlformats.org/officeDocument/2006/relationships/image" Target="../media/image152.emf"/><Relationship Id="rId43" Type="http://schemas.openxmlformats.org/officeDocument/2006/relationships/image" Target="../media/image156.emf"/><Relationship Id="rId48" Type="http://schemas.openxmlformats.org/officeDocument/2006/relationships/oleObject" Target="../embeddings/oleObject155.bin"/><Relationship Id="rId56" Type="http://schemas.openxmlformats.org/officeDocument/2006/relationships/oleObject" Target="../embeddings/oleObject159.bin"/><Relationship Id="rId8" Type="http://schemas.openxmlformats.org/officeDocument/2006/relationships/oleObject" Target="../embeddings/oleObject135.bin"/><Relationship Id="rId51" Type="http://schemas.openxmlformats.org/officeDocument/2006/relationships/image" Target="../media/image160.emf"/><Relationship Id="rId3" Type="http://schemas.openxmlformats.org/officeDocument/2006/relationships/image" Target="../media/image13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image" Target="../media/image169.emf"/><Relationship Id="rId18" Type="http://schemas.openxmlformats.org/officeDocument/2006/relationships/oleObject" Target="../embeddings/oleObject168.bin"/><Relationship Id="rId26" Type="http://schemas.openxmlformats.org/officeDocument/2006/relationships/oleObject" Target="../embeddings/oleObject172.bin"/><Relationship Id="rId3" Type="http://schemas.openxmlformats.org/officeDocument/2006/relationships/image" Target="../media/image164.emf"/><Relationship Id="rId21" Type="http://schemas.openxmlformats.org/officeDocument/2006/relationships/image" Target="../media/image173.emf"/><Relationship Id="rId7" Type="http://schemas.openxmlformats.org/officeDocument/2006/relationships/image" Target="../media/image166.emf"/><Relationship Id="rId12" Type="http://schemas.openxmlformats.org/officeDocument/2006/relationships/oleObject" Target="../embeddings/oleObject165.bin"/><Relationship Id="rId17" Type="http://schemas.openxmlformats.org/officeDocument/2006/relationships/image" Target="../media/image171.emf"/><Relationship Id="rId25" Type="http://schemas.openxmlformats.org/officeDocument/2006/relationships/image" Target="../media/image175.emf"/><Relationship Id="rId33" Type="http://schemas.openxmlformats.org/officeDocument/2006/relationships/image" Target="../media/image179.emf"/><Relationship Id="rId2" Type="http://schemas.openxmlformats.org/officeDocument/2006/relationships/oleObject" Target="../embeddings/oleObject160.bin"/><Relationship Id="rId16" Type="http://schemas.openxmlformats.org/officeDocument/2006/relationships/oleObject" Target="../embeddings/oleObject167.bin"/><Relationship Id="rId20" Type="http://schemas.openxmlformats.org/officeDocument/2006/relationships/oleObject" Target="../embeddings/oleObject169.bin"/><Relationship Id="rId29" Type="http://schemas.openxmlformats.org/officeDocument/2006/relationships/image" Target="../media/image177.e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68.emf"/><Relationship Id="rId24" Type="http://schemas.openxmlformats.org/officeDocument/2006/relationships/oleObject" Target="../embeddings/oleObject171.bin"/><Relationship Id="rId32" Type="http://schemas.openxmlformats.org/officeDocument/2006/relationships/oleObject" Target="../embeddings/oleObject175.bin"/><Relationship Id="rId5" Type="http://schemas.openxmlformats.org/officeDocument/2006/relationships/image" Target="../media/image165.emf"/><Relationship Id="rId15" Type="http://schemas.openxmlformats.org/officeDocument/2006/relationships/image" Target="../media/image170.emf"/><Relationship Id="rId23" Type="http://schemas.openxmlformats.org/officeDocument/2006/relationships/image" Target="../media/image174.emf"/><Relationship Id="rId28" Type="http://schemas.openxmlformats.org/officeDocument/2006/relationships/oleObject" Target="../embeddings/oleObject173.bin"/><Relationship Id="rId10" Type="http://schemas.openxmlformats.org/officeDocument/2006/relationships/oleObject" Target="../embeddings/oleObject164.bin"/><Relationship Id="rId19" Type="http://schemas.openxmlformats.org/officeDocument/2006/relationships/image" Target="../media/image172.emf"/><Relationship Id="rId31" Type="http://schemas.openxmlformats.org/officeDocument/2006/relationships/image" Target="../media/image178.emf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67.emf"/><Relationship Id="rId14" Type="http://schemas.openxmlformats.org/officeDocument/2006/relationships/oleObject" Target="../embeddings/oleObject166.bin"/><Relationship Id="rId22" Type="http://schemas.openxmlformats.org/officeDocument/2006/relationships/oleObject" Target="../embeddings/oleObject170.bin"/><Relationship Id="rId27" Type="http://schemas.openxmlformats.org/officeDocument/2006/relationships/image" Target="../media/image176.emf"/><Relationship Id="rId30" Type="http://schemas.openxmlformats.org/officeDocument/2006/relationships/oleObject" Target="../embeddings/oleObject17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85.emf"/><Relationship Id="rId18" Type="http://schemas.openxmlformats.org/officeDocument/2006/relationships/oleObject" Target="../embeddings/oleObject184.bin"/><Relationship Id="rId3" Type="http://schemas.openxmlformats.org/officeDocument/2006/relationships/image" Target="../media/image180.emf"/><Relationship Id="rId21" Type="http://schemas.openxmlformats.org/officeDocument/2006/relationships/image" Target="../media/image189.emf"/><Relationship Id="rId7" Type="http://schemas.openxmlformats.org/officeDocument/2006/relationships/image" Target="../media/image182.emf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87.emf"/><Relationship Id="rId2" Type="http://schemas.openxmlformats.org/officeDocument/2006/relationships/oleObject" Target="../embeddings/oleObject176.bin"/><Relationship Id="rId16" Type="http://schemas.openxmlformats.org/officeDocument/2006/relationships/oleObject" Target="../embeddings/oleObject183.bin"/><Relationship Id="rId20" Type="http://schemas.openxmlformats.org/officeDocument/2006/relationships/oleObject" Target="../embeddings/oleObject185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84.emf"/><Relationship Id="rId5" Type="http://schemas.openxmlformats.org/officeDocument/2006/relationships/image" Target="../media/image181.emf"/><Relationship Id="rId15" Type="http://schemas.openxmlformats.org/officeDocument/2006/relationships/image" Target="../media/image186.emf"/><Relationship Id="rId10" Type="http://schemas.openxmlformats.org/officeDocument/2006/relationships/oleObject" Target="../embeddings/oleObject180.bin"/><Relationship Id="rId19" Type="http://schemas.openxmlformats.org/officeDocument/2006/relationships/image" Target="../media/image188.e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83.emf"/><Relationship Id="rId14" Type="http://schemas.openxmlformats.org/officeDocument/2006/relationships/oleObject" Target="../embeddings/oleObject18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13" Type="http://schemas.openxmlformats.org/officeDocument/2006/relationships/image" Target="../media/image195.emf"/><Relationship Id="rId18" Type="http://schemas.openxmlformats.org/officeDocument/2006/relationships/oleObject" Target="../embeddings/oleObject194.bin"/><Relationship Id="rId3" Type="http://schemas.openxmlformats.org/officeDocument/2006/relationships/image" Target="../media/image190.emf"/><Relationship Id="rId21" Type="http://schemas.openxmlformats.org/officeDocument/2006/relationships/image" Target="../media/image199.emf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191.bin"/><Relationship Id="rId17" Type="http://schemas.openxmlformats.org/officeDocument/2006/relationships/image" Target="../media/image197.emf"/><Relationship Id="rId2" Type="http://schemas.openxmlformats.org/officeDocument/2006/relationships/oleObject" Target="../embeddings/oleObject186.bin"/><Relationship Id="rId16" Type="http://schemas.openxmlformats.org/officeDocument/2006/relationships/oleObject" Target="../embeddings/oleObject193.bin"/><Relationship Id="rId20" Type="http://schemas.openxmlformats.org/officeDocument/2006/relationships/oleObject" Target="../embeddings/oleObject195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94.emf"/><Relationship Id="rId5" Type="http://schemas.openxmlformats.org/officeDocument/2006/relationships/image" Target="../media/image191.emf"/><Relationship Id="rId15" Type="http://schemas.openxmlformats.org/officeDocument/2006/relationships/image" Target="../media/image196.emf"/><Relationship Id="rId10" Type="http://schemas.openxmlformats.org/officeDocument/2006/relationships/oleObject" Target="../embeddings/oleObject190.bin"/><Relationship Id="rId19" Type="http://schemas.openxmlformats.org/officeDocument/2006/relationships/image" Target="../media/image198.emf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19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05.emf"/><Relationship Id="rId18" Type="http://schemas.openxmlformats.org/officeDocument/2006/relationships/oleObject" Target="../embeddings/oleObject204.bin"/><Relationship Id="rId3" Type="http://schemas.openxmlformats.org/officeDocument/2006/relationships/image" Target="../media/image200.emf"/><Relationship Id="rId21" Type="http://schemas.openxmlformats.org/officeDocument/2006/relationships/image" Target="../media/image209.emf"/><Relationship Id="rId7" Type="http://schemas.openxmlformats.org/officeDocument/2006/relationships/image" Target="../media/image202.emf"/><Relationship Id="rId12" Type="http://schemas.openxmlformats.org/officeDocument/2006/relationships/oleObject" Target="../embeddings/oleObject201.bin"/><Relationship Id="rId17" Type="http://schemas.openxmlformats.org/officeDocument/2006/relationships/image" Target="../media/image207.emf"/><Relationship Id="rId2" Type="http://schemas.openxmlformats.org/officeDocument/2006/relationships/oleObject" Target="../embeddings/oleObject196.bin"/><Relationship Id="rId16" Type="http://schemas.openxmlformats.org/officeDocument/2006/relationships/oleObject" Target="../embeddings/oleObject203.bin"/><Relationship Id="rId20" Type="http://schemas.openxmlformats.org/officeDocument/2006/relationships/oleObject" Target="../embeddings/oleObject205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04.emf"/><Relationship Id="rId5" Type="http://schemas.openxmlformats.org/officeDocument/2006/relationships/image" Target="../media/image201.emf"/><Relationship Id="rId15" Type="http://schemas.openxmlformats.org/officeDocument/2006/relationships/image" Target="../media/image206.emf"/><Relationship Id="rId10" Type="http://schemas.openxmlformats.org/officeDocument/2006/relationships/oleObject" Target="../embeddings/oleObject200.bin"/><Relationship Id="rId19" Type="http://schemas.openxmlformats.org/officeDocument/2006/relationships/image" Target="../media/image208.emf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03.emf"/><Relationship Id="rId14" Type="http://schemas.openxmlformats.org/officeDocument/2006/relationships/oleObject" Target="../embeddings/oleObject20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13" Type="http://schemas.openxmlformats.org/officeDocument/2006/relationships/image" Target="../media/image215.emf"/><Relationship Id="rId18" Type="http://schemas.openxmlformats.org/officeDocument/2006/relationships/oleObject" Target="../embeddings/oleObject214.bin"/><Relationship Id="rId3" Type="http://schemas.openxmlformats.org/officeDocument/2006/relationships/image" Target="../media/image210.emf"/><Relationship Id="rId7" Type="http://schemas.openxmlformats.org/officeDocument/2006/relationships/image" Target="../media/image212.emf"/><Relationship Id="rId12" Type="http://schemas.openxmlformats.org/officeDocument/2006/relationships/oleObject" Target="../embeddings/oleObject211.bin"/><Relationship Id="rId17" Type="http://schemas.openxmlformats.org/officeDocument/2006/relationships/image" Target="../media/image217.emf"/><Relationship Id="rId2" Type="http://schemas.openxmlformats.org/officeDocument/2006/relationships/oleObject" Target="../embeddings/oleObject206.bin"/><Relationship Id="rId16" Type="http://schemas.openxmlformats.org/officeDocument/2006/relationships/oleObject" Target="../embeddings/oleObject213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214.emf"/><Relationship Id="rId5" Type="http://schemas.openxmlformats.org/officeDocument/2006/relationships/image" Target="../media/image211.emf"/><Relationship Id="rId15" Type="http://schemas.openxmlformats.org/officeDocument/2006/relationships/image" Target="../media/image216.emf"/><Relationship Id="rId10" Type="http://schemas.openxmlformats.org/officeDocument/2006/relationships/oleObject" Target="../embeddings/oleObject210.bin"/><Relationship Id="rId19" Type="http://schemas.openxmlformats.org/officeDocument/2006/relationships/image" Target="../media/image218.emf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213.emf"/><Relationship Id="rId14" Type="http://schemas.openxmlformats.org/officeDocument/2006/relationships/oleObject" Target="../embeddings/oleObject2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47" descr="IMG_0080">
            <a:extLst>
              <a:ext uri="{FF2B5EF4-FFF2-40B4-BE49-F238E27FC236}">
                <a16:creationId xmlns:a16="http://schemas.microsoft.com/office/drawing/2014/main" id="{23F82000-99B3-254C-F1DC-79997D45C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44" name="WordArt 1048">
            <a:extLst>
              <a:ext uri="{FF2B5EF4-FFF2-40B4-BE49-F238E27FC236}">
                <a16:creationId xmlns:a16="http://schemas.microsoft.com/office/drawing/2014/main" id="{A70245DA-2795-231D-338B-9AB5135390E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143000"/>
            <a:ext cx="8077200" cy="1600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4800" i="1" kern="1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University Physics</a:t>
            </a:r>
            <a:endParaRPr lang="zh-CN" altLang="en-US" sz="4800" i="1" kern="1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745" name="Text Box 1049">
            <a:extLst>
              <a:ext uri="{FF2B5EF4-FFF2-40B4-BE49-F238E27FC236}">
                <a16:creationId xmlns:a16="http://schemas.microsoft.com/office/drawing/2014/main" id="{C5F8ABDB-7B20-1043-5E71-27266245D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49650"/>
            <a:ext cx="67056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Xi’an  </a:t>
            </a:r>
            <a:r>
              <a:rPr lang="en-US" altLang="zh-CN" sz="38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Jiaotong</a:t>
            </a:r>
            <a:r>
              <a:rPr lang="en-US" altLang="zh-CN" sz="3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华文仿宋" pitchFamily="2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r>
              <a:rPr lang="en-US" altLang="zh-CN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Zhao  </a:t>
            </a:r>
            <a:r>
              <a:rPr lang="en-US" altLang="zh-CN" sz="3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ShuMin</a:t>
            </a:r>
            <a:endParaRPr lang="en-US" altLang="zh-CN" sz="30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  <a:p>
            <a:pPr algn="ctr" eaLnBrk="1" hangingPunct="1">
              <a:lnSpc>
                <a:spcPct val="130000"/>
              </a:lnSpc>
              <a:defRPr/>
            </a:pPr>
            <a:endParaRPr lang="en-US" altLang="zh-CN" sz="30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20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75"/>
                                        <p:tgtEl>
                                          <p:spTgt spid="15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4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3F975C7D-DD11-90E5-890C-8E57F8F55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5791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t" hangingPunct="1"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33"/>
                </a:solidFill>
                <a:latin typeface="+mn-ea"/>
                <a:ea typeface="+mn-ea"/>
              </a:rPr>
              <a:t>§1.1  </a:t>
            </a:r>
            <a:r>
              <a:rPr kumimoji="1" lang="zh-CN" altLang="en-US" sz="2400">
                <a:solidFill>
                  <a:srgbClr val="66FF33"/>
                </a:solidFill>
                <a:latin typeface="+mn-ea"/>
                <a:ea typeface="+mn-ea"/>
              </a:rPr>
              <a:t>质点位置的确定方法</a:t>
            </a:r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17C3764D-1B76-AC2D-A525-E39BDFB8D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973138"/>
            <a:ext cx="47529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确定质点位置的常用方法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8785BAE7-1934-F328-478A-69C2AA251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427163"/>
            <a:ext cx="32416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FF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+mn-ea"/>
                <a:ea typeface="+mn-ea"/>
              </a:rPr>
              <a:t>直角坐标法</a:t>
            </a:r>
            <a:endParaRPr kumimoji="1" lang="zh-CN" altLang="en-US" sz="2400">
              <a:latin typeface="+mn-ea"/>
              <a:ea typeface="+mn-ea"/>
            </a:endParaRPr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BFAF3214-C377-331D-5EB2-E7DCA1D68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1858963"/>
            <a:ext cx="1752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FF"/>
                </a:solidFill>
                <a:latin typeface="+mn-ea"/>
                <a:ea typeface="+mn-ea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+mn-ea"/>
                <a:ea typeface="+mn-ea"/>
              </a:rPr>
              <a:t>位矢法</a:t>
            </a:r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563CFE23-F5BE-5635-6183-851CACB15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2320925"/>
            <a:ext cx="3048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FF"/>
                </a:solidFill>
                <a:latin typeface="+mn-ea"/>
                <a:ea typeface="+mn-ea"/>
              </a:rPr>
              <a:t>3. </a:t>
            </a:r>
            <a:r>
              <a:rPr kumimoji="1" lang="zh-CN" altLang="en-US" sz="2400">
                <a:solidFill>
                  <a:srgbClr val="66FFFF"/>
                </a:solidFill>
                <a:latin typeface="+mn-ea"/>
                <a:ea typeface="+mn-ea"/>
              </a:rPr>
              <a:t>自然坐标法</a:t>
            </a:r>
          </a:p>
        </p:txBody>
      </p:sp>
      <p:sp>
        <p:nvSpPr>
          <p:cNvPr id="46088" name="Text Box 8">
            <a:extLst>
              <a:ext uri="{FF2B5EF4-FFF2-40B4-BE49-F238E27FC236}">
                <a16:creationId xmlns:a16="http://schemas.microsoft.com/office/drawing/2014/main" id="{22E33E66-D657-66A5-2C01-F15589C41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2779713"/>
            <a:ext cx="3429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运动学方程</a:t>
            </a:r>
          </a:p>
        </p:txBody>
      </p:sp>
      <p:sp>
        <p:nvSpPr>
          <p:cNvPr id="46089" name="Text Box 9">
            <a:extLst>
              <a:ext uri="{FF2B5EF4-FFF2-40B4-BE49-F238E27FC236}">
                <a16:creationId xmlns:a16="http://schemas.microsoft.com/office/drawing/2014/main" id="{69D3E45E-6472-7CC3-D689-4EB345E43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222625"/>
            <a:ext cx="4984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rgbClr val="66FF33"/>
                </a:solidFill>
                <a:latin typeface="+mn-ea"/>
                <a:ea typeface="+mn-ea"/>
              </a:rPr>
              <a:t>§1.2  </a:t>
            </a:r>
            <a:r>
              <a:rPr kumimoji="1" lang="zh-CN" altLang="en-US" sz="2400">
                <a:solidFill>
                  <a:srgbClr val="66FF33"/>
                </a:solidFill>
                <a:latin typeface="+mn-ea"/>
                <a:ea typeface="+mn-ea"/>
              </a:rPr>
              <a:t>质点的位移、速度和加速度</a:t>
            </a:r>
          </a:p>
        </p:txBody>
      </p:sp>
      <p:sp>
        <p:nvSpPr>
          <p:cNvPr id="46090" name="Text Box 10">
            <a:extLst>
              <a:ext uri="{FF2B5EF4-FFF2-40B4-BE49-F238E27FC236}">
                <a16:creationId xmlns:a16="http://schemas.microsoft.com/office/drawing/2014/main" id="{CC805D1A-050A-9945-BF45-1CDD57EC1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787775"/>
            <a:ext cx="2362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位移</a:t>
            </a:r>
          </a:p>
        </p:txBody>
      </p:sp>
      <p:graphicFrame>
        <p:nvGraphicFramePr>
          <p:cNvPr id="46091" name="Object 2">
            <a:extLst>
              <a:ext uri="{FF2B5EF4-FFF2-40B4-BE49-F238E27FC236}">
                <a16:creationId xmlns:a16="http://schemas.microsoft.com/office/drawing/2014/main" id="{2E735E44-41CE-F9D5-E2DD-722627B62AF1}"/>
              </a:ext>
            </a:extLst>
          </p:cNvPr>
          <p:cNvGraphicFramePr>
            <a:graphicFrameLocks/>
          </p:cNvGraphicFramePr>
          <p:nvPr/>
        </p:nvGraphicFramePr>
        <p:xfrm>
          <a:off x="2090738" y="3870325"/>
          <a:ext cx="24511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15509" imgH="304745" progId="Equation.3">
                  <p:embed/>
                </p:oleObj>
              </mc:Choice>
              <mc:Fallback>
                <p:oleObj name="公式" r:id="rId3" imgW="2415509" imgH="30474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0738" y="3870325"/>
                        <a:ext cx="24511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Text Box 12">
            <a:extLst>
              <a:ext uri="{FF2B5EF4-FFF2-40B4-BE49-F238E27FC236}">
                <a16:creationId xmlns:a16="http://schemas.microsoft.com/office/drawing/2014/main" id="{24486903-9E3B-75A2-380C-DC7773083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4489450"/>
            <a:ext cx="18478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accent1"/>
              </a:buClr>
              <a:buFont typeface="Wingdings" pitchFamily="2" charset="2"/>
              <a:buChar char="l"/>
              <a:defRPr/>
            </a:pPr>
            <a:r>
              <a:rPr kumimoji="1" lang="en-US" altLang="zh-CN" sz="2400">
                <a:latin typeface="+mn-ea"/>
                <a:ea typeface="+mn-ea"/>
              </a:rPr>
              <a:t> </a:t>
            </a:r>
            <a:r>
              <a:rPr kumimoji="1" lang="zh-CN" altLang="en-US" sz="2400">
                <a:latin typeface="+mn-ea"/>
                <a:ea typeface="+mn-ea"/>
              </a:rPr>
              <a:t>速度</a:t>
            </a:r>
          </a:p>
        </p:txBody>
      </p:sp>
      <p:graphicFrame>
        <p:nvGraphicFramePr>
          <p:cNvPr id="46093" name="Object 3">
            <a:extLst>
              <a:ext uri="{FF2B5EF4-FFF2-40B4-BE49-F238E27FC236}">
                <a16:creationId xmlns:a16="http://schemas.microsoft.com/office/drawing/2014/main" id="{85EA8433-D4FE-5A66-21B4-717B0673B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4337050"/>
          <a:ext cx="3994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962649" imgH="785054" progId="Equation.3">
                  <p:embed/>
                </p:oleObj>
              </mc:Choice>
              <mc:Fallback>
                <p:oleObj name="公式" r:id="rId5" imgW="3962649" imgH="78505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4337050"/>
                        <a:ext cx="3994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094" name="Picture 14" descr="j0293240">
            <a:extLst>
              <a:ext uri="{FF2B5EF4-FFF2-40B4-BE49-F238E27FC236}">
                <a16:creationId xmlns:a16="http://schemas.microsoft.com/office/drawing/2014/main" id="{9FA28262-C55F-9824-E55D-BDB5F6D4F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05" name="Rectangle 25">
            <a:extLst>
              <a:ext uri="{FF2B5EF4-FFF2-40B4-BE49-F238E27FC236}">
                <a16:creationId xmlns:a16="http://schemas.microsoft.com/office/drawing/2014/main" id="{BD60514E-7C1D-FB11-8E51-3E66FB545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" y="5564188"/>
            <a:ext cx="14970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rgbClr val="0099CC"/>
              </a:buClr>
              <a:buFont typeface="Wingdings" pitchFamily="2" charset="2"/>
              <a:buChar char="l"/>
              <a:defRPr/>
            </a:pPr>
            <a:r>
              <a:rPr lang="en-US" altLang="zh-CN" sz="2400">
                <a:latin typeface="+mn-ea"/>
                <a:ea typeface="+mn-ea"/>
              </a:rPr>
              <a:t> </a:t>
            </a:r>
            <a:r>
              <a:rPr lang="zh-CN" altLang="en-US" sz="2400">
                <a:latin typeface="+mn-ea"/>
                <a:ea typeface="+mn-ea"/>
              </a:rPr>
              <a:t>加速度</a:t>
            </a:r>
          </a:p>
        </p:txBody>
      </p:sp>
      <p:graphicFrame>
        <p:nvGraphicFramePr>
          <p:cNvPr id="46106" name="Object 4">
            <a:extLst>
              <a:ext uri="{FF2B5EF4-FFF2-40B4-BE49-F238E27FC236}">
                <a16:creationId xmlns:a16="http://schemas.microsoft.com/office/drawing/2014/main" id="{53F15482-C796-68F6-8D10-2807911BFC56}"/>
              </a:ext>
            </a:extLst>
          </p:cNvPr>
          <p:cNvGraphicFramePr>
            <a:graphicFrameLocks/>
          </p:cNvGraphicFramePr>
          <p:nvPr/>
        </p:nvGraphicFramePr>
        <p:xfrm>
          <a:off x="2187575" y="5353050"/>
          <a:ext cx="4951413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15118" imgH="838422" progId="Equation.3">
                  <p:embed/>
                </p:oleObj>
              </mc:Choice>
              <mc:Fallback>
                <p:oleObj name="公式" r:id="rId8" imgW="4915118" imgH="83842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5353050"/>
                        <a:ext cx="4951413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6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4" grpId="0"/>
      <p:bldP spid="46085" grpId="0" autoUpdateAnimBg="0"/>
      <p:bldP spid="46086" grpId="0" autoUpdateAnimBg="0"/>
      <p:bldP spid="46087" grpId="0" autoUpdateAnimBg="0"/>
      <p:bldP spid="46088" grpId="0" autoUpdateAnimBg="0"/>
      <p:bldP spid="46089" grpId="0" autoUpdateAnimBg="0"/>
      <p:bldP spid="46090" grpId="0" autoUpdateAnimBg="0"/>
      <p:bldP spid="46092" grpId="0" autoUpdateAnimBg="0"/>
      <p:bldP spid="461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Text Box 5">
            <a:extLst>
              <a:ext uri="{FF2B5EF4-FFF2-40B4-BE49-F238E27FC236}">
                <a16:creationId xmlns:a16="http://schemas.microsoft.com/office/drawing/2014/main" id="{ED678636-DE50-57F0-8351-D8EF7F756A8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79388" y="26035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质点的位移、速度和加速度</a:t>
            </a: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413DE475-F850-08B9-3C6A-44AABF261E4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17513" y="895350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位移：</a:t>
            </a:r>
          </a:p>
        </p:txBody>
      </p:sp>
      <p:graphicFrame>
        <p:nvGraphicFramePr>
          <p:cNvPr id="34823" name="Object 2">
            <a:extLst>
              <a:ext uri="{FF2B5EF4-FFF2-40B4-BE49-F238E27FC236}">
                <a16:creationId xmlns:a16="http://schemas.microsoft.com/office/drawing/2014/main" id="{2EC2C090-D2F5-9D7F-B26E-A6B2469DB4FA}"/>
              </a:ext>
            </a:extLst>
          </p:cNvPr>
          <p:cNvGraphicFramePr>
            <a:graphicFrameLocks/>
          </p:cNvGraphicFramePr>
          <p:nvPr/>
        </p:nvGraphicFramePr>
        <p:xfrm>
          <a:off x="1785938" y="966788"/>
          <a:ext cx="287813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0" imgH="167585" progId="Equation.DSMT4">
                  <p:embed/>
                </p:oleObj>
              </mc:Choice>
              <mc:Fallback>
                <p:oleObj name="Equation" r:id="rId2" imgW="1219200" imgH="167585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785938" y="966788"/>
                        <a:ext cx="287813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Text Box 8">
            <a:extLst>
              <a:ext uri="{FF2B5EF4-FFF2-40B4-BE49-F238E27FC236}">
                <a16:creationId xmlns:a16="http://schemas.microsoft.com/office/drawing/2014/main" id="{B8FEA00C-17BA-4126-1973-B216C6BE669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17513" y="1519238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速度：</a:t>
            </a:r>
          </a:p>
        </p:txBody>
      </p:sp>
      <p:graphicFrame>
        <p:nvGraphicFramePr>
          <p:cNvPr id="34825" name="Object 3">
            <a:extLst>
              <a:ext uri="{FF2B5EF4-FFF2-40B4-BE49-F238E27FC236}">
                <a16:creationId xmlns:a16="http://schemas.microsoft.com/office/drawing/2014/main" id="{66C102E0-A5E6-CE1E-BB62-10AE1A3C0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1357313"/>
          <a:ext cx="6032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95029" imgH="785054" progId="Equation.DSMT4">
                  <p:embed/>
                </p:oleObj>
              </mc:Choice>
              <mc:Fallback>
                <p:oleObj name="Equation" r:id="rId4" imgW="6195029" imgH="78505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785938" y="1357313"/>
                        <a:ext cx="6032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10">
            <a:extLst>
              <a:ext uri="{FF2B5EF4-FFF2-40B4-BE49-F238E27FC236}">
                <a16:creationId xmlns:a16="http://schemas.microsoft.com/office/drawing/2014/main" id="{59F4A213-452A-AC77-191C-3BD122B0C90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17513" y="2336800"/>
            <a:ext cx="143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加速度：</a:t>
            </a:r>
          </a:p>
        </p:txBody>
      </p:sp>
      <p:graphicFrame>
        <p:nvGraphicFramePr>
          <p:cNvPr id="34827" name="Object 4">
            <a:extLst>
              <a:ext uri="{FF2B5EF4-FFF2-40B4-BE49-F238E27FC236}">
                <a16:creationId xmlns:a16="http://schemas.microsoft.com/office/drawing/2014/main" id="{DB349626-8D3C-6083-3CD8-78535AB0B005}"/>
              </a:ext>
            </a:extLst>
          </p:cNvPr>
          <p:cNvGraphicFramePr>
            <a:graphicFrameLocks/>
          </p:cNvGraphicFramePr>
          <p:nvPr/>
        </p:nvGraphicFramePr>
        <p:xfrm>
          <a:off x="1785938" y="2193925"/>
          <a:ext cx="36734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08822" imgH="358112" progId="Equation.DSMT4">
                  <p:embed/>
                </p:oleObj>
              </mc:Choice>
              <mc:Fallback>
                <p:oleObj name="Equation" r:id="rId6" imgW="1508822" imgH="358112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785938" y="2193925"/>
                        <a:ext cx="36734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2">
            <a:extLst>
              <a:ext uri="{FF2B5EF4-FFF2-40B4-BE49-F238E27FC236}">
                <a16:creationId xmlns:a16="http://schemas.microsoft.com/office/drawing/2014/main" id="{3013A938-4B26-9014-C065-90CFCA467FC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95288" y="3068638"/>
            <a:ext cx="4779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用自然坐标表示的速度和加速度：</a:t>
            </a: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EB53DADD-65E0-EB9B-7C77-33EC43A657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429000"/>
          <a:ext cx="194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938" imgH="785054" progId="Equation.3">
                  <p:embed/>
                </p:oleObj>
              </mc:Choice>
              <mc:Fallback>
                <p:oleObj name="公式" r:id="rId8" imgW="1904938" imgH="7850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00113" y="3429000"/>
                        <a:ext cx="1943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  <p:bldP spid="34822" grpId="0"/>
      <p:bldP spid="34824" grpId="0"/>
      <p:bldP spid="34826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7708AC8-2CA1-3379-9A39-E84111D99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360363"/>
            <a:ext cx="420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一质点做一维运动，加速度为</a:t>
            </a:r>
          </a:p>
        </p:txBody>
      </p:sp>
      <p:graphicFrame>
        <p:nvGraphicFramePr>
          <p:cNvPr id="55299" name="Object 2">
            <a:extLst>
              <a:ext uri="{FF2B5EF4-FFF2-40B4-BE49-F238E27FC236}">
                <a16:creationId xmlns:a16="http://schemas.microsoft.com/office/drawing/2014/main" id="{0F57C397-23CE-AF57-CCFD-79FAA6158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1725" y="447675"/>
          <a:ext cx="10271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90787" imgH="266839" progId="Equation.3">
                  <p:embed/>
                </p:oleObj>
              </mc:Choice>
              <mc:Fallback>
                <p:oleObj name="公式" r:id="rId2" imgW="990787" imgH="26683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725" y="447675"/>
                        <a:ext cx="1027113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>
            <a:extLst>
              <a:ext uri="{FF2B5EF4-FFF2-40B4-BE49-F238E27FC236}">
                <a16:creationId xmlns:a16="http://schemas.microsoft.com/office/drawing/2014/main" id="{0F97DBC2-9FB4-6CE7-DAC2-70EBE4614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7513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8DC2B14A-13A3-7295-A7A1-E02CDC1C0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423863"/>
            <a:ext cx="2195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 i="1">
                <a:latin typeface="Times New Roman" panose="02020603050405020304" pitchFamily="18" charset="0"/>
              </a:rPr>
              <a:t>，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400">
                <a:solidFill>
                  <a:srgbClr val="FFFFCC"/>
                </a:solidFill>
                <a:latin typeface="Times New Roman" panose="02020603050405020304" pitchFamily="18" charset="0"/>
              </a:rPr>
              <a:t>为正常数。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CE8F078A-725E-73C6-B602-03DDDE2A5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1001713"/>
            <a:ext cx="2066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已知</a:t>
            </a:r>
            <a:r>
              <a:rPr kumimoji="1" lang="zh-CN" altLang="en-US" sz="24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=0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graphicFrame>
        <p:nvGraphicFramePr>
          <p:cNvPr id="55303" name="Object 3">
            <a:extLst>
              <a:ext uri="{FF2B5EF4-FFF2-40B4-BE49-F238E27FC236}">
                <a16:creationId xmlns:a16="http://schemas.microsoft.com/office/drawing/2014/main" id="{F828690A-0D60-44C2-1B83-BA3FC0E62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1022350"/>
          <a:ext cx="19986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58184" imgH="358112" progId="Equation.3">
                  <p:embed/>
                </p:oleObj>
              </mc:Choice>
              <mc:Fallback>
                <p:oleObj name="公式" r:id="rId4" imgW="1958184" imgH="358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1022350"/>
                        <a:ext cx="199866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Rectangle 8">
            <a:extLst>
              <a:ext uri="{FF2B5EF4-FFF2-40B4-BE49-F238E27FC236}">
                <a16:creationId xmlns:a16="http://schemas.microsoft.com/office/drawing/2014/main" id="{24D657CF-4E9B-7FE1-1372-BB2EF9991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33525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求</a:t>
            </a:r>
            <a:endParaRPr kumimoji="1"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305" name="Rectangle 9">
            <a:extLst>
              <a:ext uri="{FF2B5EF4-FFF2-40B4-BE49-F238E27FC236}">
                <a16:creationId xmlns:a16="http://schemas.microsoft.com/office/drawing/2014/main" id="{9F8DBAD5-CD4D-A30C-95AD-D77B79AB1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8" y="1535113"/>
            <a:ext cx="6100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质点的运动速度和位置的关系。</a:t>
            </a:r>
          </a:p>
        </p:txBody>
      </p:sp>
      <p:sp>
        <p:nvSpPr>
          <p:cNvPr id="55306" name="Rectangle 10">
            <a:extLst>
              <a:ext uri="{FF2B5EF4-FFF2-40B4-BE49-F238E27FC236}">
                <a16:creationId xmlns:a16="http://schemas.microsoft.com/office/drawing/2014/main" id="{2451D0BC-EFCB-862C-3004-A2BF41EB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74888"/>
            <a:ext cx="493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55307" name="Object 4">
            <a:extLst>
              <a:ext uri="{FF2B5EF4-FFF2-40B4-BE49-F238E27FC236}">
                <a16:creationId xmlns:a16="http://schemas.microsoft.com/office/drawing/2014/main" id="{1F221DFD-078A-4818-91B7-FD270BB72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6650" y="2151063"/>
          <a:ext cx="17827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7236" imgH="739168" progId="Equation.3">
                  <p:embed/>
                </p:oleObj>
              </mc:Choice>
              <mc:Fallback>
                <p:oleObj name="公式" r:id="rId6" imgW="1737236" imgH="73916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2151063"/>
                        <a:ext cx="1782763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5">
            <a:extLst>
              <a:ext uri="{FF2B5EF4-FFF2-40B4-BE49-F238E27FC236}">
                <a16:creationId xmlns:a16="http://schemas.microsoft.com/office/drawing/2014/main" id="{B7C57C78-8A50-2E27-38D0-D848EF58A1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1788" y="2166938"/>
          <a:ext cx="30051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56436" imgH="739168" progId="Equation.3">
                  <p:embed/>
                </p:oleObj>
              </mc:Choice>
              <mc:Fallback>
                <p:oleObj name="公式" r:id="rId8" imgW="2956436" imgH="73916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2166938"/>
                        <a:ext cx="30051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6">
            <a:extLst>
              <a:ext uri="{FF2B5EF4-FFF2-40B4-BE49-F238E27FC236}">
                <a16:creationId xmlns:a16="http://schemas.microsoft.com/office/drawing/2014/main" id="{082C45D9-7861-444B-DA0E-012B34BC0B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2963" y="2387600"/>
          <a:ext cx="7889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46947" imgH="266839" progId="Equation.3">
                  <p:embed/>
                </p:oleObj>
              </mc:Choice>
              <mc:Fallback>
                <p:oleObj name="公式" r:id="rId10" imgW="746947" imgH="26683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963" y="2387600"/>
                        <a:ext cx="78898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7">
            <a:extLst>
              <a:ext uri="{FF2B5EF4-FFF2-40B4-BE49-F238E27FC236}">
                <a16:creationId xmlns:a16="http://schemas.microsoft.com/office/drawing/2014/main" id="{59C5B057-0803-584F-3C19-C96B6B97E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3694113"/>
          <a:ext cx="16922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53633" imgH="266839" progId="Equation.3">
                  <p:embed/>
                </p:oleObj>
              </mc:Choice>
              <mc:Fallback>
                <p:oleObj name="公式" r:id="rId12" imgW="1653633" imgH="26683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3694113"/>
                        <a:ext cx="16922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8">
            <a:extLst>
              <a:ext uri="{FF2B5EF4-FFF2-40B4-BE49-F238E27FC236}">
                <a16:creationId xmlns:a16="http://schemas.microsoft.com/office/drawing/2014/main" id="{2B2F5B4B-0D30-78F4-74BA-2A1577E56D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4363" y="3451225"/>
          <a:ext cx="22907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47807" imgH="609489" progId="Equation.3">
                  <p:embed/>
                </p:oleObj>
              </mc:Choice>
              <mc:Fallback>
                <p:oleObj name="公式" r:id="rId14" imgW="2247807" imgH="60948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3" y="3451225"/>
                        <a:ext cx="22907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2" name="Object 9">
            <a:extLst>
              <a:ext uri="{FF2B5EF4-FFF2-40B4-BE49-F238E27FC236}">
                <a16:creationId xmlns:a16="http://schemas.microsoft.com/office/drawing/2014/main" id="{987C66E6-9E43-376E-2E17-AEB0376B23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38" y="4676775"/>
          <a:ext cx="249396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53827" imgH="723706" progId="Equation.3">
                  <p:embed/>
                </p:oleObj>
              </mc:Choice>
              <mc:Fallback>
                <p:oleObj name="公式" r:id="rId16" imgW="2453827" imgH="7237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4676775"/>
                        <a:ext cx="249396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3" name="Object 10">
            <a:extLst>
              <a:ext uri="{FF2B5EF4-FFF2-40B4-BE49-F238E27FC236}">
                <a16:creationId xmlns:a16="http://schemas.microsoft.com/office/drawing/2014/main" id="{164E136B-5092-5EF0-C078-68B88D224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4263" y="6000750"/>
          <a:ext cx="2289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47807" imgH="434423" progId="Equation.3">
                  <p:embed/>
                </p:oleObj>
              </mc:Choice>
              <mc:Fallback>
                <p:oleObj name="公式" r:id="rId18" imgW="2247807" imgH="4344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6000750"/>
                        <a:ext cx="22891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utoUpdateAnimBg="0"/>
      <p:bldP spid="55300" grpId="0" build="p" autoUpdateAnimBg="0"/>
      <p:bldP spid="55301" grpId="0" autoUpdateAnimBg="0"/>
      <p:bldP spid="55302" grpId="0" autoUpdateAnimBg="0"/>
      <p:bldP spid="55304" grpId="0" autoUpdateAnimBg="0"/>
      <p:bldP spid="55305" grpId="0" autoUpdateAnimBg="0"/>
      <p:bldP spid="5530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3ECAC7FB-908D-25D0-094A-BED7C199841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3190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rgbClr val="FFFF66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加速度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9699" name="Line 3">
            <a:extLst>
              <a:ext uri="{FF2B5EF4-FFF2-40B4-BE49-F238E27FC236}">
                <a16:creationId xmlns:a16="http://schemas.microsoft.com/office/drawing/2014/main" id="{7C7065B6-6BD3-A535-FAD3-A01112006102}"/>
              </a:ext>
            </a:extLst>
          </p:cNvPr>
          <p:cNvSpPr>
            <a:spLocks noChangeShapeType="1"/>
          </p:cNvSpPr>
          <p:nvPr/>
        </p:nvSpPr>
        <p:spPr bwMode="black">
          <a:xfrm rot="4059142">
            <a:off x="7301707" y="5050631"/>
            <a:ext cx="700088" cy="48577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0" name="Object 2">
            <a:extLst>
              <a:ext uri="{FF2B5EF4-FFF2-40B4-BE49-F238E27FC236}">
                <a16:creationId xmlns:a16="http://schemas.microsoft.com/office/drawing/2014/main" id="{46EE7BB8-9D3D-992F-83D0-017B16242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4540250"/>
          <a:ext cx="4857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282" imgH="381055" progId="Equation.3">
                  <p:embed/>
                </p:oleObj>
              </mc:Choice>
              <mc:Fallback>
                <p:oleObj name="公式" r:id="rId2" imgW="571282" imgH="38105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18325" y="4540250"/>
                        <a:ext cx="4857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>
            <a:extLst>
              <a:ext uri="{FF2B5EF4-FFF2-40B4-BE49-F238E27FC236}">
                <a16:creationId xmlns:a16="http://schemas.microsoft.com/office/drawing/2014/main" id="{1336DE86-9935-AF7E-1FA1-5DCABFDA9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1775" y="5700713"/>
          <a:ext cx="1014413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34627" imgH="381055" progId="Equation.3">
                  <p:embed/>
                </p:oleObj>
              </mc:Choice>
              <mc:Fallback>
                <p:oleObj name="公式" r:id="rId4" imgW="1234627" imgH="38105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81775" y="5700713"/>
                        <a:ext cx="1014413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4">
            <a:extLst>
              <a:ext uri="{FF2B5EF4-FFF2-40B4-BE49-F238E27FC236}">
                <a16:creationId xmlns:a16="http://schemas.microsoft.com/office/drawing/2014/main" id="{D128B4BB-01E1-5D74-6066-AA7D84AF7F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4613" y="5181600"/>
          <a:ext cx="4064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2253" imgH="289782" progId="Equation.3">
                  <p:embed/>
                </p:oleObj>
              </mc:Choice>
              <mc:Fallback>
                <p:oleObj name="公式" r:id="rId6" imgW="472253" imgH="2897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94613" y="5181600"/>
                        <a:ext cx="40640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5">
            <a:extLst>
              <a:ext uri="{FF2B5EF4-FFF2-40B4-BE49-F238E27FC236}">
                <a16:creationId xmlns:a16="http://schemas.microsoft.com/office/drawing/2014/main" id="{ECC7C02E-DA92-4E7E-6798-03BDFF09C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7563" y="5056188"/>
          <a:ext cx="395287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57324" imgH="251377" progId="Equation.3">
                  <p:embed/>
                </p:oleObj>
              </mc:Choice>
              <mc:Fallback>
                <p:oleObj name="公式" r:id="rId8" imgW="457324" imgH="25137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67563" y="5056188"/>
                        <a:ext cx="395287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6">
            <a:extLst>
              <a:ext uri="{FF2B5EF4-FFF2-40B4-BE49-F238E27FC236}">
                <a16:creationId xmlns:a16="http://schemas.microsoft.com/office/drawing/2014/main" id="{B362799A-4996-0C37-485B-56425C1C0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868363"/>
          <a:ext cx="194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04938" imgH="785054" progId="Equation.3">
                  <p:embed/>
                </p:oleObj>
              </mc:Choice>
              <mc:Fallback>
                <p:oleObj name="公式" r:id="rId10" imgW="1904938" imgH="7850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63600" y="868363"/>
                        <a:ext cx="1943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7">
            <a:extLst>
              <a:ext uri="{FF2B5EF4-FFF2-40B4-BE49-F238E27FC236}">
                <a16:creationId xmlns:a16="http://schemas.microsoft.com/office/drawing/2014/main" id="{1BC27493-D202-6AF0-13A2-C13C7ACB52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5363" y="796925"/>
          <a:ext cx="48466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785236" imgH="838422" progId="Equation.3">
                  <p:embed/>
                </p:oleObj>
              </mc:Choice>
              <mc:Fallback>
                <p:oleObj name="公式" r:id="rId12" imgW="4785236" imgH="83842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35363" y="796925"/>
                        <a:ext cx="484663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0">
            <a:extLst>
              <a:ext uri="{FF2B5EF4-FFF2-40B4-BE49-F238E27FC236}">
                <a16:creationId xmlns:a16="http://schemas.microsoft.com/office/drawing/2014/main" id="{A3300D39-DF79-3C0D-3765-6839C0E23D1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903413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第一项：</a:t>
            </a:r>
            <a:endParaRPr kumimoji="1" lang="zh-CN" altLang="en-US" sz="2400">
              <a:solidFill>
                <a:schemeClr val="hlink"/>
              </a:solidFill>
            </a:endParaRPr>
          </a:p>
        </p:txBody>
      </p:sp>
      <p:graphicFrame>
        <p:nvGraphicFramePr>
          <p:cNvPr id="29707" name="Object 8">
            <a:extLst>
              <a:ext uri="{FF2B5EF4-FFF2-40B4-BE49-F238E27FC236}">
                <a16:creationId xmlns:a16="http://schemas.microsoft.com/office/drawing/2014/main" id="{D06F50EA-E3EB-A461-C5FD-C3CE9FD88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3088" y="2597150"/>
          <a:ext cx="5334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95144" imgH="838422" progId="Equation.3">
                  <p:embed/>
                </p:oleObj>
              </mc:Choice>
              <mc:Fallback>
                <p:oleObj name="公式" r:id="rId14" imgW="495144" imgH="83842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13088" y="2597150"/>
                        <a:ext cx="5334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Text Box 12">
            <a:extLst>
              <a:ext uri="{FF2B5EF4-FFF2-40B4-BE49-F238E27FC236}">
                <a16:creationId xmlns:a16="http://schemas.microsoft.com/office/drawing/2014/main" id="{6F60CAD4-50E0-2883-5C7E-68A8CF80E4C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835150" y="36052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29709" name="Object 9">
            <a:extLst>
              <a:ext uri="{FF2B5EF4-FFF2-40B4-BE49-F238E27FC236}">
                <a16:creationId xmlns:a16="http://schemas.microsoft.com/office/drawing/2014/main" id="{A9807B87-D320-9274-9B87-016FBE565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644900"/>
          <a:ext cx="2984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1564" imgH="129679" progId="Equation.3">
                  <p:embed/>
                </p:oleObj>
              </mc:Choice>
              <mc:Fallback>
                <p:oleObj name="公式" r:id="rId16" imgW="91564" imgH="12967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03575" y="3644900"/>
                        <a:ext cx="2984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10">
            <a:extLst>
              <a:ext uri="{FF2B5EF4-FFF2-40B4-BE49-F238E27FC236}">
                <a16:creationId xmlns:a16="http://schemas.microsoft.com/office/drawing/2014/main" id="{4A975354-C0AC-4513-31B0-F979E8FBEE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974850"/>
          <a:ext cx="3429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5049" imgH="381055" progId="Equation.3">
                  <p:embed/>
                </p:oleObj>
              </mc:Choice>
              <mc:Fallback>
                <p:oleObj name="公式" r:id="rId18" imgW="305049" imgH="38105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932363" y="1974850"/>
                        <a:ext cx="3429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Text Box 15">
            <a:extLst>
              <a:ext uri="{FF2B5EF4-FFF2-40B4-BE49-F238E27FC236}">
                <a16:creationId xmlns:a16="http://schemas.microsoft.com/office/drawing/2014/main" id="{5982631D-06C3-44C1-2FA5-AF7BD0208F0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844675" y="43005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意义：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5079EF0F-0BCB-70E9-15A7-5CBB9D6B2A8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23900" y="5135563"/>
            <a:ext cx="161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第二项：</a:t>
            </a:r>
          </a:p>
        </p:txBody>
      </p:sp>
      <p:graphicFrame>
        <p:nvGraphicFramePr>
          <p:cNvPr id="29713" name="Object 11">
            <a:extLst>
              <a:ext uri="{FF2B5EF4-FFF2-40B4-BE49-F238E27FC236}">
                <a16:creationId xmlns:a16="http://schemas.microsoft.com/office/drawing/2014/main" id="{355618F2-5491-40BB-B21B-EBAFF5347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978400"/>
          <a:ext cx="87788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38013" imgH="785054" progId="Equation.3">
                  <p:embed/>
                </p:oleObj>
              </mc:Choice>
              <mc:Fallback>
                <p:oleObj name="公式" r:id="rId20" imgW="838013" imgH="78505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1050" y="4978400"/>
                        <a:ext cx="87788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18">
            <a:extLst>
              <a:ext uri="{FF2B5EF4-FFF2-40B4-BE49-F238E27FC236}">
                <a16:creationId xmlns:a16="http://schemas.microsoft.com/office/drawing/2014/main" id="{AE15497D-33E1-2C65-AECD-FEF53886A5E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700338" y="4325938"/>
            <a:ext cx="403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反映</a:t>
            </a:r>
            <a:r>
              <a:rPr kumimoji="1" lang="zh-CN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速度大小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变化的快慢</a:t>
            </a:r>
          </a:p>
        </p:txBody>
      </p:sp>
      <p:graphicFrame>
        <p:nvGraphicFramePr>
          <p:cNvPr id="29715" name="Object 12">
            <a:extLst>
              <a:ext uri="{FF2B5EF4-FFF2-40B4-BE49-F238E27FC236}">
                <a16:creationId xmlns:a16="http://schemas.microsoft.com/office/drawing/2014/main" id="{485A1417-9763-46F6-CCE9-5B370774F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284538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56353" imgH="358112" progId="Equation.3">
                  <p:embed/>
                </p:oleObj>
              </mc:Choice>
              <mc:Fallback>
                <p:oleObj name="公式" r:id="rId22" imgW="556353" imgH="358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84888" y="3284538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6" name="Object 13">
            <a:extLst>
              <a:ext uri="{FF2B5EF4-FFF2-40B4-BE49-F238E27FC236}">
                <a16:creationId xmlns:a16="http://schemas.microsoft.com/office/drawing/2014/main" id="{EAEFE021-3E6E-B09A-71DD-7759F0608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548063"/>
          <a:ext cx="100806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19200" imgH="358112" progId="Equation.3">
                  <p:embed/>
                </p:oleObj>
              </mc:Choice>
              <mc:Fallback>
                <p:oleObj name="公式" r:id="rId24" imgW="1219200" imgH="358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19925" y="3548063"/>
                        <a:ext cx="100806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14">
            <a:extLst>
              <a:ext uri="{FF2B5EF4-FFF2-40B4-BE49-F238E27FC236}">
                <a16:creationId xmlns:a16="http://schemas.microsoft.com/office/drawing/2014/main" id="{4885A7F9-5B1F-DBE4-C5F3-2DD11FF28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332038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43840" imgH="251377" progId="Equation.3">
                  <p:embed/>
                </p:oleObj>
              </mc:Choice>
              <mc:Fallback>
                <p:oleObj name="Equation" r:id="rId26" imgW="243840" imgH="25137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27763" y="2332038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15">
            <a:extLst>
              <a:ext uri="{FF2B5EF4-FFF2-40B4-BE49-F238E27FC236}">
                <a16:creationId xmlns:a16="http://schemas.microsoft.com/office/drawing/2014/main" id="{3110A14E-0763-B33B-634A-A63E288E78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2888" y="2141538"/>
          <a:ext cx="4826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71282" imgH="381055" progId="Equation.3">
                  <p:embed/>
                </p:oleObj>
              </mc:Choice>
              <mc:Fallback>
                <p:oleObj name="公式" r:id="rId28" imgW="571282" imgH="38105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92888" y="2141538"/>
                        <a:ext cx="4826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16">
            <a:extLst>
              <a:ext uri="{FF2B5EF4-FFF2-40B4-BE49-F238E27FC236}">
                <a16:creationId xmlns:a16="http://schemas.microsoft.com/office/drawing/2014/main" id="{8AA4A68C-B252-8C57-1399-A241AA00D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4575" y="2452688"/>
          <a:ext cx="23336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51304" imgH="358112" progId="Equation.3">
                  <p:embed/>
                </p:oleObj>
              </mc:Choice>
              <mc:Fallback>
                <p:oleObj name="Equation" r:id="rId30" imgW="251304" imgH="35811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94575" y="2452688"/>
                        <a:ext cx="233363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Line 24">
            <a:extLst>
              <a:ext uri="{FF2B5EF4-FFF2-40B4-BE49-F238E27FC236}">
                <a16:creationId xmlns:a16="http://schemas.microsoft.com/office/drawing/2014/main" id="{224842FF-4C8C-6F23-BF04-CD73D6B57673}"/>
              </a:ext>
            </a:extLst>
          </p:cNvPr>
          <p:cNvSpPr>
            <a:spLocks noChangeShapeType="1"/>
          </p:cNvSpPr>
          <p:nvPr/>
        </p:nvSpPr>
        <p:spPr bwMode="black">
          <a:xfrm rot="20803377" flipV="1">
            <a:off x="5881688" y="2700338"/>
            <a:ext cx="381000" cy="228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21" name="Object 17">
            <a:extLst>
              <a:ext uri="{FF2B5EF4-FFF2-40B4-BE49-F238E27FC236}">
                <a16:creationId xmlns:a16="http://schemas.microsoft.com/office/drawing/2014/main" id="{8420A8D3-E0B5-8BA3-8EAB-6CDA6A5964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3122613"/>
          <a:ext cx="20478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3484" imgH="251377" progId="Equation.3">
                  <p:embed/>
                </p:oleObj>
              </mc:Choice>
              <mc:Fallback>
                <p:oleObj name="Equation" r:id="rId32" imgW="213484" imgH="25137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35638" y="3122613"/>
                        <a:ext cx="20478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2" name="Object 18">
            <a:extLst>
              <a:ext uri="{FF2B5EF4-FFF2-40B4-BE49-F238E27FC236}">
                <a16:creationId xmlns:a16="http://schemas.microsoft.com/office/drawing/2014/main" id="{798D1E50-7948-14CA-B260-7286DFEC1E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0325" y="3676650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1304" imgH="281801" progId="Equation.3">
                  <p:embed/>
                </p:oleObj>
              </mc:Choice>
              <mc:Fallback>
                <p:oleObj name="Equation" r:id="rId34" imgW="251304" imgH="28180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410325" y="3676650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3" name="Line 27">
            <a:extLst>
              <a:ext uri="{FF2B5EF4-FFF2-40B4-BE49-F238E27FC236}">
                <a16:creationId xmlns:a16="http://schemas.microsoft.com/office/drawing/2014/main" id="{D9E94934-1AC4-8C15-EF91-580B91F17D59}"/>
              </a:ext>
            </a:extLst>
          </p:cNvPr>
          <p:cNvSpPr>
            <a:spLocks noChangeShapeType="1"/>
          </p:cNvSpPr>
          <p:nvPr/>
        </p:nvSpPr>
        <p:spPr bwMode="black">
          <a:xfrm rot="4375276" flipV="1">
            <a:off x="7462838" y="2986088"/>
            <a:ext cx="7620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24" name="Object 19">
            <a:extLst>
              <a:ext uri="{FF2B5EF4-FFF2-40B4-BE49-F238E27FC236}">
                <a16:creationId xmlns:a16="http://schemas.microsoft.com/office/drawing/2014/main" id="{485853AA-5573-54BC-7DEF-8C4D05174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2781300"/>
          <a:ext cx="10033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234627" imgH="381055" progId="Equation.3">
                  <p:embed/>
                </p:oleObj>
              </mc:Choice>
              <mc:Fallback>
                <p:oleObj name="公式" r:id="rId36" imgW="1234627" imgH="38105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40650" y="2781300"/>
                        <a:ext cx="10033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5" name="Object 20">
            <a:extLst>
              <a:ext uri="{FF2B5EF4-FFF2-40B4-BE49-F238E27FC236}">
                <a16:creationId xmlns:a16="http://schemas.microsoft.com/office/drawing/2014/main" id="{6752989C-2CA3-4DC6-4DE7-B5C3E48D7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1638" y="3003550"/>
          <a:ext cx="395287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457324" imgH="251377" progId="Equation.3">
                  <p:embed/>
                </p:oleObj>
              </mc:Choice>
              <mc:Fallback>
                <p:oleObj name="公式" r:id="rId38" imgW="457324" imgH="25137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51638" y="3003550"/>
                        <a:ext cx="395287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6" name="Arc 30">
            <a:extLst>
              <a:ext uri="{FF2B5EF4-FFF2-40B4-BE49-F238E27FC236}">
                <a16:creationId xmlns:a16="http://schemas.microsoft.com/office/drawing/2014/main" id="{BB6E0C59-78D2-AA15-9B67-D2B872E8DCE2}"/>
              </a:ext>
            </a:extLst>
          </p:cNvPr>
          <p:cNvSpPr>
            <a:spLocks/>
          </p:cNvSpPr>
          <p:nvPr/>
        </p:nvSpPr>
        <p:spPr bwMode="black">
          <a:xfrm>
            <a:off x="6643688" y="3303588"/>
            <a:ext cx="449262" cy="142875"/>
          </a:xfrm>
          <a:custGeom>
            <a:avLst/>
            <a:gdLst>
              <a:gd name="T0" fmla="*/ 0 w 22495"/>
              <a:gd name="T1" fmla="*/ 2147483646 h 21600"/>
              <a:gd name="T2" fmla="*/ 2147483646 w 22495"/>
              <a:gd name="T3" fmla="*/ 2147483646 h 21600"/>
              <a:gd name="T4" fmla="*/ 2147483646 w 22495"/>
              <a:gd name="T5" fmla="*/ 2147483646 h 21600"/>
              <a:gd name="T6" fmla="*/ 0 60000 65536"/>
              <a:gd name="T7" fmla="*/ 0 60000 65536"/>
              <a:gd name="T8" fmla="*/ 0 60000 65536"/>
              <a:gd name="T9" fmla="*/ 0 w 22495"/>
              <a:gd name="T10" fmla="*/ 0 h 21600"/>
              <a:gd name="T11" fmla="*/ 22495 w 2249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495" h="21600" fill="none" extrusionOk="0">
                <a:moveTo>
                  <a:pt x="0" y="122"/>
                </a:moveTo>
                <a:cubicBezTo>
                  <a:pt x="762" y="40"/>
                  <a:pt x="1529" y="-1"/>
                  <a:pt x="2296" y="0"/>
                </a:cubicBezTo>
                <a:cubicBezTo>
                  <a:pt x="11273" y="0"/>
                  <a:pt x="19314" y="5552"/>
                  <a:pt x="22495" y="13947"/>
                </a:cubicBezTo>
              </a:path>
              <a:path w="22495" h="21600" stroke="0" extrusionOk="0">
                <a:moveTo>
                  <a:pt x="0" y="122"/>
                </a:moveTo>
                <a:cubicBezTo>
                  <a:pt x="762" y="40"/>
                  <a:pt x="1529" y="-1"/>
                  <a:pt x="2296" y="0"/>
                </a:cubicBezTo>
                <a:cubicBezTo>
                  <a:pt x="11273" y="0"/>
                  <a:pt x="19314" y="5552"/>
                  <a:pt x="22495" y="13947"/>
                </a:cubicBezTo>
                <a:lnTo>
                  <a:pt x="2296" y="21600"/>
                </a:lnTo>
                <a:lnTo>
                  <a:pt x="0" y="122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7" name="Line 31">
            <a:extLst>
              <a:ext uri="{FF2B5EF4-FFF2-40B4-BE49-F238E27FC236}">
                <a16:creationId xmlns:a16="http://schemas.microsoft.com/office/drawing/2014/main" id="{04FBEBAF-C5A3-D8BE-86D6-6892B812C253}"/>
              </a:ext>
            </a:extLst>
          </p:cNvPr>
          <p:cNvSpPr>
            <a:spLocks noChangeShapeType="1"/>
          </p:cNvSpPr>
          <p:nvPr/>
        </p:nvSpPr>
        <p:spPr bwMode="black">
          <a:xfrm rot="6383871" flipV="1">
            <a:off x="6221413" y="2933700"/>
            <a:ext cx="762000" cy="457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8" name="Line 32">
            <a:extLst>
              <a:ext uri="{FF2B5EF4-FFF2-40B4-BE49-F238E27FC236}">
                <a16:creationId xmlns:a16="http://schemas.microsoft.com/office/drawing/2014/main" id="{E28A930F-94C1-5B94-9812-E2A58F4E96D5}"/>
              </a:ext>
            </a:extLst>
          </p:cNvPr>
          <p:cNvSpPr>
            <a:spLocks noChangeShapeType="1"/>
          </p:cNvSpPr>
          <p:nvPr/>
        </p:nvSpPr>
        <p:spPr bwMode="black">
          <a:xfrm rot="9775276" flipV="1">
            <a:off x="6840538" y="3052763"/>
            <a:ext cx="7620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9" name="Line 33">
            <a:extLst>
              <a:ext uri="{FF2B5EF4-FFF2-40B4-BE49-F238E27FC236}">
                <a16:creationId xmlns:a16="http://schemas.microsoft.com/office/drawing/2014/main" id="{6942C5C7-8CEE-183F-5E87-935FA828C0E7}"/>
              </a:ext>
            </a:extLst>
          </p:cNvPr>
          <p:cNvSpPr>
            <a:spLocks noChangeShapeType="1"/>
          </p:cNvSpPr>
          <p:nvPr/>
        </p:nvSpPr>
        <p:spPr bwMode="black">
          <a:xfrm rot="6383871" flipV="1">
            <a:off x="6059487" y="3003551"/>
            <a:ext cx="1204913" cy="722312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0" name="Line 34">
            <a:extLst>
              <a:ext uri="{FF2B5EF4-FFF2-40B4-BE49-F238E27FC236}">
                <a16:creationId xmlns:a16="http://schemas.microsoft.com/office/drawing/2014/main" id="{EB08DB45-69A9-CC39-7449-B2605B2C411D}"/>
              </a:ext>
            </a:extLst>
          </p:cNvPr>
          <p:cNvSpPr>
            <a:spLocks noChangeShapeType="1"/>
          </p:cNvSpPr>
          <p:nvPr/>
        </p:nvSpPr>
        <p:spPr bwMode="black">
          <a:xfrm rot="9775276" flipV="1">
            <a:off x="6348413" y="3079750"/>
            <a:ext cx="1374775" cy="835025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1" name="Line 35">
            <a:extLst>
              <a:ext uri="{FF2B5EF4-FFF2-40B4-BE49-F238E27FC236}">
                <a16:creationId xmlns:a16="http://schemas.microsoft.com/office/drawing/2014/main" id="{2E317247-90D3-F812-5A0F-A00561E69DDC}"/>
              </a:ext>
            </a:extLst>
          </p:cNvPr>
          <p:cNvSpPr>
            <a:spLocks noChangeShapeType="1"/>
          </p:cNvSpPr>
          <p:nvPr/>
        </p:nvSpPr>
        <p:spPr bwMode="black">
          <a:xfrm rot="983871" flipV="1">
            <a:off x="6943725" y="4751388"/>
            <a:ext cx="763588" cy="47625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2" name="Line 36">
            <a:extLst>
              <a:ext uri="{FF2B5EF4-FFF2-40B4-BE49-F238E27FC236}">
                <a16:creationId xmlns:a16="http://schemas.microsoft.com/office/drawing/2014/main" id="{40C4E989-1694-1C21-55AA-41F1C9D961B5}"/>
              </a:ext>
            </a:extLst>
          </p:cNvPr>
          <p:cNvSpPr>
            <a:spLocks noChangeShapeType="1"/>
          </p:cNvSpPr>
          <p:nvPr/>
        </p:nvSpPr>
        <p:spPr bwMode="black">
          <a:xfrm rot="4375276" flipV="1">
            <a:off x="6862763" y="5189538"/>
            <a:ext cx="7620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3" name="Arc 37">
            <a:extLst>
              <a:ext uri="{FF2B5EF4-FFF2-40B4-BE49-F238E27FC236}">
                <a16:creationId xmlns:a16="http://schemas.microsoft.com/office/drawing/2014/main" id="{C5CDA47D-A90B-16AB-2FAA-E053C73C6544}"/>
              </a:ext>
            </a:extLst>
          </p:cNvPr>
          <p:cNvSpPr>
            <a:spLocks/>
          </p:cNvSpPr>
          <p:nvPr/>
        </p:nvSpPr>
        <p:spPr bwMode="black">
          <a:xfrm>
            <a:off x="6926263" y="5070475"/>
            <a:ext cx="166687" cy="176213"/>
          </a:xfrm>
          <a:custGeom>
            <a:avLst/>
            <a:gdLst>
              <a:gd name="T0" fmla="*/ 2147483646 w 21600"/>
              <a:gd name="T1" fmla="*/ 0 h 16850"/>
              <a:gd name="T2" fmla="*/ 2147483646 w 21600"/>
              <a:gd name="T3" fmla="*/ 2147483646 h 16850"/>
              <a:gd name="T4" fmla="*/ 0 w 21600"/>
              <a:gd name="T5" fmla="*/ 2147483646 h 16850"/>
              <a:gd name="T6" fmla="*/ 0 60000 65536"/>
              <a:gd name="T7" fmla="*/ 0 60000 65536"/>
              <a:gd name="T8" fmla="*/ 0 60000 65536"/>
              <a:gd name="T9" fmla="*/ 0 w 21600"/>
              <a:gd name="T10" fmla="*/ 0 h 16850"/>
              <a:gd name="T11" fmla="*/ 21600 w 21600"/>
              <a:gd name="T12" fmla="*/ 16850 h 168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850" fill="none" extrusionOk="0">
                <a:moveTo>
                  <a:pt x="20267" y="-1"/>
                </a:moveTo>
                <a:cubicBezTo>
                  <a:pt x="21148" y="2391"/>
                  <a:pt x="21600" y="4920"/>
                  <a:pt x="21600" y="7469"/>
                </a:cubicBezTo>
                <a:cubicBezTo>
                  <a:pt x="21600" y="10717"/>
                  <a:pt x="20867" y="13924"/>
                  <a:pt x="19456" y="16850"/>
                </a:cubicBezTo>
              </a:path>
              <a:path w="21600" h="16850" stroke="0" extrusionOk="0">
                <a:moveTo>
                  <a:pt x="20267" y="-1"/>
                </a:moveTo>
                <a:cubicBezTo>
                  <a:pt x="21148" y="2391"/>
                  <a:pt x="21600" y="4920"/>
                  <a:pt x="21600" y="7469"/>
                </a:cubicBezTo>
                <a:cubicBezTo>
                  <a:pt x="21600" y="10717"/>
                  <a:pt x="20867" y="13924"/>
                  <a:pt x="19456" y="16850"/>
                </a:cubicBezTo>
                <a:lnTo>
                  <a:pt x="0" y="7469"/>
                </a:lnTo>
                <a:lnTo>
                  <a:pt x="20267" y="-1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4" name="Freeform 38">
            <a:extLst>
              <a:ext uri="{FF2B5EF4-FFF2-40B4-BE49-F238E27FC236}">
                <a16:creationId xmlns:a16="http://schemas.microsoft.com/office/drawing/2014/main" id="{2DE9286C-5285-95E9-46FF-10D1987C5384}"/>
              </a:ext>
            </a:extLst>
          </p:cNvPr>
          <p:cNvSpPr>
            <a:spLocks/>
          </p:cNvSpPr>
          <p:nvPr/>
        </p:nvSpPr>
        <p:spPr bwMode="black">
          <a:xfrm>
            <a:off x="5989638" y="2644775"/>
            <a:ext cx="2232025" cy="598488"/>
          </a:xfrm>
          <a:custGeom>
            <a:avLst/>
            <a:gdLst>
              <a:gd name="T0" fmla="*/ 0 w 1406"/>
              <a:gd name="T1" fmla="*/ 2147483646 h 377"/>
              <a:gd name="T2" fmla="*/ 2147483646 w 1406"/>
              <a:gd name="T3" fmla="*/ 2147483646 h 377"/>
              <a:gd name="T4" fmla="*/ 2147483646 w 1406"/>
              <a:gd name="T5" fmla="*/ 2147483646 h 377"/>
              <a:gd name="T6" fmla="*/ 2147483646 w 1406"/>
              <a:gd name="T7" fmla="*/ 2147483646 h 377"/>
              <a:gd name="T8" fmla="*/ 2147483646 w 1406"/>
              <a:gd name="T9" fmla="*/ 2147483646 h 377"/>
              <a:gd name="T10" fmla="*/ 2147483646 w 1406"/>
              <a:gd name="T11" fmla="*/ 2147483646 h 377"/>
              <a:gd name="T12" fmla="*/ 2147483646 w 1406"/>
              <a:gd name="T13" fmla="*/ 2147483646 h 377"/>
              <a:gd name="T14" fmla="*/ 2147483646 w 1406"/>
              <a:gd name="T15" fmla="*/ 2147483646 h 3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06"/>
              <a:gd name="T25" fmla="*/ 0 h 377"/>
              <a:gd name="T26" fmla="*/ 1406 w 1406"/>
              <a:gd name="T27" fmla="*/ 377 h 37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06" h="377">
                <a:moveTo>
                  <a:pt x="0" y="324"/>
                </a:moveTo>
                <a:cubicBezTo>
                  <a:pt x="51" y="279"/>
                  <a:pt x="207" y="104"/>
                  <a:pt x="307" y="52"/>
                </a:cubicBezTo>
                <a:cubicBezTo>
                  <a:pt x="407" y="0"/>
                  <a:pt x="511" y="3"/>
                  <a:pt x="601" y="10"/>
                </a:cubicBezTo>
                <a:cubicBezTo>
                  <a:pt x="691" y="17"/>
                  <a:pt x="773" y="57"/>
                  <a:pt x="847" y="94"/>
                </a:cubicBezTo>
                <a:cubicBezTo>
                  <a:pt x="921" y="131"/>
                  <a:pt x="989" y="195"/>
                  <a:pt x="1044" y="233"/>
                </a:cubicBezTo>
                <a:cubicBezTo>
                  <a:pt x="1099" y="271"/>
                  <a:pt x="1135" y="301"/>
                  <a:pt x="1180" y="324"/>
                </a:cubicBezTo>
                <a:cubicBezTo>
                  <a:pt x="1225" y="347"/>
                  <a:pt x="1278" y="361"/>
                  <a:pt x="1316" y="369"/>
                </a:cubicBezTo>
                <a:cubicBezTo>
                  <a:pt x="1354" y="377"/>
                  <a:pt x="1380" y="373"/>
                  <a:pt x="1406" y="369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5" name="Rectangle 39">
            <a:extLst>
              <a:ext uri="{FF2B5EF4-FFF2-40B4-BE49-F238E27FC236}">
                <a16:creationId xmlns:a16="http://schemas.microsoft.com/office/drawing/2014/main" id="{D813B54B-B37C-6E52-4453-78DB4FC0058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835150" y="281305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</a:rPr>
              <a:t>大小</a:t>
            </a:r>
            <a:r>
              <a:rPr kumimoji="1" lang="zh-CN" altLang="en-US" sz="2400">
                <a:solidFill>
                  <a:schemeClr val="hlink"/>
                </a:solidFill>
              </a:rPr>
              <a:t>为</a:t>
            </a:r>
          </a:p>
        </p:txBody>
      </p:sp>
      <p:sp>
        <p:nvSpPr>
          <p:cNvPr id="29736" name="Rectangle 40">
            <a:extLst>
              <a:ext uri="{FF2B5EF4-FFF2-40B4-BE49-F238E27FC236}">
                <a16:creationId xmlns:a16="http://schemas.microsoft.com/office/drawing/2014/main" id="{696F9EAA-57BC-D83A-7660-AB3865FA81F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843213" y="190341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</a:rPr>
              <a:t>叫</a:t>
            </a:r>
            <a:r>
              <a:rPr kumimoji="1" lang="zh-CN" altLang="en-US" sz="2400">
                <a:solidFill>
                  <a:srgbClr val="66FFFF"/>
                </a:solidFill>
              </a:rPr>
              <a:t>切向加速度</a:t>
            </a:r>
          </a:p>
        </p:txBody>
      </p:sp>
      <p:graphicFrame>
        <p:nvGraphicFramePr>
          <p:cNvPr id="29737" name="Object 21">
            <a:extLst>
              <a:ext uri="{FF2B5EF4-FFF2-40B4-BE49-F238E27FC236}">
                <a16:creationId xmlns:a16="http://schemas.microsoft.com/office/drawing/2014/main" id="{16F3F9FD-5D3D-D675-15F2-6C802B2AF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687513"/>
          <a:ext cx="7747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738984" imgH="838422" progId="Equation.3">
                  <p:embed/>
                </p:oleObj>
              </mc:Choice>
              <mc:Fallback>
                <p:oleObj name="公式" r:id="rId40" imgW="738984" imgH="83842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1050" y="1687513"/>
                        <a:ext cx="7747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22">
            <a:extLst>
              <a:ext uri="{FF2B5EF4-FFF2-40B4-BE49-F238E27FC236}">
                <a16:creationId xmlns:a16="http://schemas.microsoft.com/office/drawing/2014/main" id="{AE61DB8C-227C-6A52-4520-1BACE08132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2668588"/>
          <a:ext cx="7381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701164" imgH="785054" progId="Equation.3">
                  <p:embed/>
                </p:oleObj>
              </mc:Choice>
              <mc:Fallback>
                <p:oleObj name="公式" r:id="rId42" imgW="701164" imgH="78505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89350" y="2668588"/>
                        <a:ext cx="7381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9" name="Rectangle 43">
            <a:extLst>
              <a:ext uri="{FF2B5EF4-FFF2-40B4-BE49-F238E27FC236}">
                <a16:creationId xmlns:a16="http://schemas.microsoft.com/office/drawing/2014/main" id="{892D1F21-10F3-E21B-2B85-0EB03525D1A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987675" y="516096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</a:rPr>
              <a:t>叫</a:t>
            </a:r>
            <a:r>
              <a:rPr kumimoji="1" lang="zh-CN" altLang="en-US" sz="2400">
                <a:solidFill>
                  <a:srgbClr val="66FFFF"/>
                </a:solidFill>
              </a:rPr>
              <a:t>法向加速度</a:t>
            </a:r>
          </a:p>
        </p:txBody>
      </p:sp>
      <p:graphicFrame>
        <p:nvGraphicFramePr>
          <p:cNvPr id="29740" name="Object 23">
            <a:extLst>
              <a:ext uri="{FF2B5EF4-FFF2-40B4-BE49-F238E27FC236}">
                <a16:creationId xmlns:a16="http://schemas.microsoft.com/office/drawing/2014/main" id="{E86F3D47-7356-7F44-F091-3D07458DC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5175250"/>
          <a:ext cx="5048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137347" imgH="190528" progId="Equation.3">
                  <p:embed/>
                </p:oleObj>
              </mc:Choice>
              <mc:Fallback>
                <p:oleObj name="公式" r:id="rId44" imgW="137347" imgH="19052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932363" y="5175250"/>
                        <a:ext cx="5048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1" name="Object 24">
            <a:extLst>
              <a:ext uri="{FF2B5EF4-FFF2-40B4-BE49-F238E27FC236}">
                <a16:creationId xmlns:a16="http://schemas.microsoft.com/office/drawing/2014/main" id="{90097CA3-1B15-0713-8706-0799FCC97B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3425" y="6091238"/>
          <a:ext cx="3000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2948971" imgH="381055" progId="Equation.3">
                  <p:embed/>
                </p:oleObj>
              </mc:Choice>
              <mc:Fallback>
                <p:oleObj name="公式" r:id="rId46" imgW="2948971" imgH="38105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03425" y="6091238"/>
                        <a:ext cx="3000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42" name="Text Box 46">
            <a:extLst>
              <a:ext uri="{FF2B5EF4-FFF2-40B4-BE49-F238E27FC236}">
                <a16:creationId xmlns:a16="http://schemas.microsoft.com/office/drawing/2014/main" id="{B6A3BDBC-7408-A180-9533-25F4129925B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327775" y="2487613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9743" name="Line 47">
            <a:extLst>
              <a:ext uri="{FF2B5EF4-FFF2-40B4-BE49-F238E27FC236}">
                <a16:creationId xmlns:a16="http://schemas.microsoft.com/office/drawing/2014/main" id="{ACC2F412-ACBC-D732-22CC-ED92480E2A90}"/>
              </a:ext>
            </a:extLst>
          </p:cNvPr>
          <p:cNvSpPr>
            <a:spLocks noChangeShapeType="1"/>
          </p:cNvSpPr>
          <p:nvPr/>
        </p:nvSpPr>
        <p:spPr bwMode="black">
          <a:xfrm rot="983871" flipV="1">
            <a:off x="6524625" y="2282825"/>
            <a:ext cx="677863" cy="53975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44" name="Text Box 48">
            <a:extLst>
              <a:ext uri="{FF2B5EF4-FFF2-40B4-BE49-F238E27FC236}">
                <a16:creationId xmlns:a16="http://schemas.microsoft.com/office/drawing/2014/main" id="{3F432ED5-013E-1013-20DC-C4480D27B1A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392988" y="271303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0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10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10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10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0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20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706" grpId="0" autoUpdateAnimBg="0"/>
      <p:bldP spid="29708" grpId="0" autoUpdateAnimBg="0"/>
      <p:bldP spid="29711" grpId="0" autoUpdateAnimBg="0"/>
      <p:bldP spid="29712" grpId="0" autoUpdateAnimBg="0"/>
      <p:bldP spid="29714" grpId="0" autoUpdateAnimBg="0"/>
      <p:bldP spid="29735" grpId="0"/>
      <p:bldP spid="29736" grpId="0"/>
      <p:bldP spid="29739" grpId="0"/>
      <p:bldP spid="29742" grpId="0"/>
      <p:bldP spid="297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>
            <a:extLst>
              <a:ext uri="{FF2B5EF4-FFF2-40B4-BE49-F238E27FC236}">
                <a16:creationId xmlns:a16="http://schemas.microsoft.com/office/drawing/2014/main" id="{9E6ACBB6-16E4-1F96-1650-D5E7A22C82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76250"/>
          <a:ext cx="12223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80882" imgH="281801" progId="Equation.3">
                  <p:embed/>
                </p:oleObj>
              </mc:Choice>
              <mc:Fallback>
                <p:oleObj name="公式" r:id="rId2" imgW="1180882" imgH="28180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58888" y="476250"/>
                        <a:ext cx="12223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CDF7CC45-C03E-4D7A-1741-90CB347103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1700213"/>
          <a:ext cx="15986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46642" imgH="304745" progId="Equation.3">
                  <p:embed/>
                </p:oleObj>
              </mc:Choice>
              <mc:Fallback>
                <p:oleObj name="公式" r:id="rId4" imgW="1546642" imgH="3047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541463" y="1700213"/>
                        <a:ext cx="159861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1DC49099-DEE8-6C05-DF95-14811143C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028700"/>
          <a:ext cx="24193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77689" imgH="418961" progId="Equation.3">
                  <p:embed/>
                </p:oleObj>
              </mc:Choice>
              <mc:Fallback>
                <p:oleObj name="公式" r:id="rId6" imgW="2377689" imgH="41896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76375" y="1028700"/>
                        <a:ext cx="24193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D4A32CDB-05FF-9AA0-5E73-B53B89A988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052513"/>
          <a:ext cx="10826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44033" imgH="304745" progId="Equation.3">
                  <p:embed/>
                </p:oleObj>
              </mc:Choice>
              <mc:Fallback>
                <p:oleObj name="公式" r:id="rId8" imgW="1044033" imgH="3047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03800" y="1052513"/>
                        <a:ext cx="10826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24709682-8DE6-7DA3-D1EB-B51B189AF2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052513"/>
          <a:ext cx="8699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23084" imgH="251377" progId="Equation.3">
                  <p:embed/>
                </p:oleObj>
              </mc:Choice>
              <mc:Fallback>
                <p:oleObj name="公式" r:id="rId10" imgW="823084" imgH="25137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779838" y="1052513"/>
                        <a:ext cx="8699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7">
            <a:extLst>
              <a:ext uri="{FF2B5EF4-FFF2-40B4-BE49-F238E27FC236}">
                <a16:creationId xmlns:a16="http://schemas.microsoft.com/office/drawing/2014/main" id="{D8AFE295-83EF-A8DA-DEFE-1924BAB56D5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27088" y="4048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当</a:t>
            </a:r>
          </a:p>
        </p:txBody>
      </p:sp>
      <p:sp>
        <p:nvSpPr>
          <p:cNvPr id="30728" name="Rectangle 8">
            <a:extLst>
              <a:ext uri="{FF2B5EF4-FFF2-40B4-BE49-F238E27FC236}">
                <a16:creationId xmlns:a16="http://schemas.microsoft.com/office/drawing/2014/main" id="{A6FDD5EC-19C9-CB41-7151-75C786C2730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230438" y="4238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 </a:t>
            </a:r>
            <a:r>
              <a:rPr lang="zh-CN" altLang="en-US" sz="2400">
                <a:solidFill>
                  <a:schemeClr val="hlink"/>
                </a:solidFill>
              </a:rPr>
              <a:t>时</a:t>
            </a:r>
          </a:p>
        </p:txBody>
      </p:sp>
      <p:sp>
        <p:nvSpPr>
          <p:cNvPr id="30729" name="Text Box 9">
            <a:extLst>
              <a:ext uri="{FF2B5EF4-FFF2-40B4-BE49-F238E27FC236}">
                <a16:creationId xmlns:a16="http://schemas.microsoft.com/office/drawing/2014/main" id="{A249462C-B638-50BC-CC9A-77A66825FF2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33438" y="23574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因而</a:t>
            </a:r>
          </a:p>
        </p:txBody>
      </p:sp>
      <p:graphicFrame>
        <p:nvGraphicFramePr>
          <p:cNvPr id="30730" name="Object 7">
            <a:extLst>
              <a:ext uri="{FF2B5EF4-FFF2-40B4-BE49-F238E27FC236}">
                <a16:creationId xmlns:a16="http://schemas.microsoft.com/office/drawing/2014/main" id="{B955A06E-FF36-6A6E-D5DA-529A4F7BE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6500" y="2205038"/>
          <a:ext cx="4629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594642" imgH="785054" progId="Equation.3">
                  <p:embed/>
                </p:oleObj>
              </mc:Choice>
              <mc:Fallback>
                <p:oleObj name="公式" r:id="rId12" imgW="4594642" imgH="78505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746500" y="2205038"/>
                        <a:ext cx="4629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8">
            <a:extLst>
              <a:ext uri="{FF2B5EF4-FFF2-40B4-BE49-F238E27FC236}">
                <a16:creationId xmlns:a16="http://schemas.microsoft.com/office/drawing/2014/main" id="{C39C6B83-6BF9-7443-7A7C-5927047EC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173288"/>
          <a:ext cx="19129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82047" imgH="785054" progId="Equation.3">
                  <p:embed/>
                </p:oleObj>
              </mc:Choice>
              <mc:Fallback>
                <p:oleObj name="公式" r:id="rId14" imgW="1882047" imgH="7850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727200" y="2173288"/>
                        <a:ext cx="191293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9">
            <a:extLst>
              <a:ext uri="{FF2B5EF4-FFF2-40B4-BE49-F238E27FC236}">
                <a16:creationId xmlns:a16="http://schemas.microsoft.com/office/drawing/2014/main" id="{CBF8811D-7032-E18E-03DD-7F44E9380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5" y="3213100"/>
          <a:ext cx="36782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634709" imgH="838422" progId="Equation.3">
                  <p:embed/>
                </p:oleObj>
              </mc:Choice>
              <mc:Fallback>
                <p:oleObj name="公式" r:id="rId16" imgW="3634709" imgH="83842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666875" y="3213100"/>
                        <a:ext cx="367823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3">
            <a:extLst>
              <a:ext uri="{FF2B5EF4-FFF2-40B4-BE49-F238E27FC236}">
                <a16:creationId xmlns:a16="http://schemas.microsoft.com/office/drawing/2014/main" id="{3154D726-F211-438A-C20C-2B76B45032E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27088" y="436562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法向加速度：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大小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30734" name="Object 10">
            <a:extLst>
              <a:ext uri="{FF2B5EF4-FFF2-40B4-BE49-F238E27FC236}">
                <a16:creationId xmlns:a16="http://schemas.microsoft.com/office/drawing/2014/main" id="{5B9FB4E0-9A40-6048-464C-990E2A061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149725"/>
          <a:ext cx="4079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65760" imgH="838422" progId="Equation.3">
                  <p:embed/>
                </p:oleObj>
              </mc:Choice>
              <mc:Fallback>
                <p:oleObj name="公式" r:id="rId18" imgW="365760" imgH="83842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95738" y="4149725"/>
                        <a:ext cx="4079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Text Box 15">
            <a:extLst>
              <a:ext uri="{FF2B5EF4-FFF2-40B4-BE49-F238E27FC236}">
                <a16:creationId xmlns:a16="http://schemas.microsoft.com/office/drawing/2014/main" id="{AE80E984-0BB8-E115-199F-562CFAA1E3E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219700" y="436562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30736" name="Object 11">
            <a:extLst>
              <a:ext uri="{FF2B5EF4-FFF2-40B4-BE49-F238E27FC236}">
                <a16:creationId xmlns:a16="http://schemas.microsoft.com/office/drawing/2014/main" id="{326B77E9-A721-5681-1796-256641F4BF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8575" y="4491038"/>
          <a:ext cx="22542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0593" imgH="243895" progId="Equation.3">
                  <p:embed/>
                </p:oleObj>
              </mc:Choice>
              <mc:Fallback>
                <p:oleObj name="公式" r:id="rId20" imgW="190593" imgH="2438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8575" y="4491038"/>
                        <a:ext cx="225425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Text Box 17">
            <a:extLst>
              <a:ext uri="{FF2B5EF4-FFF2-40B4-BE49-F238E27FC236}">
                <a16:creationId xmlns:a16="http://schemas.microsoft.com/office/drawing/2014/main" id="{E3839327-2D4E-E9FA-0381-0A0380B52C0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798888" y="509905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反映</a:t>
            </a:r>
            <a:r>
              <a:rPr kumimoji="1" lang="zh-CN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速度方向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变化的快慢</a:t>
            </a:r>
          </a:p>
        </p:txBody>
      </p:sp>
      <p:sp>
        <p:nvSpPr>
          <p:cNvPr id="30738" name="Text Box 18">
            <a:extLst>
              <a:ext uri="{FF2B5EF4-FFF2-40B4-BE49-F238E27FC236}">
                <a16:creationId xmlns:a16="http://schemas.microsoft.com/office/drawing/2014/main" id="{81830FBF-0D7A-684E-6348-0F59980FB51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779713" y="5099050"/>
            <a:ext cx="1360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意义：</a:t>
            </a:r>
          </a:p>
        </p:txBody>
      </p:sp>
      <p:sp>
        <p:nvSpPr>
          <p:cNvPr id="30739" name="Rectangle 19">
            <a:extLst>
              <a:ext uri="{FF2B5EF4-FFF2-40B4-BE49-F238E27FC236}">
                <a16:creationId xmlns:a16="http://schemas.microsoft.com/office/drawing/2014/main" id="{CB6DAAE4-A342-3FAD-A96C-ED172220B7B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27088" y="58515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加速度</a:t>
            </a:r>
          </a:p>
        </p:txBody>
      </p:sp>
      <p:graphicFrame>
        <p:nvGraphicFramePr>
          <p:cNvPr id="30740" name="Object 12">
            <a:extLst>
              <a:ext uri="{FF2B5EF4-FFF2-40B4-BE49-F238E27FC236}">
                <a16:creationId xmlns:a16="http://schemas.microsoft.com/office/drawing/2014/main" id="{5415654B-EFBC-7A9E-D5DD-DE221E7F8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5661025"/>
          <a:ext cx="65055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492116" imgH="838422" progId="Equation.3">
                  <p:embed/>
                </p:oleObj>
              </mc:Choice>
              <mc:Fallback>
                <p:oleObj name="公式" r:id="rId22" imgW="6492116" imgH="83842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6450" y="5661025"/>
                        <a:ext cx="65055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1" name="AutoShape 21">
            <a:extLst>
              <a:ext uri="{FF2B5EF4-FFF2-40B4-BE49-F238E27FC236}">
                <a16:creationId xmlns:a16="http://schemas.microsoft.com/office/drawing/2014/main" id="{8E928CFF-3456-48C1-8A2C-2724A8D0962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92950" y="3429000"/>
            <a:ext cx="1219200" cy="415925"/>
          </a:xfrm>
          <a:prstGeom prst="wedgeRectCallout">
            <a:avLst>
              <a:gd name="adj1" fmla="val 11449"/>
              <a:gd name="adj2" fmla="val -162000"/>
            </a:avLst>
          </a:prstGeom>
          <a:solidFill>
            <a:srgbClr val="3333CC">
              <a:alpha val="14117"/>
            </a:srgbClr>
          </a:solidFill>
          <a:ln w="19050">
            <a:solidFill>
              <a:srgbClr val="66FFFF">
                <a:alpha val="32156"/>
              </a:srgbClr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曲率半径</a:t>
            </a:r>
          </a:p>
        </p:txBody>
      </p:sp>
      <p:grpSp>
        <p:nvGrpSpPr>
          <p:cNvPr id="9238" name="Group 22">
            <a:extLst>
              <a:ext uri="{FF2B5EF4-FFF2-40B4-BE49-F238E27FC236}">
                <a16:creationId xmlns:a16="http://schemas.microsoft.com/office/drawing/2014/main" id="{DB0F441D-01EB-4CBD-B5AC-00D6142D0622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493713"/>
            <a:ext cx="1519237" cy="1495425"/>
            <a:chOff x="4241" y="311"/>
            <a:chExt cx="957" cy="942"/>
          </a:xfrm>
        </p:grpSpPr>
        <p:sp>
          <p:nvSpPr>
            <p:cNvPr id="9239" name="Line 23">
              <a:extLst>
                <a:ext uri="{FF2B5EF4-FFF2-40B4-BE49-F238E27FC236}">
                  <a16:creationId xmlns:a16="http://schemas.microsoft.com/office/drawing/2014/main" id="{476FF5E9-1045-E65B-B06C-88C36444E7EA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4059142">
              <a:off x="4694" y="633"/>
              <a:ext cx="441" cy="30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40" name="Object 13">
              <a:extLst>
                <a:ext uri="{FF2B5EF4-FFF2-40B4-BE49-F238E27FC236}">
                  <a16:creationId xmlns:a16="http://schemas.microsoft.com/office/drawing/2014/main" id="{BC872855-3543-C311-D8FE-902EDAEE40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3" y="311"/>
            <a:ext cx="30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571282" imgH="381055" progId="Equation.3">
                    <p:embed/>
                  </p:oleObj>
                </mc:Choice>
                <mc:Fallback>
                  <p:oleObj name="公式" r:id="rId24" imgW="571282" imgH="38105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453" y="311"/>
                          <a:ext cx="306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14">
              <a:extLst>
                <a:ext uri="{FF2B5EF4-FFF2-40B4-BE49-F238E27FC236}">
                  <a16:creationId xmlns:a16="http://schemas.microsoft.com/office/drawing/2014/main" id="{B20A434B-2339-1730-6051-9291F8C3FC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1042"/>
            <a:ext cx="639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34627" imgH="381055" progId="Equation.3">
                    <p:embed/>
                  </p:oleObj>
                </mc:Choice>
                <mc:Fallback>
                  <p:oleObj name="公式" r:id="rId26" imgW="1234627" imgH="38105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241" y="1042"/>
                          <a:ext cx="639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2" name="Object 15">
              <a:extLst>
                <a:ext uri="{FF2B5EF4-FFF2-40B4-BE49-F238E27FC236}">
                  <a16:creationId xmlns:a16="http://schemas.microsoft.com/office/drawing/2014/main" id="{FB084525-6FF6-46AF-FE06-8FD4475183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2" y="715"/>
            <a:ext cx="25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472253" imgH="289782" progId="Equation.3">
                    <p:embed/>
                  </p:oleObj>
                </mc:Choice>
                <mc:Fallback>
                  <p:oleObj name="公式" r:id="rId28" imgW="472253" imgH="289782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42" y="715"/>
                          <a:ext cx="25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3" name="Object 16">
              <a:extLst>
                <a:ext uri="{FF2B5EF4-FFF2-40B4-BE49-F238E27FC236}">
                  <a16:creationId xmlns:a16="http://schemas.microsoft.com/office/drawing/2014/main" id="{7F7793CA-F681-AD08-2457-0677EAC0D5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0" y="636"/>
            <a:ext cx="24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457324" imgH="251377" progId="Equation.3">
                    <p:embed/>
                  </p:oleObj>
                </mc:Choice>
                <mc:Fallback>
                  <p:oleObj name="公式" r:id="rId30" imgW="457324" imgH="251377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10" y="636"/>
                          <a:ext cx="24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4" name="Line 28">
              <a:extLst>
                <a:ext uri="{FF2B5EF4-FFF2-40B4-BE49-F238E27FC236}">
                  <a16:creationId xmlns:a16="http://schemas.microsoft.com/office/drawing/2014/main" id="{A2E626B0-EB62-C089-EF42-F815DFD843FD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983871" flipV="1">
              <a:off x="4469" y="444"/>
              <a:ext cx="481" cy="30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29">
              <a:extLst>
                <a:ext uri="{FF2B5EF4-FFF2-40B4-BE49-F238E27FC236}">
                  <a16:creationId xmlns:a16="http://schemas.microsoft.com/office/drawing/2014/main" id="{DD2EC661-3041-71BA-A6E2-3B4F67E5CA38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4375276" flipV="1">
              <a:off x="4418" y="720"/>
              <a:ext cx="480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Arc 30">
              <a:extLst>
                <a:ext uri="{FF2B5EF4-FFF2-40B4-BE49-F238E27FC236}">
                  <a16:creationId xmlns:a16="http://schemas.microsoft.com/office/drawing/2014/main" id="{2DE36B73-D060-1C52-E360-5258218103F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500" y="639"/>
              <a:ext cx="93" cy="122"/>
            </a:xfrm>
            <a:custGeom>
              <a:avLst/>
              <a:gdLst>
                <a:gd name="T0" fmla="*/ 0 w 21600"/>
                <a:gd name="T1" fmla="*/ 0 h 19448"/>
                <a:gd name="T2" fmla="*/ 0 w 21600"/>
                <a:gd name="T3" fmla="*/ 0 h 19448"/>
                <a:gd name="T4" fmla="*/ 0 w 21600"/>
                <a:gd name="T5" fmla="*/ 0 h 19448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48"/>
                <a:gd name="T11" fmla="*/ 21600 w 21600"/>
                <a:gd name="T12" fmla="*/ 19448 h 19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48" fill="none" extrusionOk="0">
                  <a:moveTo>
                    <a:pt x="21330" y="0"/>
                  </a:moveTo>
                  <a:cubicBezTo>
                    <a:pt x="21509" y="1124"/>
                    <a:pt x="21600" y="2261"/>
                    <a:pt x="21600" y="3400"/>
                  </a:cubicBezTo>
                  <a:cubicBezTo>
                    <a:pt x="21600" y="9519"/>
                    <a:pt x="19004" y="15351"/>
                    <a:pt x="14457" y="19447"/>
                  </a:cubicBezTo>
                </a:path>
                <a:path w="21600" h="19448" stroke="0" extrusionOk="0">
                  <a:moveTo>
                    <a:pt x="21330" y="0"/>
                  </a:moveTo>
                  <a:cubicBezTo>
                    <a:pt x="21509" y="1124"/>
                    <a:pt x="21600" y="2261"/>
                    <a:pt x="21600" y="3400"/>
                  </a:cubicBezTo>
                  <a:cubicBezTo>
                    <a:pt x="21600" y="9519"/>
                    <a:pt x="19004" y="15351"/>
                    <a:pt x="14457" y="19447"/>
                  </a:cubicBezTo>
                  <a:lnTo>
                    <a:pt x="0" y="3400"/>
                  </a:lnTo>
                  <a:lnTo>
                    <a:pt x="21330" y="0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/>
      <p:bldP spid="30728" grpId="0"/>
      <p:bldP spid="30729" grpId="0"/>
      <p:bldP spid="30733" grpId="0"/>
      <p:bldP spid="30735" grpId="0" autoUpdateAnimBg="0"/>
      <p:bldP spid="30737" grpId="0" autoUpdateAnimBg="0"/>
      <p:bldP spid="30738" grpId="0" autoUpdateAnimBg="0"/>
      <p:bldP spid="30739" grpId="0"/>
      <p:bldP spid="307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reeform 2">
            <a:extLst>
              <a:ext uri="{FF2B5EF4-FFF2-40B4-BE49-F238E27FC236}">
                <a16:creationId xmlns:a16="http://schemas.microsoft.com/office/drawing/2014/main" id="{63240571-2AC0-E6B0-8A5B-0F95CA7A1E31}"/>
              </a:ext>
            </a:extLst>
          </p:cNvPr>
          <p:cNvSpPr>
            <a:spLocks/>
          </p:cNvSpPr>
          <p:nvPr/>
        </p:nvSpPr>
        <p:spPr bwMode="black">
          <a:xfrm>
            <a:off x="5367338" y="3605213"/>
            <a:ext cx="2228850" cy="1147762"/>
          </a:xfrm>
          <a:custGeom>
            <a:avLst/>
            <a:gdLst>
              <a:gd name="T0" fmla="*/ 0 w 1404"/>
              <a:gd name="T1" fmla="*/ 2147483646 h 723"/>
              <a:gd name="T2" fmla="*/ 2147483646 w 1404"/>
              <a:gd name="T3" fmla="*/ 2147483646 h 723"/>
              <a:gd name="T4" fmla="*/ 2147483646 w 1404"/>
              <a:gd name="T5" fmla="*/ 2147483646 h 723"/>
              <a:gd name="T6" fmla="*/ 2147483646 w 1404"/>
              <a:gd name="T7" fmla="*/ 2147483646 h 723"/>
              <a:gd name="T8" fmla="*/ 2147483646 w 1404"/>
              <a:gd name="T9" fmla="*/ 2147483646 h 7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04"/>
              <a:gd name="T16" fmla="*/ 0 h 723"/>
              <a:gd name="T17" fmla="*/ 1404 w 1404"/>
              <a:gd name="T18" fmla="*/ 723 h 7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04" h="723">
                <a:moveTo>
                  <a:pt x="0" y="723"/>
                </a:moveTo>
                <a:cubicBezTo>
                  <a:pt x="53" y="648"/>
                  <a:pt x="206" y="390"/>
                  <a:pt x="312" y="276"/>
                </a:cubicBezTo>
                <a:cubicBezTo>
                  <a:pt x="418" y="162"/>
                  <a:pt x="519" y="82"/>
                  <a:pt x="639" y="41"/>
                </a:cubicBezTo>
                <a:cubicBezTo>
                  <a:pt x="759" y="0"/>
                  <a:pt x="904" y="8"/>
                  <a:pt x="1031" y="29"/>
                </a:cubicBezTo>
                <a:cubicBezTo>
                  <a:pt x="1158" y="50"/>
                  <a:pt x="1326" y="137"/>
                  <a:pt x="1404" y="165"/>
                </a:cubicBez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BB30E34-7BF9-DBE4-AE4D-BB881C59C42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39750" y="31908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讨论</a:t>
            </a:r>
            <a:endParaRPr kumimoji="1"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A38A8A8F-1DCC-B39F-66E1-DEA623E2276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77888" y="817563"/>
            <a:ext cx="20129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在一般情况下</a:t>
            </a:r>
            <a:br>
              <a:rPr kumimoji="1" lang="zh-CN" altLang="en-US" sz="2400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endParaRPr kumimoji="1" lang="zh-CN" altLang="en-US" sz="1200">
              <a:solidFill>
                <a:srgbClr val="FFFF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773" name="Object 2">
            <a:extLst>
              <a:ext uri="{FF2B5EF4-FFF2-40B4-BE49-F238E27FC236}">
                <a16:creationId xmlns:a16="http://schemas.microsoft.com/office/drawing/2014/main" id="{6F68376F-0FA9-AA35-29E8-B51D0BF7C6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620713"/>
          <a:ext cx="55403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600856" imgH="914234" progId="Equation.3">
                  <p:embed/>
                </p:oleObj>
              </mc:Choice>
              <mc:Fallback>
                <p:oleObj name="公式" r:id="rId2" imgW="5600856" imgH="91423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09888" y="620713"/>
                        <a:ext cx="55403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6">
            <a:extLst>
              <a:ext uri="{FF2B5EF4-FFF2-40B4-BE49-F238E27FC236}">
                <a16:creationId xmlns:a16="http://schemas.microsoft.com/office/drawing/2014/main" id="{0315146A-81C5-96F7-213B-073D4371EB6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920750" y="1676400"/>
            <a:ext cx="286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为曲率半径，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CDCDDBE6-8B12-564C-F1BD-92856EFEAAD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920750" y="2117725"/>
            <a:ext cx="762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引入曲率圆后，整条曲线就可看成是由许多不同曲率半径的圆弧所构成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2776" name="Object 3">
            <a:extLst>
              <a:ext uri="{FF2B5EF4-FFF2-40B4-BE49-F238E27FC236}">
                <a16:creationId xmlns:a16="http://schemas.microsoft.com/office/drawing/2014/main" id="{463C43DC-7FD3-E349-3C04-FA9E3057F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5492750"/>
          <a:ext cx="37306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18809" imgH="876328" progId="Equation.3">
                  <p:embed/>
                </p:oleObj>
              </mc:Choice>
              <mc:Fallback>
                <p:oleObj name="公式" r:id="rId4" imgW="3718809" imgH="87632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63850" y="5492750"/>
                        <a:ext cx="37306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AutoShape 10">
            <a:extLst>
              <a:ext uri="{FF2B5EF4-FFF2-40B4-BE49-F238E27FC236}">
                <a16:creationId xmlns:a16="http://schemas.microsoft.com/office/drawing/2014/main" id="{4F5FFB6F-7D74-B3F2-C203-12D8BF97F1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873750" y="3632200"/>
            <a:ext cx="1630363" cy="1616075"/>
          </a:xfrm>
          <a:prstGeom prst="flowChartConnector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</a:endParaRPr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7DC93681-99A9-69EA-8775-D0FC020B97BA}"/>
              </a:ext>
            </a:extLst>
          </p:cNvPr>
          <p:cNvSpPr>
            <a:spLocks noChangeShapeType="1"/>
          </p:cNvSpPr>
          <p:nvPr/>
        </p:nvSpPr>
        <p:spPr bwMode="black">
          <a:xfrm>
            <a:off x="6665913" y="3619500"/>
            <a:ext cx="1417637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B760B40D-1D6A-461E-DED6-A620D2889275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6659563" y="3673475"/>
            <a:ext cx="14287" cy="731838"/>
          </a:xfrm>
          <a:prstGeom prst="line">
            <a:avLst/>
          </a:prstGeom>
          <a:noFill/>
          <a:ln w="2857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1" name="Line 13">
            <a:extLst>
              <a:ext uri="{FF2B5EF4-FFF2-40B4-BE49-F238E27FC236}">
                <a16:creationId xmlns:a16="http://schemas.microsoft.com/office/drawing/2014/main" id="{29C9B028-507F-A3CA-D2B0-9C054A87F623}"/>
              </a:ext>
            </a:extLst>
          </p:cNvPr>
          <p:cNvSpPr>
            <a:spLocks noChangeShapeType="1"/>
          </p:cNvSpPr>
          <p:nvPr/>
        </p:nvSpPr>
        <p:spPr bwMode="black">
          <a:xfrm>
            <a:off x="6665913" y="4419600"/>
            <a:ext cx="1417637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2" name="Line 14">
            <a:extLst>
              <a:ext uri="{FF2B5EF4-FFF2-40B4-BE49-F238E27FC236}">
                <a16:creationId xmlns:a16="http://schemas.microsoft.com/office/drawing/2014/main" id="{6039B234-0170-2932-D516-12344515B899}"/>
              </a:ext>
            </a:extLst>
          </p:cNvPr>
          <p:cNvSpPr>
            <a:spLocks noChangeShapeType="1"/>
          </p:cNvSpPr>
          <p:nvPr/>
        </p:nvSpPr>
        <p:spPr bwMode="black">
          <a:xfrm>
            <a:off x="8083550" y="3630613"/>
            <a:ext cx="0" cy="77470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3" name="Line 15">
            <a:extLst>
              <a:ext uri="{FF2B5EF4-FFF2-40B4-BE49-F238E27FC236}">
                <a16:creationId xmlns:a16="http://schemas.microsoft.com/office/drawing/2014/main" id="{37E30CBD-BF5A-EF96-D6ED-E99177E2C95A}"/>
              </a:ext>
            </a:extLst>
          </p:cNvPr>
          <p:cNvSpPr>
            <a:spLocks noChangeShapeType="1"/>
          </p:cNvSpPr>
          <p:nvPr/>
        </p:nvSpPr>
        <p:spPr bwMode="black">
          <a:xfrm>
            <a:off x="6665913" y="3667125"/>
            <a:ext cx="1417637" cy="752475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4" name="Rectangle 16">
            <a:extLst>
              <a:ext uri="{FF2B5EF4-FFF2-40B4-BE49-F238E27FC236}">
                <a16:creationId xmlns:a16="http://schemas.microsoft.com/office/drawing/2014/main" id="{68D052B7-E136-8490-1E38-33D9E8F1C97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13663" y="366712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32785" name="Line 17">
            <a:extLst>
              <a:ext uri="{FF2B5EF4-FFF2-40B4-BE49-F238E27FC236}">
                <a16:creationId xmlns:a16="http://schemas.microsoft.com/office/drawing/2014/main" id="{97E16EC7-F042-55DC-2A5E-A269AEE24C83}"/>
              </a:ext>
            </a:extLst>
          </p:cNvPr>
          <p:cNvSpPr>
            <a:spLocks noChangeShapeType="1"/>
          </p:cNvSpPr>
          <p:nvPr/>
        </p:nvSpPr>
        <p:spPr bwMode="black">
          <a:xfrm rot="3838206">
            <a:off x="6273007" y="4196556"/>
            <a:ext cx="1588" cy="77152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86" name="Object 4">
            <a:extLst>
              <a:ext uri="{FF2B5EF4-FFF2-40B4-BE49-F238E27FC236}">
                <a16:creationId xmlns:a16="http://schemas.microsoft.com/office/drawing/2014/main" id="{6A7BE5B4-A4FB-2699-B65F-BCADAC582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3933825"/>
          <a:ext cx="266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9622" imgH="396018" progId="Equation.3">
                  <p:embed/>
                </p:oleObj>
              </mc:Choice>
              <mc:Fallback>
                <p:oleObj name="公式" r:id="rId6" imgW="289622" imgH="39601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2225" y="3933825"/>
                        <a:ext cx="2667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5">
            <a:extLst>
              <a:ext uri="{FF2B5EF4-FFF2-40B4-BE49-F238E27FC236}">
                <a16:creationId xmlns:a16="http://schemas.microsoft.com/office/drawing/2014/main" id="{837A3CEA-9CE2-4002-09BD-1FD964D2F0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3240088"/>
          <a:ext cx="273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5049" imgH="381055" progId="Equation.3">
                  <p:embed/>
                </p:oleObj>
              </mc:Choice>
              <mc:Fallback>
                <p:oleObj name="公式" r:id="rId8" imgW="305049" imgH="38105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85113" y="3240088"/>
                        <a:ext cx="2730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Object 6">
            <a:extLst>
              <a:ext uri="{FF2B5EF4-FFF2-40B4-BE49-F238E27FC236}">
                <a16:creationId xmlns:a16="http://schemas.microsoft.com/office/drawing/2014/main" id="{7DCEF40F-C96A-8D32-36B4-F21E897C8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6538" y="4495800"/>
          <a:ext cx="18415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593" imgH="266839" progId="Equation.3">
                  <p:embed/>
                </p:oleObj>
              </mc:Choice>
              <mc:Fallback>
                <p:oleObj name="Equation" r:id="rId10" imgW="190593" imgH="26683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56538" y="4495800"/>
                        <a:ext cx="18415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7">
            <a:extLst>
              <a:ext uri="{FF2B5EF4-FFF2-40B4-BE49-F238E27FC236}">
                <a16:creationId xmlns:a16="http://schemas.microsoft.com/office/drawing/2014/main" id="{3CFD59A0-08C9-BA80-C7CD-CFB8066FF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2150" y="3289300"/>
          <a:ext cx="1841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593" imgH="251377" progId="Equation.3">
                  <p:embed/>
                </p:oleObj>
              </mc:Choice>
              <mc:Fallback>
                <p:oleObj name="公式" r:id="rId12" imgW="190593" imgH="25137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42150" y="3289300"/>
                        <a:ext cx="1841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0" name="Line 22">
            <a:extLst>
              <a:ext uri="{FF2B5EF4-FFF2-40B4-BE49-F238E27FC236}">
                <a16:creationId xmlns:a16="http://schemas.microsoft.com/office/drawing/2014/main" id="{3771CC75-90E5-328D-06DC-1A6F642B7765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635750" y="3617913"/>
            <a:ext cx="674688" cy="11112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91" name="Object 8">
            <a:extLst>
              <a:ext uri="{FF2B5EF4-FFF2-40B4-BE49-F238E27FC236}">
                <a16:creationId xmlns:a16="http://schemas.microsoft.com/office/drawing/2014/main" id="{BE1C48F3-234A-021F-B5B1-4FEF59B1B5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7938" y="4648200"/>
          <a:ext cx="223837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3840" imgH="281801" progId="Equation.3">
                  <p:embed/>
                </p:oleObj>
              </mc:Choice>
              <mc:Fallback>
                <p:oleObj name="公式" r:id="rId14" imgW="243840" imgH="2818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57938" y="4648200"/>
                        <a:ext cx="223837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2" name="Object 9">
            <a:extLst>
              <a:ext uri="{FF2B5EF4-FFF2-40B4-BE49-F238E27FC236}">
                <a16:creationId xmlns:a16="http://schemas.microsoft.com/office/drawing/2014/main" id="{82961A56-C7A2-0D42-108C-7D59528BA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9075" y="327660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3840" imgH="251377" progId="Equation.3">
                  <p:embed/>
                </p:oleObj>
              </mc:Choice>
              <mc:Fallback>
                <p:oleObj name="Equation" r:id="rId16" imgW="243840" imgH="25137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69075" y="327660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3" name="Object 10">
            <a:extLst>
              <a:ext uri="{FF2B5EF4-FFF2-40B4-BE49-F238E27FC236}">
                <a16:creationId xmlns:a16="http://schemas.microsoft.com/office/drawing/2014/main" id="{377709B5-E296-4D2B-1D52-7E419D3C9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3352800"/>
          <a:ext cx="223837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3840" imgH="266839" progId="Equation.3">
                  <p:embed/>
                </p:oleObj>
              </mc:Choice>
              <mc:Fallback>
                <p:oleObj name="Equation" r:id="rId18" imgW="243840" imgH="26683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68438" y="3352800"/>
                        <a:ext cx="223837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4" name="Object 11">
            <a:extLst>
              <a:ext uri="{FF2B5EF4-FFF2-40B4-BE49-F238E27FC236}">
                <a16:creationId xmlns:a16="http://schemas.microsoft.com/office/drawing/2014/main" id="{0D226DFA-A0BE-071D-335D-7AA0B398CB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4083050"/>
          <a:ext cx="2238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3840" imgH="281801" progId="Equation.3">
                  <p:embed/>
                </p:oleObj>
              </mc:Choice>
              <mc:Fallback>
                <p:oleObj name="Equation" r:id="rId20" imgW="243840" imgH="28180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16050" y="4083050"/>
                        <a:ext cx="22383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Oval 27">
            <a:extLst>
              <a:ext uri="{FF2B5EF4-FFF2-40B4-BE49-F238E27FC236}">
                <a16:creationId xmlns:a16="http://schemas.microsoft.com/office/drawing/2014/main" id="{31CFC2AC-B486-8425-2010-018828EE5EA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311275" y="3716338"/>
            <a:ext cx="914400" cy="9144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96" name="Line 28">
            <a:extLst>
              <a:ext uri="{FF2B5EF4-FFF2-40B4-BE49-F238E27FC236}">
                <a16:creationId xmlns:a16="http://schemas.microsoft.com/office/drawing/2014/main" id="{A0CE3718-0F31-5E9B-DA14-B22805EA88FA}"/>
              </a:ext>
            </a:extLst>
          </p:cNvPr>
          <p:cNvSpPr>
            <a:spLocks noChangeShapeType="1"/>
          </p:cNvSpPr>
          <p:nvPr/>
        </p:nvSpPr>
        <p:spPr bwMode="black">
          <a:xfrm rot="-2549473">
            <a:off x="4356100" y="4076700"/>
            <a:ext cx="49213" cy="84455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97" name="Object 12">
            <a:extLst>
              <a:ext uri="{FF2B5EF4-FFF2-40B4-BE49-F238E27FC236}">
                <a16:creationId xmlns:a16="http://schemas.microsoft.com/office/drawing/2014/main" id="{6AF4B789-1070-97A9-CB34-B0E32BE595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508500"/>
          <a:ext cx="2841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19978" imgH="365594" progId="Equation.3">
                  <p:embed/>
                </p:oleObj>
              </mc:Choice>
              <mc:Fallback>
                <p:oleObj name="公式" r:id="rId22" imgW="319978" imgH="36559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95738" y="4508500"/>
                        <a:ext cx="28416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8" name="Object 13">
            <a:extLst>
              <a:ext uri="{FF2B5EF4-FFF2-40B4-BE49-F238E27FC236}">
                <a16:creationId xmlns:a16="http://schemas.microsoft.com/office/drawing/2014/main" id="{F3249395-0D57-20C4-1BD4-7AF98721AF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0100" y="506730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3840" imgH="251377" progId="Equation.3">
                  <p:embed/>
                </p:oleObj>
              </mc:Choice>
              <mc:Fallback>
                <p:oleObj name="Equation" r:id="rId24" imgW="243840" imgH="25137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40100" y="506730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9" name="Object 14">
            <a:extLst>
              <a:ext uri="{FF2B5EF4-FFF2-40B4-BE49-F238E27FC236}">
                <a16:creationId xmlns:a16="http://schemas.microsoft.com/office/drawing/2014/main" id="{07417E0B-7208-F0BC-0FE0-7A859E6C71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1751013"/>
          <a:ext cx="2381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5522" imgH="266839" progId="Equation.3">
                  <p:embed/>
                </p:oleObj>
              </mc:Choice>
              <mc:Fallback>
                <p:oleObj name="Equation" r:id="rId26" imgW="205522" imgH="26683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54425" y="1751013"/>
                        <a:ext cx="2381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0" name="Rectangle 32">
            <a:extLst>
              <a:ext uri="{FF2B5EF4-FFF2-40B4-BE49-F238E27FC236}">
                <a16:creationId xmlns:a16="http://schemas.microsoft.com/office/drawing/2014/main" id="{7DF0C1AD-64E7-DBF6-0946-1CF04DDA940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825875" y="1646238"/>
            <a:ext cx="32702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的方向指向曲率圆中心</a:t>
            </a:r>
            <a:r>
              <a:rPr kumimoji="1" lang="zh-CN" altLang="en-US" sz="12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br>
              <a:rPr kumimoji="1" lang="zh-CN" altLang="en-US" sz="12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</a:b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801" name="Arc 33">
            <a:extLst>
              <a:ext uri="{FF2B5EF4-FFF2-40B4-BE49-F238E27FC236}">
                <a16:creationId xmlns:a16="http://schemas.microsoft.com/office/drawing/2014/main" id="{D7EE404B-0FB8-D74B-B700-AD49C8E35AD5}"/>
              </a:ext>
            </a:extLst>
          </p:cNvPr>
          <p:cNvSpPr>
            <a:spLocks/>
          </p:cNvSpPr>
          <p:nvPr/>
        </p:nvSpPr>
        <p:spPr bwMode="black">
          <a:xfrm rot="1538920">
            <a:off x="7450138" y="3659188"/>
            <a:ext cx="360362" cy="493712"/>
          </a:xfrm>
          <a:custGeom>
            <a:avLst/>
            <a:gdLst>
              <a:gd name="T0" fmla="*/ 2147483646 w 21600"/>
              <a:gd name="T1" fmla="*/ 0 h 21098"/>
              <a:gd name="T2" fmla="*/ 2147483646 w 21600"/>
              <a:gd name="T3" fmla="*/ 2147483646 h 21098"/>
              <a:gd name="T4" fmla="*/ 0 w 21600"/>
              <a:gd name="T5" fmla="*/ 2147483646 h 21098"/>
              <a:gd name="T6" fmla="*/ 0 60000 65536"/>
              <a:gd name="T7" fmla="*/ 0 60000 65536"/>
              <a:gd name="T8" fmla="*/ 0 60000 65536"/>
              <a:gd name="T9" fmla="*/ 0 w 21600"/>
              <a:gd name="T10" fmla="*/ 0 h 21098"/>
              <a:gd name="T11" fmla="*/ 21600 w 21600"/>
              <a:gd name="T12" fmla="*/ 21098 h 210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098" fill="none" extrusionOk="0">
                <a:moveTo>
                  <a:pt x="4629" y="0"/>
                </a:moveTo>
                <a:cubicBezTo>
                  <a:pt x="14539" y="2174"/>
                  <a:pt x="21600" y="10952"/>
                  <a:pt x="21600" y="21098"/>
                </a:cubicBezTo>
              </a:path>
              <a:path w="21600" h="21098" stroke="0" extrusionOk="0">
                <a:moveTo>
                  <a:pt x="4629" y="0"/>
                </a:moveTo>
                <a:cubicBezTo>
                  <a:pt x="14539" y="2174"/>
                  <a:pt x="21600" y="10952"/>
                  <a:pt x="21600" y="21098"/>
                </a:cubicBezTo>
                <a:lnTo>
                  <a:pt x="0" y="21098"/>
                </a:lnTo>
                <a:lnTo>
                  <a:pt x="4629" y="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02" name="AutoShape 34">
            <a:extLst>
              <a:ext uri="{FF2B5EF4-FFF2-40B4-BE49-F238E27FC236}">
                <a16:creationId xmlns:a16="http://schemas.microsoft.com/office/drawing/2014/main" id="{EAC96B80-D16B-8425-89DC-35844B3CD0F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0825" y="2825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3" name="Oval 35">
            <a:extLst>
              <a:ext uri="{FF2B5EF4-FFF2-40B4-BE49-F238E27FC236}">
                <a16:creationId xmlns:a16="http://schemas.microsoft.com/office/drawing/2014/main" id="{58D94E94-145E-46AA-BAB3-CF02D60C753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132138" y="3284538"/>
            <a:ext cx="1814512" cy="181292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4" name="Rectangle 36">
            <a:extLst>
              <a:ext uri="{FF2B5EF4-FFF2-40B4-BE49-F238E27FC236}">
                <a16:creationId xmlns:a16="http://schemas.microsoft.com/office/drawing/2014/main" id="{D36BA1CF-EDA6-CA02-88F1-2F85DD4BE57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502400" y="3313113"/>
            <a:ext cx="327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05" name="Freeform 37">
            <a:extLst>
              <a:ext uri="{FF2B5EF4-FFF2-40B4-BE49-F238E27FC236}">
                <a16:creationId xmlns:a16="http://schemas.microsoft.com/office/drawing/2014/main" id="{A64C68CA-A4E7-771B-BB9C-D5B2CF26DF53}"/>
              </a:ext>
            </a:extLst>
          </p:cNvPr>
          <p:cNvSpPr>
            <a:spLocks/>
          </p:cNvSpPr>
          <p:nvPr/>
        </p:nvSpPr>
        <p:spPr bwMode="black">
          <a:xfrm>
            <a:off x="1000125" y="3660775"/>
            <a:ext cx="3862388" cy="1533525"/>
          </a:xfrm>
          <a:custGeom>
            <a:avLst/>
            <a:gdLst>
              <a:gd name="T0" fmla="*/ 0 w 2433"/>
              <a:gd name="T1" fmla="*/ 2147483646 h 966"/>
              <a:gd name="T2" fmla="*/ 2147483646 w 2433"/>
              <a:gd name="T3" fmla="*/ 2147483646 h 966"/>
              <a:gd name="T4" fmla="*/ 2147483646 w 2433"/>
              <a:gd name="T5" fmla="*/ 2147483646 h 966"/>
              <a:gd name="T6" fmla="*/ 2147483646 w 2433"/>
              <a:gd name="T7" fmla="*/ 2147483646 h 966"/>
              <a:gd name="T8" fmla="*/ 2147483646 w 2433"/>
              <a:gd name="T9" fmla="*/ 2147483646 h 966"/>
              <a:gd name="T10" fmla="*/ 2147483646 w 2433"/>
              <a:gd name="T11" fmla="*/ 2147483646 h 966"/>
              <a:gd name="T12" fmla="*/ 2147483646 w 2433"/>
              <a:gd name="T13" fmla="*/ 2147483646 h 966"/>
              <a:gd name="T14" fmla="*/ 2147483646 w 2433"/>
              <a:gd name="T15" fmla="*/ 2147483646 h 9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33"/>
              <a:gd name="T25" fmla="*/ 0 h 966"/>
              <a:gd name="T26" fmla="*/ 2433 w 2433"/>
              <a:gd name="T27" fmla="*/ 966 h 96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33" h="966">
                <a:moveTo>
                  <a:pt x="0" y="289"/>
                </a:moveTo>
                <a:cubicBezTo>
                  <a:pt x="39" y="261"/>
                  <a:pt x="164" y="163"/>
                  <a:pt x="233" y="118"/>
                </a:cubicBezTo>
                <a:cubicBezTo>
                  <a:pt x="302" y="73"/>
                  <a:pt x="354" y="36"/>
                  <a:pt x="411" y="22"/>
                </a:cubicBezTo>
                <a:cubicBezTo>
                  <a:pt x="468" y="8"/>
                  <a:pt x="497" y="0"/>
                  <a:pt x="576" y="34"/>
                </a:cubicBezTo>
                <a:cubicBezTo>
                  <a:pt x="655" y="68"/>
                  <a:pt x="723" y="98"/>
                  <a:pt x="888" y="229"/>
                </a:cubicBezTo>
                <a:cubicBezTo>
                  <a:pt x="1053" y="360"/>
                  <a:pt x="1370" y="698"/>
                  <a:pt x="1568" y="818"/>
                </a:cubicBezTo>
                <a:cubicBezTo>
                  <a:pt x="1766" y="938"/>
                  <a:pt x="1932" y="938"/>
                  <a:pt x="2076" y="952"/>
                </a:cubicBezTo>
                <a:cubicBezTo>
                  <a:pt x="2220" y="966"/>
                  <a:pt x="2374" y="912"/>
                  <a:pt x="2433" y="904"/>
                </a:cubicBez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6" name="Text Box 38">
            <a:extLst>
              <a:ext uri="{FF2B5EF4-FFF2-40B4-BE49-F238E27FC236}">
                <a16:creationId xmlns:a16="http://schemas.microsoft.com/office/drawing/2014/main" id="{1233DA3C-69BD-5170-A86D-6564889E4F6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525838" y="4797425"/>
            <a:ext cx="325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2807" name="Text Box 39">
            <a:extLst>
              <a:ext uri="{FF2B5EF4-FFF2-40B4-BE49-F238E27FC236}">
                <a16:creationId xmlns:a16="http://schemas.microsoft.com/office/drawing/2014/main" id="{14F4E055-8EA9-72D1-AB46-A4BD4A75EDB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609725" y="3438525"/>
            <a:ext cx="32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2808" name="Line 40">
            <a:extLst>
              <a:ext uri="{FF2B5EF4-FFF2-40B4-BE49-F238E27FC236}">
                <a16:creationId xmlns:a16="http://schemas.microsoft.com/office/drawing/2014/main" id="{207734EB-F205-B41E-5D94-2AEAD734237B}"/>
              </a:ext>
            </a:extLst>
          </p:cNvPr>
          <p:cNvSpPr>
            <a:spLocks noChangeShapeType="1"/>
          </p:cNvSpPr>
          <p:nvPr/>
        </p:nvSpPr>
        <p:spPr bwMode="black">
          <a:xfrm flipH="1" flipV="1">
            <a:off x="1482725" y="3833813"/>
            <a:ext cx="293688" cy="357187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10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  <p:bldP spid="32772" grpId="0" autoUpdateAnimBg="0"/>
      <p:bldP spid="32774" grpId="0" autoUpdateAnimBg="0"/>
      <p:bldP spid="32775" grpId="0" autoUpdateAnimBg="0"/>
      <p:bldP spid="32778" grpId="0" animBg="1"/>
      <p:bldP spid="32784" grpId="0" autoUpdateAnimBg="0"/>
      <p:bldP spid="32795" grpId="0" animBg="1"/>
      <p:bldP spid="32800" grpId="0"/>
      <p:bldP spid="32802" grpId="0" animBg="1"/>
      <p:bldP spid="32803" grpId="0" animBg="1"/>
      <p:bldP spid="32804" grpId="0" autoUpdateAnimBg="0"/>
      <p:bldP spid="32806" grpId="0"/>
      <p:bldP spid="328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07126DB-7A85-AEFC-E5D4-DC091AD71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214313"/>
            <a:ext cx="5233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求抛体运动过程中的曲率半径？</a:t>
            </a:r>
          </a:p>
        </p:txBody>
      </p:sp>
      <p:sp>
        <p:nvSpPr>
          <p:cNvPr id="75779" name="Line 3">
            <a:extLst>
              <a:ext uri="{FF2B5EF4-FFF2-40B4-BE49-F238E27FC236}">
                <a16:creationId xmlns:a16="http://schemas.microsoft.com/office/drawing/2014/main" id="{5295266A-DB9D-33E3-C3EB-9F1C54CFE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667000"/>
            <a:ext cx="303212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0" name="Line 4">
            <a:extLst>
              <a:ext uri="{FF2B5EF4-FFF2-40B4-BE49-F238E27FC236}">
                <a16:creationId xmlns:a16="http://schemas.microsoft.com/office/drawing/2014/main" id="{D9291D00-7334-1E15-892A-672A93F245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066800"/>
            <a:ext cx="0" cy="1600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1" name="Freeform 5">
            <a:extLst>
              <a:ext uri="{FF2B5EF4-FFF2-40B4-BE49-F238E27FC236}">
                <a16:creationId xmlns:a16="http://schemas.microsoft.com/office/drawing/2014/main" id="{FE19B409-51A7-3944-BE56-40CE56B856DC}"/>
              </a:ext>
            </a:extLst>
          </p:cNvPr>
          <p:cNvSpPr>
            <a:spLocks/>
          </p:cNvSpPr>
          <p:nvPr/>
        </p:nvSpPr>
        <p:spPr bwMode="auto">
          <a:xfrm>
            <a:off x="5791200" y="1397000"/>
            <a:ext cx="2743200" cy="1270000"/>
          </a:xfrm>
          <a:custGeom>
            <a:avLst/>
            <a:gdLst>
              <a:gd name="T0" fmla="*/ 0 w 1728"/>
              <a:gd name="T1" fmla="*/ 2147483646 h 800"/>
              <a:gd name="T2" fmla="*/ 2147483646 w 1728"/>
              <a:gd name="T3" fmla="*/ 2147483646 h 800"/>
              <a:gd name="T4" fmla="*/ 2147483646 w 1728"/>
              <a:gd name="T5" fmla="*/ 2147483646 h 800"/>
              <a:gd name="T6" fmla="*/ 2147483646 w 1728"/>
              <a:gd name="T7" fmla="*/ 2147483646 h 800"/>
              <a:gd name="T8" fmla="*/ 2147483646 w 1728"/>
              <a:gd name="T9" fmla="*/ 2147483646 h 800"/>
              <a:gd name="T10" fmla="*/ 2147483646 w 1728"/>
              <a:gd name="T11" fmla="*/ 2147483646 h 800"/>
              <a:gd name="T12" fmla="*/ 2147483646 w 1728"/>
              <a:gd name="T13" fmla="*/ 2147483646 h 800"/>
              <a:gd name="T14" fmla="*/ 2147483646 w 1728"/>
              <a:gd name="T15" fmla="*/ 2147483646 h 8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28"/>
              <a:gd name="T25" fmla="*/ 0 h 800"/>
              <a:gd name="T26" fmla="*/ 1728 w 1728"/>
              <a:gd name="T27" fmla="*/ 800 h 8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28" h="800">
                <a:moveTo>
                  <a:pt x="0" y="800"/>
                </a:moveTo>
                <a:cubicBezTo>
                  <a:pt x="16" y="788"/>
                  <a:pt x="32" y="776"/>
                  <a:pt x="48" y="752"/>
                </a:cubicBezTo>
                <a:cubicBezTo>
                  <a:pt x="64" y="728"/>
                  <a:pt x="40" y="736"/>
                  <a:pt x="96" y="656"/>
                </a:cubicBezTo>
                <a:cubicBezTo>
                  <a:pt x="152" y="576"/>
                  <a:pt x="272" y="376"/>
                  <a:pt x="384" y="272"/>
                </a:cubicBezTo>
                <a:cubicBezTo>
                  <a:pt x="496" y="168"/>
                  <a:pt x="640" y="64"/>
                  <a:pt x="768" y="32"/>
                </a:cubicBezTo>
                <a:cubicBezTo>
                  <a:pt x="896" y="0"/>
                  <a:pt x="1040" y="32"/>
                  <a:pt x="1152" y="80"/>
                </a:cubicBezTo>
                <a:cubicBezTo>
                  <a:pt x="1264" y="128"/>
                  <a:pt x="1344" y="200"/>
                  <a:pt x="1440" y="320"/>
                </a:cubicBezTo>
                <a:cubicBezTo>
                  <a:pt x="1536" y="440"/>
                  <a:pt x="1680" y="720"/>
                  <a:pt x="1728" y="800"/>
                </a:cubicBezTo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2" name="AutoShape 6">
            <a:extLst>
              <a:ext uri="{FF2B5EF4-FFF2-40B4-BE49-F238E27FC236}">
                <a16:creationId xmlns:a16="http://schemas.microsoft.com/office/drawing/2014/main" id="{F45FC274-0CC3-DA57-88ED-B4A5E3B0D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371600"/>
            <a:ext cx="152400" cy="152400"/>
          </a:xfrm>
          <a:prstGeom prst="flowChartConnector">
            <a:avLst/>
          </a:prstGeom>
          <a:solidFill>
            <a:srgbClr val="66FF33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5783" name="AutoShape 7">
            <a:extLst>
              <a:ext uri="{FF2B5EF4-FFF2-40B4-BE49-F238E27FC236}">
                <a16:creationId xmlns:a16="http://schemas.microsoft.com/office/drawing/2014/main" id="{D3740809-784C-568F-FE36-2104EDCD8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590800"/>
            <a:ext cx="152400" cy="152400"/>
          </a:xfrm>
          <a:prstGeom prst="flowChartConnector">
            <a:avLst/>
          </a:prstGeom>
          <a:solidFill>
            <a:srgbClr val="66FF33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5784" name="Line 8">
            <a:extLst>
              <a:ext uri="{FF2B5EF4-FFF2-40B4-BE49-F238E27FC236}">
                <a16:creationId xmlns:a16="http://schemas.microsoft.com/office/drawing/2014/main" id="{47FD4FCB-7B75-1A66-87F2-77DB367E16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828800"/>
            <a:ext cx="381000" cy="8382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5" name="Rectangle 9">
            <a:extLst>
              <a:ext uri="{FF2B5EF4-FFF2-40B4-BE49-F238E27FC236}">
                <a16:creationId xmlns:a16="http://schemas.microsoft.com/office/drawing/2014/main" id="{9317CDAC-6606-AF36-157A-9178BD049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714375"/>
            <a:ext cx="1235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对</a:t>
            </a:r>
            <a:r>
              <a:rPr kumimoji="1" lang="en-US" altLang="zh-CN" sz="2800" i="1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B </a:t>
            </a:r>
            <a:r>
              <a:rPr kumimoji="1" lang="zh-CN" altLang="en-US" sz="28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点</a:t>
            </a:r>
            <a:endParaRPr kumimoji="1" lang="zh-CN" altLang="en-US" sz="280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5786" name="Object 2">
            <a:extLst>
              <a:ext uri="{FF2B5EF4-FFF2-40B4-BE49-F238E27FC236}">
                <a16:creationId xmlns:a16="http://schemas.microsoft.com/office/drawing/2014/main" id="{9C90E65E-4955-739A-B3BD-2F149493E9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1285875"/>
          <a:ext cx="43973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43338" imgH="396018" progId="Equation.3">
                  <p:embed/>
                </p:oleObj>
              </mc:Choice>
              <mc:Fallback>
                <p:oleObj name="公式" r:id="rId2" imgW="4343338" imgH="39601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285875"/>
                        <a:ext cx="43973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7" name="Object 3">
            <a:extLst>
              <a:ext uri="{FF2B5EF4-FFF2-40B4-BE49-F238E27FC236}">
                <a16:creationId xmlns:a16="http://schemas.microsoft.com/office/drawing/2014/main" id="{7B89DA07-6F03-A651-9C1E-B7BEA68EA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1785938"/>
          <a:ext cx="335121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99304" imgH="952639" progId="Equation.3">
                  <p:embed/>
                </p:oleObj>
              </mc:Choice>
              <mc:Fallback>
                <p:oleObj name="公式" r:id="rId4" imgW="3299304" imgH="95263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785938"/>
                        <a:ext cx="335121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8" name="Object 4">
            <a:extLst>
              <a:ext uri="{FF2B5EF4-FFF2-40B4-BE49-F238E27FC236}">
                <a16:creationId xmlns:a16="http://schemas.microsoft.com/office/drawing/2014/main" id="{CAB7CB0A-125F-6133-06A4-02AE75D17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9463" y="928688"/>
          <a:ext cx="277812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40" imgH="251377" progId="Equation.3">
                  <p:embed/>
                </p:oleObj>
              </mc:Choice>
              <mc:Fallback>
                <p:oleObj name="Equation" r:id="rId6" imgW="243840" imgH="25137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463" y="928688"/>
                        <a:ext cx="277812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9" name="Object 5">
            <a:extLst>
              <a:ext uri="{FF2B5EF4-FFF2-40B4-BE49-F238E27FC236}">
                <a16:creationId xmlns:a16="http://schemas.microsoft.com/office/drawing/2014/main" id="{657F06B4-A191-7345-5814-DDCA745A4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5475" y="277495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167" imgH="190528" progId="Equation.3">
                  <p:embed/>
                </p:oleObj>
              </mc:Choice>
              <mc:Fallback>
                <p:oleObj name="Equation" r:id="rId8" imgW="175167" imgH="1905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475" y="2774950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0" name="Object 6">
            <a:extLst>
              <a:ext uri="{FF2B5EF4-FFF2-40B4-BE49-F238E27FC236}">
                <a16:creationId xmlns:a16="http://schemas.microsoft.com/office/drawing/2014/main" id="{5F5BF6F7-87E5-7647-205D-A4B032EDE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8988" y="2819400"/>
          <a:ext cx="2778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40" imgH="281801" progId="Equation.3">
                  <p:embed/>
                </p:oleObj>
              </mc:Choice>
              <mc:Fallback>
                <p:oleObj name="Equation" r:id="rId10" imgW="243840" imgH="2818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8988" y="2819400"/>
                        <a:ext cx="2778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7">
            <a:extLst>
              <a:ext uri="{FF2B5EF4-FFF2-40B4-BE49-F238E27FC236}">
                <a16:creationId xmlns:a16="http://schemas.microsoft.com/office/drawing/2014/main" id="{6E9471CF-60D4-0B75-1475-A7BAB4C631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0900" y="2198688"/>
          <a:ext cx="2159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167" imgH="190528" progId="Equation.3">
                  <p:embed/>
                </p:oleObj>
              </mc:Choice>
              <mc:Fallback>
                <p:oleObj name="Equation" r:id="rId12" imgW="175167" imgH="19052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0" y="2198688"/>
                        <a:ext cx="215900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2" name="Object 8">
            <a:extLst>
              <a:ext uri="{FF2B5EF4-FFF2-40B4-BE49-F238E27FC236}">
                <a16:creationId xmlns:a16="http://schemas.microsoft.com/office/drawing/2014/main" id="{60D40BE1-7B1B-4347-7C78-DE9D46D0A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4700" y="1141413"/>
          <a:ext cx="2413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522" imgH="266839" progId="Equation.3">
                  <p:embed/>
                </p:oleObj>
              </mc:Choice>
              <mc:Fallback>
                <p:oleObj name="Equation" r:id="rId14" imgW="205522" imgH="26683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1141413"/>
                        <a:ext cx="241300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3" name="Object 9">
            <a:extLst>
              <a:ext uri="{FF2B5EF4-FFF2-40B4-BE49-F238E27FC236}">
                <a16:creationId xmlns:a16="http://schemas.microsoft.com/office/drawing/2014/main" id="{69863F5C-A766-B120-9DE2-C16F31D60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5675" y="2259013"/>
          <a:ext cx="3238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29" imgH="137160" progId="Equation.3">
                  <p:embed/>
                </p:oleObj>
              </mc:Choice>
              <mc:Fallback>
                <p:oleObj name="Equation" r:id="rId16" imgW="99029" imgH="13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2259013"/>
                        <a:ext cx="3238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4" name="Object 10">
            <a:extLst>
              <a:ext uri="{FF2B5EF4-FFF2-40B4-BE49-F238E27FC236}">
                <a16:creationId xmlns:a16="http://schemas.microsoft.com/office/drawing/2014/main" id="{D6966FE9-1BB9-7229-CA98-3221B130D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1238" y="1414463"/>
          <a:ext cx="3444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5049" imgH="396018" progId="Equation.3">
                  <p:embed/>
                </p:oleObj>
              </mc:Choice>
              <mc:Fallback>
                <p:oleObj name="公式" r:id="rId18" imgW="305049" imgH="3960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1238" y="1414463"/>
                        <a:ext cx="3444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5" name="Rectangle 19">
            <a:extLst>
              <a:ext uri="{FF2B5EF4-FFF2-40B4-BE49-F238E27FC236}">
                <a16:creationId xmlns:a16="http://schemas.microsoft.com/office/drawing/2014/main" id="{992EC821-58C9-FF53-1106-5992A096C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14313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思考</a:t>
            </a:r>
          </a:p>
        </p:txBody>
      </p:sp>
      <p:sp>
        <p:nvSpPr>
          <p:cNvPr id="11284" name="Rectangle 20">
            <a:extLst>
              <a:ext uri="{FF2B5EF4-FFF2-40B4-BE49-F238E27FC236}">
                <a16:creationId xmlns:a16="http://schemas.microsoft.com/office/drawing/2014/main" id="{860704EA-485E-F60E-6449-B208D7DD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graphicFrame>
        <p:nvGraphicFramePr>
          <p:cNvPr id="75797" name="Object 11">
            <a:extLst>
              <a:ext uri="{FF2B5EF4-FFF2-40B4-BE49-F238E27FC236}">
                <a16:creationId xmlns:a16="http://schemas.microsoft.com/office/drawing/2014/main" id="{EBAF75E1-82C2-46F0-071C-302D705BEE07}"/>
              </a:ext>
            </a:extLst>
          </p:cNvPr>
          <p:cNvGraphicFramePr>
            <a:graphicFrameLocks/>
          </p:cNvGraphicFramePr>
          <p:nvPr/>
        </p:nvGraphicFramePr>
        <p:xfrm>
          <a:off x="3563938" y="3429000"/>
          <a:ext cx="25939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552856" imgH="381055" progId="Equation.3">
                  <p:embed/>
                </p:oleObj>
              </mc:Choice>
              <mc:Fallback>
                <p:oleObj name="公式" r:id="rId20" imgW="2552856" imgH="38105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429000"/>
                        <a:ext cx="259397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8" name="Object 12">
            <a:extLst>
              <a:ext uri="{FF2B5EF4-FFF2-40B4-BE49-F238E27FC236}">
                <a16:creationId xmlns:a16="http://schemas.microsoft.com/office/drawing/2014/main" id="{B2D0F47C-E89F-F424-1525-D4D25488CBCE}"/>
              </a:ext>
            </a:extLst>
          </p:cNvPr>
          <p:cNvGraphicFramePr>
            <a:graphicFrameLocks/>
          </p:cNvGraphicFramePr>
          <p:nvPr/>
        </p:nvGraphicFramePr>
        <p:xfrm>
          <a:off x="5041900" y="4038600"/>
          <a:ext cx="2941638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910653" imgH="1081818" progId="Equation.3">
                  <p:embed/>
                </p:oleObj>
              </mc:Choice>
              <mc:Fallback>
                <p:oleObj name="公式" r:id="rId22" imgW="2910653" imgH="1081818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4038600"/>
                        <a:ext cx="2941638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9" name="Object 13">
            <a:extLst>
              <a:ext uri="{FF2B5EF4-FFF2-40B4-BE49-F238E27FC236}">
                <a16:creationId xmlns:a16="http://schemas.microsoft.com/office/drawing/2014/main" id="{174C38DE-2260-2B80-F345-41D3D418ED68}"/>
              </a:ext>
            </a:extLst>
          </p:cNvPr>
          <p:cNvGraphicFramePr>
            <a:graphicFrameLocks/>
          </p:cNvGraphicFramePr>
          <p:nvPr/>
        </p:nvGraphicFramePr>
        <p:xfrm>
          <a:off x="3419475" y="5024438"/>
          <a:ext cx="2501900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461291" imgH="1462874" progId="Equation.3">
                  <p:embed/>
                </p:oleObj>
              </mc:Choice>
              <mc:Fallback>
                <p:oleObj name="公式" r:id="rId24" imgW="2461291" imgH="1462874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024438"/>
                        <a:ext cx="2501900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0" name="Text Box 24">
            <a:extLst>
              <a:ext uri="{FF2B5EF4-FFF2-40B4-BE49-F238E27FC236}">
                <a16:creationId xmlns:a16="http://schemas.microsoft.com/office/drawing/2014/main" id="{10A43771-FE95-A1BF-8795-02DC33B54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357563"/>
            <a:ext cx="2592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力学常用方法：</a:t>
            </a:r>
          </a:p>
        </p:txBody>
      </p:sp>
      <p:sp>
        <p:nvSpPr>
          <p:cNvPr id="75801" name="AutoShape 25">
            <a:extLst>
              <a:ext uri="{FF2B5EF4-FFF2-40B4-BE49-F238E27FC236}">
                <a16:creationId xmlns:a16="http://schemas.microsoft.com/office/drawing/2014/main" id="{812CBD30-806B-9A4D-2DE8-BED74B334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157788"/>
            <a:ext cx="503238" cy="1079500"/>
          </a:xfrm>
          <a:prstGeom prst="curvedLeftArrow">
            <a:avLst>
              <a:gd name="adj1" fmla="val 42902"/>
              <a:gd name="adj2" fmla="val 85804"/>
              <a:gd name="adj3" fmla="val 33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5802" name="Rectangle 26">
            <a:extLst>
              <a:ext uri="{FF2B5EF4-FFF2-40B4-BE49-F238E27FC236}">
                <a16:creationId xmlns:a16="http://schemas.microsoft.com/office/drawing/2014/main" id="{D6278822-B10F-47E8-3D02-24624768F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786063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思考</a:t>
            </a:r>
          </a:p>
        </p:txBody>
      </p:sp>
      <p:graphicFrame>
        <p:nvGraphicFramePr>
          <p:cNvPr id="75803" name="Object 14">
            <a:extLst>
              <a:ext uri="{FF2B5EF4-FFF2-40B4-BE49-F238E27FC236}">
                <a16:creationId xmlns:a16="http://schemas.microsoft.com/office/drawing/2014/main" id="{5BE6B8CB-7496-0A34-2192-2839EA917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2825750"/>
          <a:ext cx="9064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60904" imgH="396018" progId="Equation.3">
                  <p:embed/>
                </p:oleObj>
              </mc:Choice>
              <mc:Fallback>
                <p:oleObj name="公式" r:id="rId26" imgW="860904" imgH="39601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2825750"/>
                        <a:ext cx="9064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15">
            <a:extLst>
              <a:ext uri="{FF2B5EF4-FFF2-40B4-BE49-F238E27FC236}">
                <a16:creationId xmlns:a16="http://schemas.microsoft.com/office/drawing/2014/main" id="{79E47AC7-4CFB-1505-FCAE-B4CD13A67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8263" y="4205288"/>
          <a:ext cx="28019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758378" imgH="838422" progId="Equation.3">
                  <p:embed/>
                </p:oleObj>
              </mc:Choice>
              <mc:Fallback>
                <p:oleObj name="公式" r:id="rId28" imgW="2758378" imgH="83842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4205288"/>
                        <a:ext cx="28019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5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5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5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5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utoUpdateAnimBg="0"/>
      <p:bldP spid="75782" grpId="0" animBg="1"/>
      <p:bldP spid="75783" grpId="0" animBg="1"/>
      <p:bldP spid="75785" grpId="0" autoUpdateAnimBg="0"/>
      <p:bldP spid="75795" grpId="0" build="p" autoUpdateAnimBg="0"/>
      <p:bldP spid="75800" grpId="0"/>
      <p:bldP spid="75801" grpId="0" animBg="1"/>
      <p:bldP spid="7580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66DFC0F-C834-6BF4-C526-62727BDB890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23900" y="419100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已知质点运动方程为</a:t>
            </a:r>
          </a:p>
        </p:txBody>
      </p:sp>
      <p:graphicFrame>
        <p:nvGraphicFramePr>
          <p:cNvPr id="34819" name="Object 2">
            <a:extLst>
              <a:ext uri="{FF2B5EF4-FFF2-40B4-BE49-F238E27FC236}">
                <a16:creationId xmlns:a16="http://schemas.microsoft.com/office/drawing/2014/main" id="{03DEE8FC-29BF-287B-AD1B-1AEA2B547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04813"/>
          <a:ext cx="25368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99609" imgH="434423" progId="Equation.3">
                  <p:embed/>
                </p:oleObj>
              </mc:Choice>
              <mc:Fallback>
                <p:oleObj name="公式" r:id="rId2" imgW="2499609" imgH="43442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35375" y="404813"/>
                        <a:ext cx="25368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4">
            <a:extLst>
              <a:ext uri="{FF2B5EF4-FFF2-40B4-BE49-F238E27FC236}">
                <a16:creationId xmlns:a16="http://schemas.microsoft.com/office/drawing/2014/main" id="{73FE0BED-13D8-0B92-BEFB-471027CDF6E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130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求</a:t>
            </a:r>
            <a:endParaRPr kumimoji="1" lang="zh-CN" altLang="en-US" sz="1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4821" name="Object 3">
            <a:extLst>
              <a:ext uri="{FF2B5EF4-FFF2-40B4-BE49-F238E27FC236}">
                <a16:creationId xmlns:a16="http://schemas.microsoft.com/office/drawing/2014/main" id="{0603EDAA-4C44-62B0-7C6E-98069D5A6F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263" y="1169988"/>
          <a:ext cx="23431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23944" imgH="381055" progId="Equation.3">
                  <p:embed/>
                </p:oleObj>
              </mc:Choice>
              <mc:Fallback>
                <p:oleObj name="公式" r:id="rId4" imgW="2323944" imgH="38105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0263" y="1169988"/>
                        <a:ext cx="23431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>
            <a:extLst>
              <a:ext uri="{FF2B5EF4-FFF2-40B4-BE49-F238E27FC236}">
                <a16:creationId xmlns:a16="http://schemas.microsoft.com/office/drawing/2014/main" id="{97DCDA2B-913D-A5D5-C400-8A03F0EB2E0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159125" y="1130300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之间的路程 。</a:t>
            </a:r>
          </a:p>
        </p:txBody>
      </p:sp>
      <p:graphicFrame>
        <p:nvGraphicFramePr>
          <p:cNvPr id="34823" name="Object 4">
            <a:extLst>
              <a:ext uri="{FF2B5EF4-FFF2-40B4-BE49-F238E27FC236}">
                <a16:creationId xmlns:a16="http://schemas.microsoft.com/office/drawing/2014/main" id="{C6B5D13F-7A17-3DE8-BA92-0E65D79F5B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700213"/>
          <a:ext cx="4711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01633" imgH="785054" progId="Equation.3">
                  <p:embed/>
                </p:oleObj>
              </mc:Choice>
              <mc:Fallback>
                <p:oleObj name="公式" r:id="rId6" imgW="4701633" imgH="7850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48038" y="1700213"/>
                        <a:ext cx="4711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5">
            <a:extLst>
              <a:ext uri="{FF2B5EF4-FFF2-40B4-BE49-F238E27FC236}">
                <a16:creationId xmlns:a16="http://schemas.microsoft.com/office/drawing/2014/main" id="{F67A4F14-1C52-B50E-4F06-6B7E6CD591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3" y="5300663"/>
          <a:ext cx="68326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804629" imgH="838422" progId="Equation.3">
                  <p:embed/>
                </p:oleObj>
              </mc:Choice>
              <mc:Fallback>
                <p:oleObj name="公式" r:id="rId8" imgW="6804629" imgH="83842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16113" y="5300663"/>
                        <a:ext cx="683260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6">
            <a:extLst>
              <a:ext uri="{FF2B5EF4-FFF2-40B4-BE49-F238E27FC236}">
                <a16:creationId xmlns:a16="http://schemas.microsoft.com/office/drawing/2014/main" id="{DBBD6560-2CCE-398A-4013-50B086F6A1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3429000"/>
          <a:ext cx="6276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233347" imgH="701262" progId="Equation.3">
                  <p:embed/>
                </p:oleObj>
              </mc:Choice>
              <mc:Fallback>
                <p:oleObj name="公式" r:id="rId10" imgW="6233347" imgH="70126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79613" y="3429000"/>
                        <a:ext cx="6276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7">
            <a:extLst>
              <a:ext uri="{FF2B5EF4-FFF2-40B4-BE49-F238E27FC236}">
                <a16:creationId xmlns:a16="http://schemas.microsoft.com/office/drawing/2014/main" id="{47E9EC7A-D9C7-09CC-FC36-33B1DD853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00338"/>
          <a:ext cx="52673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219669" imgH="548640" progId="Equation.3">
                  <p:embed/>
                </p:oleObj>
              </mc:Choice>
              <mc:Fallback>
                <p:oleObj name="Equation" r:id="rId12" imgW="5219669" imgH="548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1050" y="2700338"/>
                        <a:ext cx="52673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8">
            <a:extLst>
              <a:ext uri="{FF2B5EF4-FFF2-40B4-BE49-F238E27FC236}">
                <a16:creationId xmlns:a16="http://schemas.microsoft.com/office/drawing/2014/main" id="{D6D2EC4E-06AA-DFBB-BACC-B7E8D7C29B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292600"/>
          <a:ext cx="62499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210456" imgH="785054" progId="Equation.3">
                  <p:embed/>
                </p:oleObj>
              </mc:Choice>
              <mc:Fallback>
                <p:oleObj name="公式" r:id="rId14" imgW="6210456" imgH="7850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79613" y="4292600"/>
                        <a:ext cx="624998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12">
            <a:extLst>
              <a:ext uri="{FF2B5EF4-FFF2-40B4-BE49-F238E27FC236}">
                <a16:creationId xmlns:a16="http://schemas.microsoft.com/office/drawing/2014/main" id="{7C42FDDA-6B16-10A1-9FC4-879FE112698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4397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34829" name="Rectangle 13">
            <a:extLst>
              <a:ext uri="{FF2B5EF4-FFF2-40B4-BE49-F238E27FC236}">
                <a16:creationId xmlns:a16="http://schemas.microsoft.com/office/drawing/2014/main" id="{BDAB7DE3-0F9A-BB7C-F624-E4D993CA6D1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892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  <a:endParaRPr kumimoji="1"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34830" name="Text Box 14">
            <a:extLst>
              <a:ext uri="{FF2B5EF4-FFF2-40B4-BE49-F238E27FC236}">
                <a16:creationId xmlns:a16="http://schemas.microsoft.com/office/drawing/2014/main" id="{93EF6746-6C82-72D7-3040-99FC45F9FD5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35013" y="1844675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质点运动</a:t>
            </a:r>
            <a:r>
              <a:rPr lang="zh-CN" altLang="en-US" sz="2400">
                <a:solidFill>
                  <a:srgbClr val="66FFFF"/>
                </a:solidFill>
              </a:rPr>
              <a:t>速度</a:t>
            </a:r>
            <a:r>
              <a:rPr lang="zh-CN" altLang="en-US" sz="2400">
                <a:solidFill>
                  <a:schemeClr val="hlink"/>
                </a:solidFill>
              </a:rPr>
              <a:t>为</a:t>
            </a:r>
          </a:p>
        </p:txBody>
      </p:sp>
      <p:sp>
        <p:nvSpPr>
          <p:cNvPr id="34831" name="Rectangle 15">
            <a:extLst>
              <a:ext uri="{FF2B5EF4-FFF2-40B4-BE49-F238E27FC236}">
                <a16:creationId xmlns:a16="http://schemas.microsoft.com/office/drawing/2014/main" id="{E2569AC7-ABD9-5762-CB0A-7FFD1B56DD9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5650" y="27717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66FFFF"/>
                </a:solidFill>
              </a:rPr>
              <a:t>速率</a:t>
            </a:r>
            <a:r>
              <a:rPr lang="zh-CN" altLang="en-US" sz="2400">
                <a:solidFill>
                  <a:schemeClr val="hlink"/>
                </a:solidFill>
              </a:rPr>
              <a:t>为</a:t>
            </a:r>
          </a:p>
        </p:txBody>
      </p:sp>
      <p:sp>
        <p:nvSpPr>
          <p:cNvPr id="34832" name="Text Box 16">
            <a:extLst>
              <a:ext uri="{FF2B5EF4-FFF2-40B4-BE49-F238E27FC236}">
                <a16:creationId xmlns:a16="http://schemas.microsoft.com/office/drawing/2014/main" id="{1834C623-6E4F-0954-0730-FAAE60EC78D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6450" y="357346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66FFFF"/>
                </a:solidFill>
              </a:rPr>
              <a:t>路程</a:t>
            </a:r>
            <a:r>
              <a:rPr lang="zh-CN" altLang="en-US" sz="2400">
                <a:solidFill>
                  <a:schemeClr val="hlink"/>
                </a:solidFill>
              </a:rPr>
              <a:t>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20" grpId="0" autoUpdateAnimBg="0"/>
      <p:bldP spid="34822" grpId="0" autoUpdateAnimBg="0"/>
      <p:bldP spid="34828" grpId="0" build="p" autoUpdateAnimBg="0"/>
      <p:bldP spid="34829" grpId="0" autoUpdateAnimBg="0"/>
      <p:bldP spid="34830" grpId="0"/>
      <p:bldP spid="34831" grpId="0"/>
      <p:bldP spid="348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C4B86F33-3EA8-E1E7-33B8-CB0CC00E920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36550"/>
            <a:ext cx="78486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一汽车在半径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=200 m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的圆弧形公路上行驶，其运动学方程为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s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=20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Symbol" panose="05050102010706020507" pitchFamily="18" charset="2"/>
                <a:ea typeface="仿宋_GB2312" pitchFamily="49" charset="-122"/>
              </a:rPr>
              <a:t>-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 0.2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 baseline="280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2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(SI)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558D0384-6509-E621-F6C7-F70DAB460E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5425" y="2365375"/>
          <a:ext cx="25241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76718" imgH="785054" progId="Equation.3">
                  <p:embed/>
                </p:oleObj>
              </mc:Choice>
              <mc:Fallback>
                <p:oleObj name="公式" r:id="rId2" imgW="2476718" imgH="78505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95425" y="2365375"/>
                        <a:ext cx="25241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4">
            <a:extLst>
              <a:ext uri="{FF2B5EF4-FFF2-40B4-BE49-F238E27FC236}">
                <a16:creationId xmlns:a16="http://schemas.microsoft.com/office/drawing/2014/main" id="{7F2C4AFD-C6B8-8CAB-ADE6-089FE2CD6A9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9050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根据速度和加速度在自然坐标系中的表示形式，有</a:t>
            </a:r>
            <a:endParaRPr kumimoji="1" lang="zh-CN" altLang="en-US" sz="24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1749" name="Object 3">
            <a:extLst>
              <a:ext uri="{FF2B5EF4-FFF2-40B4-BE49-F238E27FC236}">
                <a16:creationId xmlns:a16="http://schemas.microsoft.com/office/drawing/2014/main" id="{9681012E-2041-B15D-66E0-08D752767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4150" y="3203575"/>
          <a:ext cx="2159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10958" imgH="785054" progId="Equation.3">
                  <p:embed/>
                </p:oleObj>
              </mc:Choice>
              <mc:Fallback>
                <p:oleObj name="公式" r:id="rId4" imgW="2110958" imgH="78505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54150" y="3203575"/>
                        <a:ext cx="2159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4">
            <a:extLst>
              <a:ext uri="{FF2B5EF4-FFF2-40B4-BE49-F238E27FC236}">
                <a16:creationId xmlns:a16="http://schemas.microsoft.com/office/drawing/2014/main" id="{D803FFDF-8438-DE98-5A79-A39F9AC58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5150" y="3130550"/>
          <a:ext cx="30924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48000" imgH="838422" progId="Equation.3">
                  <p:embed/>
                </p:oleObj>
              </mc:Choice>
              <mc:Fallback>
                <p:oleObj name="公式" r:id="rId6" imgW="3048000" imgH="83842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375150" y="3130550"/>
                        <a:ext cx="30924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5">
            <a:extLst>
              <a:ext uri="{FF2B5EF4-FFF2-40B4-BE49-F238E27FC236}">
                <a16:creationId xmlns:a16="http://schemas.microsoft.com/office/drawing/2014/main" id="{4AA2ED44-BC4C-A300-448C-89E76C47B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00" y="4095750"/>
          <a:ext cx="59626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943724" imgH="1081818" progId="Equation.3">
                  <p:embed/>
                </p:oleObj>
              </mc:Choice>
              <mc:Fallback>
                <p:oleObj name="公式" r:id="rId8" imgW="5943724" imgH="108181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97000" y="4095750"/>
                        <a:ext cx="59626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6">
            <a:extLst>
              <a:ext uri="{FF2B5EF4-FFF2-40B4-BE49-F238E27FC236}">
                <a16:creationId xmlns:a16="http://schemas.microsoft.com/office/drawing/2014/main" id="{A9D49C92-201C-2CD9-344B-26D906DA0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2350" y="2579688"/>
          <a:ext cx="21669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18422" imgH="358112" progId="Equation.3">
                  <p:embed/>
                </p:oleObj>
              </mc:Choice>
              <mc:Fallback>
                <p:oleObj name="公式" r:id="rId10" imgW="2118422" imgH="358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832350" y="2579688"/>
                        <a:ext cx="216693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7">
            <a:extLst>
              <a:ext uri="{FF2B5EF4-FFF2-40B4-BE49-F238E27FC236}">
                <a16:creationId xmlns:a16="http://schemas.microsoft.com/office/drawing/2014/main" id="{DF5E061B-F8C2-4E29-BACC-BF64E2DF2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5264150"/>
          <a:ext cx="66849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67282" imgH="1081818" progId="Equation.3">
                  <p:embed/>
                </p:oleObj>
              </mc:Choice>
              <mc:Fallback>
                <p:oleObj name="公式" r:id="rId12" imgW="6667282" imgH="108181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16050" y="5264150"/>
                        <a:ext cx="668496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10">
            <a:extLst>
              <a:ext uri="{FF2B5EF4-FFF2-40B4-BE49-F238E27FC236}">
                <a16:creationId xmlns:a16="http://schemas.microsoft.com/office/drawing/2014/main" id="{2CA27200-3B06-6902-5B05-8A6E92393D0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1625" y="381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65AC6749-5184-EC4B-4171-62747910525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9463" y="1371600"/>
            <a:ext cx="5360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汽车在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 1 s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时的速度和加速度大小。</a:t>
            </a:r>
          </a:p>
        </p:txBody>
      </p: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0AD9E5AD-5038-4CC5-4592-E76A1E78CDE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371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  <a:endParaRPr kumimoji="1" lang="zh-CN" altLang="en-US" sz="240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8CD17C06-DE0D-7892-1C22-EC8EC8B9A23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905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8" grpId="0" autoUpdateAnimBg="0"/>
      <p:bldP spid="31754" grpId="0" build="p" autoUpdateAnimBg="0"/>
      <p:bldP spid="31755" grpId="0" build="p" autoUpdateAnimBg="0"/>
      <p:bldP spid="31756" grpId="0" build="p" autoUpdateAnimBg="0"/>
      <p:bldP spid="3175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图形1">
            <a:extLst>
              <a:ext uri="{FF2B5EF4-FFF2-40B4-BE49-F238E27FC236}">
                <a16:creationId xmlns:a16="http://schemas.microsoft.com/office/drawing/2014/main" id="{FF009736-1B8A-3A58-AF1F-A4FA86318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1E748D"/>
              </a:clrFrom>
              <a:clrTo>
                <a:srgbClr val="1E748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" t="2719" r="3401" b="6828"/>
          <a:stretch>
            <a:fillRect/>
          </a:stretch>
        </p:blipFill>
        <p:spPr bwMode="black">
          <a:xfrm>
            <a:off x="5580063" y="2060575"/>
            <a:ext cx="295275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3">
            <a:extLst>
              <a:ext uri="{FF2B5EF4-FFF2-40B4-BE49-F238E27FC236}">
                <a16:creationId xmlns:a16="http://schemas.microsoft.com/office/drawing/2014/main" id="{F90B7951-0B2F-170A-A8E5-8CBC2789252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179388"/>
            <a:ext cx="79248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将一根光滑的钢丝弯成一个竖直平面内的曲线，质点可沿钢丝向下滑动。已知质点运动的切向加速度为</a:t>
            </a:r>
            <a:endParaRPr kumimoji="1" lang="zh-CN" altLang="en-US" sz="12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FD1013F6-E779-C60E-C017-4BEC3A0F8CB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1219200"/>
            <a:ext cx="84677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g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为重力加速度</a:t>
            </a:r>
            <a:r>
              <a:rPr kumimoji="1" lang="zh-CN" altLang="en-US" sz="240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</a:rPr>
              <a:t>，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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为切向与水平方向的夹角，初速度为   </a:t>
            </a:r>
            <a:r>
              <a:rPr kumimoji="1" lang="en-US" altLang="zh-CN" sz="240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.</a:t>
            </a:r>
            <a:endParaRPr kumimoji="1" lang="en-US" altLang="zh-CN" sz="2400">
              <a:solidFill>
                <a:schemeClr val="hlink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6869" name="Object 2">
            <a:extLst>
              <a:ext uri="{FF2B5EF4-FFF2-40B4-BE49-F238E27FC236}">
                <a16:creationId xmlns:a16="http://schemas.microsoft.com/office/drawing/2014/main" id="{1DD5ED82-C410-1398-C889-6DEB71F18BBD}"/>
              </a:ext>
            </a:extLst>
          </p:cNvPr>
          <p:cNvGraphicFramePr>
            <a:graphicFrameLocks/>
          </p:cNvGraphicFramePr>
          <p:nvPr/>
        </p:nvGraphicFramePr>
        <p:xfrm>
          <a:off x="7010400" y="838200"/>
          <a:ext cx="18383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05909" imgH="381055" progId="Equation.3">
                  <p:embed/>
                </p:oleObj>
              </mc:Choice>
              <mc:Fallback>
                <p:oleObj name="公式" r:id="rId3" imgW="1805909" imgH="38105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10400" y="838200"/>
                        <a:ext cx="18383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Line 6">
            <a:extLst>
              <a:ext uri="{FF2B5EF4-FFF2-40B4-BE49-F238E27FC236}">
                <a16:creationId xmlns:a16="http://schemas.microsoft.com/office/drawing/2014/main" id="{1CE7FC4A-8681-48E8-A4F1-05B989D33ABA}"/>
              </a:ext>
            </a:extLst>
          </p:cNvPr>
          <p:cNvSpPr>
            <a:spLocks noChangeShapeType="1"/>
          </p:cNvSpPr>
          <p:nvPr/>
        </p:nvSpPr>
        <p:spPr bwMode="black">
          <a:xfrm>
            <a:off x="5435600" y="4791075"/>
            <a:ext cx="2971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1" name="Line 7">
            <a:extLst>
              <a:ext uri="{FF2B5EF4-FFF2-40B4-BE49-F238E27FC236}">
                <a16:creationId xmlns:a16="http://schemas.microsoft.com/office/drawing/2014/main" id="{BA99EED5-E91D-D64E-A666-916758A845F3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188200" y="2200275"/>
            <a:ext cx="0" cy="2971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Line 8">
            <a:extLst>
              <a:ext uri="{FF2B5EF4-FFF2-40B4-BE49-F238E27FC236}">
                <a16:creationId xmlns:a16="http://schemas.microsoft.com/office/drawing/2014/main" id="{52242EED-75BA-774F-6565-94A4827E56F6}"/>
              </a:ext>
            </a:extLst>
          </p:cNvPr>
          <p:cNvSpPr>
            <a:spLocks noChangeShapeType="1"/>
          </p:cNvSpPr>
          <p:nvPr/>
        </p:nvSpPr>
        <p:spPr bwMode="black">
          <a:xfrm rot="562308" flipH="1">
            <a:off x="7096125" y="2490788"/>
            <a:ext cx="1362075" cy="2803525"/>
          </a:xfrm>
          <a:prstGeom prst="line">
            <a:avLst/>
          </a:prstGeom>
          <a:noFill/>
          <a:ln w="15875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087F2481-971B-42B2-E14F-98659E779387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816850" y="3213100"/>
            <a:ext cx="439738" cy="6143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05FE73AA-0D29-C6AE-1E31-0472ABEC5128}"/>
              </a:ext>
            </a:extLst>
          </p:cNvPr>
          <p:cNvSpPr>
            <a:spLocks noChangeShapeType="1"/>
          </p:cNvSpPr>
          <p:nvPr/>
        </p:nvSpPr>
        <p:spPr bwMode="black">
          <a:xfrm>
            <a:off x="7816850" y="3213100"/>
            <a:ext cx="427038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Rectangle 11">
            <a:extLst>
              <a:ext uri="{FF2B5EF4-FFF2-40B4-BE49-F238E27FC236}">
                <a16:creationId xmlns:a16="http://schemas.microsoft.com/office/drawing/2014/main" id="{1C3A167B-62D5-CC3A-BA31-6364876E5CA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2362200"/>
            <a:ext cx="186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由题意可知</a:t>
            </a:r>
          </a:p>
        </p:txBody>
      </p:sp>
      <p:graphicFrame>
        <p:nvGraphicFramePr>
          <p:cNvPr id="36876" name="Object 3">
            <a:extLst>
              <a:ext uri="{FF2B5EF4-FFF2-40B4-BE49-F238E27FC236}">
                <a16:creationId xmlns:a16="http://schemas.microsoft.com/office/drawing/2014/main" id="{C5F9EC94-9525-F52A-1E72-718485B34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976563"/>
          <a:ext cx="47926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747416" imgH="785054" progId="Equation.3">
                  <p:embed/>
                </p:oleObj>
              </mc:Choice>
              <mc:Fallback>
                <p:oleObj name="Equation" r:id="rId5" imgW="4747416" imgH="78505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00113" y="2976563"/>
                        <a:ext cx="47926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7" name="Object 4">
            <a:extLst>
              <a:ext uri="{FF2B5EF4-FFF2-40B4-BE49-F238E27FC236}">
                <a16:creationId xmlns:a16="http://schemas.microsoft.com/office/drawing/2014/main" id="{B76D549D-6CE3-7BED-D390-7B175141C4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4114800"/>
          <a:ext cx="24812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422973" imgH="358112" progId="Equation.3">
                  <p:embed/>
                </p:oleObj>
              </mc:Choice>
              <mc:Fallback>
                <p:oleObj name="公式" r:id="rId7" imgW="2422973" imgH="358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9150" y="4114800"/>
                        <a:ext cx="24812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Rectangle 14">
            <a:extLst>
              <a:ext uri="{FF2B5EF4-FFF2-40B4-BE49-F238E27FC236}">
                <a16:creationId xmlns:a16="http://schemas.microsoft.com/office/drawing/2014/main" id="{731E3E5B-0A76-961C-5F36-AF3B76902E8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8025" y="4724400"/>
            <a:ext cx="25685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从图中分析看出</a:t>
            </a:r>
            <a:b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6879" name="Object 5">
            <a:extLst>
              <a:ext uri="{FF2B5EF4-FFF2-40B4-BE49-F238E27FC236}">
                <a16:creationId xmlns:a16="http://schemas.microsoft.com/office/drawing/2014/main" id="{6E8D9B2D-E945-FCAE-1018-F02919A4F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734050"/>
          <a:ext cx="1787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752662" imgH="358112" progId="Equation.3">
                  <p:embed/>
                </p:oleObj>
              </mc:Choice>
              <mc:Fallback>
                <p:oleObj name="公式" r:id="rId9" imgW="1752662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5288" y="5734050"/>
                        <a:ext cx="1787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6">
            <a:extLst>
              <a:ext uri="{FF2B5EF4-FFF2-40B4-BE49-F238E27FC236}">
                <a16:creationId xmlns:a16="http://schemas.microsoft.com/office/drawing/2014/main" id="{BBCA3F99-717A-1A03-C6F1-2016D153F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589588"/>
          <a:ext cx="29448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910653" imgH="701262" progId="Equation.3">
                  <p:embed/>
                </p:oleObj>
              </mc:Choice>
              <mc:Fallback>
                <p:oleObj name="公式" r:id="rId11" imgW="2910653" imgH="70126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71775" y="5589588"/>
                        <a:ext cx="29448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7">
            <a:extLst>
              <a:ext uri="{FF2B5EF4-FFF2-40B4-BE49-F238E27FC236}">
                <a16:creationId xmlns:a16="http://schemas.microsoft.com/office/drawing/2014/main" id="{41A08855-AC9F-94B6-FC04-CCF7B5D134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5661025"/>
          <a:ext cx="30035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71862" imgH="472329" progId="Equation.DSMT4">
                  <p:embed/>
                </p:oleObj>
              </mc:Choice>
              <mc:Fallback>
                <p:oleObj name="Equation" r:id="rId13" imgW="2971862" imgH="4723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95963" y="5661025"/>
                        <a:ext cx="30035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8">
            <a:extLst>
              <a:ext uri="{FF2B5EF4-FFF2-40B4-BE49-F238E27FC236}">
                <a16:creationId xmlns:a16="http://schemas.microsoft.com/office/drawing/2014/main" id="{A3126EBE-9689-1D96-8E36-B68CAA382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892550"/>
          <a:ext cx="14224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86902" imgH="785054" progId="Equation.3">
                  <p:embed/>
                </p:oleObj>
              </mc:Choice>
              <mc:Fallback>
                <p:oleObj name="公式" r:id="rId15" imgW="1386902" imgH="7850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708400" y="3892550"/>
                        <a:ext cx="14224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9">
            <a:extLst>
              <a:ext uri="{FF2B5EF4-FFF2-40B4-BE49-F238E27FC236}">
                <a16:creationId xmlns:a16="http://schemas.microsoft.com/office/drawing/2014/main" id="{52BE8643-83A6-9C05-C34D-C697BBADF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4263" y="3213100"/>
          <a:ext cx="3063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869" imgH="358112" progId="Equation.3">
                  <p:embed/>
                </p:oleObj>
              </mc:Choice>
              <mc:Fallback>
                <p:oleObj name="Equation" r:id="rId17" imgW="342869" imgH="358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34263" y="3213100"/>
                        <a:ext cx="3063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10">
            <a:extLst>
              <a:ext uri="{FF2B5EF4-FFF2-40B4-BE49-F238E27FC236}">
                <a16:creationId xmlns:a16="http://schemas.microsoft.com/office/drawing/2014/main" id="{EC304C27-0A44-DFDA-628B-95DA31F674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2750" y="3630613"/>
          <a:ext cx="2873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9978" imgH="281801" progId="Equation.3">
                  <p:embed/>
                </p:oleObj>
              </mc:Choice>
              <mc:Fallback>
                <p:oleObj name="Equation" r:id="rId19" imgW="319978" imgH="2818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32750" y="3630613"/>
                        <a:ext cx="28733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11">
            <a:extLst>
              <a:ext uri="{FF2B5EF4-FFF2-40B4-BE49-F238E27FC236}">
                <a16:creationId xmlns:a16="http://schemas.microsoft.com/office/drawing/2014/main" id="{3CF02A0F-D331-80F1-057A-AC05EB9A21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3788" y="3643313"/>
          <a:ext cx="22383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3840" imgH="251377" progId="Equation.3">
                  <p:embed/>
                </p:oleObj>
              </mc:Choice>
              <mc:Fallback>
                <p:oleObj name="Equation" r:id="rId21" imgW="243840" imgH="25137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43788" y="3643313"/>
                        <a:ext cx="22383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12">
            <a:extLst>
              <a:ext uri="{FF2B5EF4-FFF2-40B4-BE49-F238E27FC236}">
                <a16:creationId xmlns:a16="http://schemas.microsoft.com/office/drawing/2014/main" id="{9B0BB6B6-AC7A-ED17-C5CB-49C7D23E4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1075" y="2320925"/>
          <a:ext cx="1936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5522" imgH="266839" progId="Equation.3">
                  <p:embed/>
                </p:oleObj>
              </mc:Choice>
              <mc:Fallback>
                <p:oleObj name="Equation" r:id="rId23" imgW="205522" imgH="26683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31075" y="2320925"/>
                        <a:ext cx="1936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13">
            <a:extLst>
              <a:ext uri="{FF2B5EF4-FFF2-40B4-BE49-F238E27FC236}">
                <a16:creationId xmlns:a16="http://schemas.microsoft.com/office/drawing/2014/main" id="{26D8A7B4-FAA8-49D2-3542-84DD624B6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868863"/>
          <a:ext cx="173037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5167" imgH="190528" progId="Equation.3">
                  <p:embed/>
                </p:oleObj>
              </mc:Choice>
              <mc:Fallback>
                <p:oleObj name="Equation" r:id="rId25" imgW="175167" imgH="19052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27988" y="4868863"/>
                        <a:ext cx="173037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8" name="Object 14">
            <a:extLst>
              <a:ext uri="{FF2B5EF4-FFF2-40B4-BE49-F238E27FC236}">
                <a16:creationId xmlns:a16="http://schemas.microsoft.com/office/drawing/2014/main" id="{2CC2B0E0-8CE9-964A-F382-4F04621E0B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0588" y="4840288"/>
          <a:ext cx="233362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51304" imgH="281801" progId="Equation.3">
                  <p:embed/>
                </p:oleObj>
              </mc:Choice>
              <mc:Fallback>
                <p:oleObj name="公式" r:id="rId27" imgW="251304" imgH="28180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40588" y="4840288"/>
                        <a:ext cx="233362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9" name="Object 15">
            <a:extLst>
              <a:ext uri="{FF2B5EF4-FFF2-40B4-BE49-F238E27FC236}">
                <a16:creationId xmlns:a16="http://schemas.microsoft.com/office/drawing/2014/main" id="{56148A83-E234-2BD7-4A70-D8104BB63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2538" y="4332288"/>
          <a:ext cx="25082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82158" imgH="281801" progId="Equation.3">
                  <p:embed/>
                </p:oleObj>
              </mc:Choice>
              <mc:Fallback>
                <p:oleObj name="公式" r:id="rId29" imgW="282158" imgH="2818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02538" y="4332288"/>
                        <a:ext cx="25082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0" name="Rectangle 26">
            <a:extLst>
              <a:ext uri="{FF2B5EF4-FFF2-40B4-BE49-F238E27FC236}">
                <a16:creationId xmlns:a16="http://schemas.microsoft.com/office/drawing/2014/main" id="{F268A701-5BAA-238D-F0B1-FF487CC8A4E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4488" y="304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36891" name="Rectangle 27">
            <a:extLst>
              <a:ext uri="{FF2B5EF4-FFF2-40B4-BE49-F238E27FC236}">
                <a16:creationId xmlns:a16="http://schemas.microsoft.com/office/drawing/2014/main" id="{DDFFCB5B-0CD4-DE85-0A9B-7186E530979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49300" y="1738313"/>
            <a:ext cx="65293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质点在钢丝上各处的运动速度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用坐标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表示）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6892" name="Rectangle 28">
            <a:extLst>
              <a:ext uri="{FF2B5EF4-FFF2-40B4-BE49-F238E27FC236}">
                <a16:creationId xmlns:a16="http://schemas.microsoft.com/office/drawing/2014/main" id="{A44BE260-EAFD-D2EB-7084-EB279C152AB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828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36893" name="Rectangle 29">
            <a:extLst>
              <a:ext uri="{FF2B5EF4-FFF2-40B4-BE49-F238E27FC236}">
                <a16:creationId xmlns:a16="http://schemas.microsoft.com/office/drawing/2014/main" id="{CC93F111-C55F-A65F-5BAA-4F7B6D3DFB2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1625" y="2362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6894" name="Line 30">
            <a:extLst>
              <a:ext uri="{FF2B5EF4-FFF2-40B4-BE49-F238E27FC236}">
                <a16:creationId xmlns:a16="http://schemas.microsoft.com/office/drawing/2014/main" id="{F0C9B230-769A-41C7-7753-D8D9B526786F}"/>
              </a:ext>
            </a:extLst>
          </p:cNvPr>
          <p:cNvSpPr>
            <a:spLocks noChangeShapeType="1"/>
          </p:cNvSpPr>
          <p:nvPr/>
        </p:nvSpPr>
        <p:spPr bwMode="black">
          <a:xfrm>
            <a:off x="7797800" y="3213100"/>
            <a:ext cx="0" cy="5762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5" name="Arc 31">
            <a:extLst>
              <a:ext uri="{FF2B5EF4-FFF2-40B4-BE49-F238E27FC236}">
                <a16:creationId xmlns:a16="http://schemas.microsoft.com/office/drawing/2014/main" id="{C8EB24AC-B012-7601-6C82-325F29D2308A}"/>
              </a:ext>
            </a:extLst>
          </p:cNvPr>
          <p:cNvSpPr>
            <a:spLocks/>
          </p:cNvSpPr>
          <p:nvPr/>
        </p:nvSpPr>
        <p:spPr bwMode="black">
          <a:xfrm>
            <a:off x="7385050" y="4437063"/>
            <a:ext cx="144463" cy="3603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6" name="Oval 32">
            <a:extLst>
              <a:ext uri="{FF2B5EF4-FFF2-40B4-BE49-F238E27FC236}">
                <a16:creationId xmlns:a16="http://schemas.microsoft.com/office/drawing/2014/main" id="{867668E0-3E83-26CA-1373-64EAAD3AE85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45413" y="3732213"/>
            <a:ext cx="130175" cy="14287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369" name="Object 16">
            <a:extLst>
              <a:ext uri="{FF2B5EF4-FFF2-40B4-BE49-F238E27FC236}">
                <a16:creationId xmlns:a16="http://schemas.microsoft.com/office/drawing/2014/main" id="{2EED9AF4-A0B5-CBF9-25CE-B4A38C59B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8350" y="1268413"/>
          <a:ext cx="43656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5028" imgH="228501" progId="Equation.DSMT4">
                  <p:embed/>
                </p:oleObj>
              </mc:Choice>
              <mc:Fallback>
                <p:oleObj name="Equation" r:id="rId31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1268413"/>
                        <a:ext cx="436563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68" grpId="0" autoUpdateAnimBg="0"/>
      <p:bldP spid="36875" grpId="0" autoUpdateAnimBg="0"/>
      <p:bldP spid="36878" grpId="0" autoUpdateAnimBg="0"/>
      <p:bldP spid="36890" grpId="0" autoUpdateAnimBg="0"/>
      <p:bldP spid="36891" grpId="0" build="p" autoUpdateAnimBg="0"/>
      <p:bldP spid="36892" grpId="0" build="p" autoUpdateAnimBg="0"/>
      <p:bldP spid="36893" grpId="0" build="p" autoUpdateAnimBg="0"/>
      <p:bldP spid="368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B459975-CF68-FB2C-8E39-3404AC22A2F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619250" y="5054600"/>
            <a:ext cx="36306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点运动到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</a:t>
            </a:r>
          </a:p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过程中质点经历的路程；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45059" name="Picture 3" descr="1">
            <a:extLst>
              <a:ext uri="{FF2B5EF4-FFF2-40B4-BE49-F238E27FC236}">
                <a16:creationId xmlns:a16="http://schemas.microsoft.com/office/drawing/2014/main" id="{56D05A5A-B0F7-0C6C-7B68-2F7E6D85E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6697"/>
              </a:clrFrom>
              <a:clrTo>
                <a:srgbClr val="006697">
                  <a:alpha val="0"/>
                </a:srgbClr>
              </a:clrTo>
            </a:clrChange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8"/>
          <a:stretch>
            <a:fillRect/>
          </a:stretch>
        </p:blipFill>
        <p:spPr bwMode="black">
          <a:xfrm>
            <a:off x="5368925" y="4325938"/>
            <a:ext cx="3451225" cy="205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4">
            <a:extLst>
              <a:ext uri="{FF2B5EF4-FFF2-40B4-BE49-F238E27FC236}">
                <a16:creationId xmlns:a16="http://schemas.microsoft.com/office/drawing/2014/main" id="{B64D03BA-7AB8-BD7C-255F-BB4EA569E43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0825" y="3079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0C5C5CC8-BFD7-E67A-2C67-ED837CF2119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7238" y="260350"/>
            <a:ext cx="83518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质点在竖直的</a:t>
            </a:r>
            <a:r>
              <a:rPr kumimoji="1" lang="en-US" altLang="zh-CN" sz="2400" i="1">
                <a:solidFill>
                  <a:schemeClr val="hlin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Oxy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平面内作斜抛运动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=0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时质点在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点，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时质点运动到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点，如图，</a:t>
            </a:r>
          </a:p>
        </p:txBody>
      </p:sp>
      <p:graphicFrame>
        <p:nvGraphicFramePr>
          <p:cNvPr id="45062" name="Object 2">
            <a:extLst>
              <a:ext uri="{FF2B5EF4-FFF2-40B4-BE49-F238E27FC236}">
                <a16:creationId xmlns:a16="http://schemas.microsoft.com/office/drawing/2014/main" id="{C0A86120-D0E4-9547-906A-FA9A02E6427E}"/>
              </a:ext>
            </a:extLst>
          </p:cNvPr>
          <p:cNvGraphicFramePr>
            <a:graphicFrameLocks/>
          </p:cNvGraphicFramePr>
          <p:nvPr/>
        </p:nvGraphicFramePr>
        <p:xfrm>
          <a:off x="827088" y="1373188"/>
          <a:ext cx="10033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67896" imgH="647894" progId="Equation.3">
                  <p:embed/>
                </p:oleObj>
              </mc:Choice>
              <mc:Fallback>
                <p:oleObj name="公式" r:id="rId3" imgW="967896" imgH="647894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1373188"/>
                        <a:ext cx="100330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7">
            <a:extLst>
              <a:ext uri="{FF2B5EF4-FFF2-40B4-BE49-F238E27FC236}">
                <a16:creationId xmlns:a16="http://schemas.microsoft.com/office/drawing/2014/main" id="{A28DC281-EF30-8512-9D36-3F961818A7D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908175" y="145256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表示</a:t>
            </a:r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5AB0B16B-E96F-15E4-8F28-AB2753459DC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916113" y="230981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表示</a:t>
            </a:r>
          </a:p>
        </p:txBody>
      </p:sp>
      <p:graphicFrame>
        <p:nvGraphicFramePr>
          <p:cNvPr id="45065" name="Object 3">
            <a:extLst>
              <a:ext uri="{FF2B5EF4-FFF2-40B4-BE49-F238E27FC236}">
                <a16:creationId xmlns:a16="http://schemas.microsoft.com/office/drawing/2014/main" id="{2F96725D-EACE-A9FF-FBB4-648ED1989A75}"/>
              </a:ext>
            </a:extLst>
          </p:cNvPr>
          <p:cNvGraphicFramePr>
            <a:graphicFrameLocks/>
          </p:cNvGraphicFramePr>
          <p:nvPr/>
        </p:nvGraphicFramePr>
        <p:xfrm>
          <a:off x="827088" y="3030538"/>
          <a:ext cx="838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00193" imgH="647894" progId="Equation.3">
                  <p:embed/>
                </p:oleObj>
              </mc:Choice>
              <mc:Fallback>
                <p:oleObj name="公式" r:id="rId5" imgW="800193" imgH="64789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3030538"/>
                        <a:ext cx="838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4">
            <a:extLst>
              <a:ext uri="{FF2B5EF4-FFF2-40B4-BE49-F238E27FC236}">
                <a16:creationId xmlns:a16="http://schemas.microsoft.com/office/drawing/2014/main" id="{B3059328-F3FF-5542-9D21-1FF25E411FC2}"/>
              </a:ext>
            </a:extLst>
          </p:cNvPr>
          <p:cNvGraphicFramePr>
            <a:graphicFrameLocks/>
          </p:cNvGraphicFramePr>
          <p:nvPr/>
        </p:nvGraphicFramePr>
        <p:xfrm>
          <a:off x="827088" y="3895725"/>
          <a:ext cx="736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01164" imgH="647894" progId="Equation.3">
                  <p:embed/>
                </p:oleObj>
              </mc:Choice>
              <mc:Fallback>
                <p:oleObj name="公式" r:id="rId7" imgW="701164" imgH="64789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3895725"/>
                        <a:ext cx="736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5">
            <a:extLst>
              <a:ext uri="{FF2B5EF4-FFF2-40B4-BE49-F238E27FC236}">
                <a16:creationId xmlns:a16="http://schemas.microsoft.com/office/drawing/2014/main" id="{2733DE07-35D7-FB74-5856-9ED790E171EC}"/>
              </a:ext>
            </a:extLst>
          </p:cNvPr>
          <p:cNvGraphicFramePr>
            <a:graphicFrameLocks/>
          </p:cNvGraphicFramePr>
          <p:nvPr/>
        </p:nvGraphicFramePr>
        <p:xfrm>
          <a:off x="847725" y="4903788"/>
          <a:ext cx="81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77302" imgH="647894" progId="Equation.3">
                  <p:embed/>
                </p:oleObj>
              </mc:Choice>
              <mc:Fallback>
                <p:oleObj name="公式" r:id="rId9" imgW="777302" imgH="647894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47725" y="4903788"/>
                        <a:ext cx="812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6">
            <a:extLst>
              <a:ext uri="{FF2B5EF4-FFF2-40B4-BE49-F238E27FC236}">
                <a16:creationId xmlns:a16="http://schemas.microsoft.com/office/drawing/2014/main" id="{5CFE8D09-1125-10F4-892D-526E69DA3AAF}"/>
              </a:ext>
            </a:extLst>
          </p:cNvPr>
          <p:cNvGraphicFramePr>
            <a:graphicFrameLocks/>
          </p:cNvGraphicFramePr>
          <p:nvPr/>
        </p:nvGraphicFramePr>
        <p:xfrm>
          <a:off x="827088" y="5838825"/>
          <a:ext cx="711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70809" imgH="647894" progId="Equation.3">
                  <p:embed/>
                </p:oleObj>
              </mc:Choice>
              <mc:Fallback>
                <p:oleObj name="公式" r:id="rId11" imgW="670809" imgH="64789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5838825"/>
                        <a:ext cx="711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Rectangle 13">
            <a:extLst>
              <a:ext uri="{FF2B5EF4-FFF2-40B4-BE49-F238E27FC236}">
                <a16:creationId xmlns:a16="http://schemas.microsoft.com/office/drawing/2014/main" id="{AD26EA29-071D-6106-B6A8-6CE2EEBCE80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625725" y="1452563"/>
            <a:ext cx="560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aseline="-30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时间内质点位移沿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轴的投影；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070" name="Rectangle 14">
            <a:extLst>
              <a:ext uri="{FF2B5EF4-FFF2-40B4-BE49-F238E27FC236}">
                <a16:creationId xmlns:a16="http://schemas.microsoft.com/office/drawing/2014/main" id="{F50EB287-1E51-DCCA-5779-0A5A2631220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62225" y="2335213"/>
            <a:ext cx="558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aseline="-30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时间内质点位移沿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y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轴的投影；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071" name="Rectangle 15">
            <a:extLst>
              <a:ext uri="{FF2B5EF4-FFF2-40B4-BE49-F238E27FC236}">
                <a16:creationId xmlns:a16="http://schemas.microsoft.com/office/drawing/2014/main" id="{D3E12E8C-6567-B258-F460-63A77589714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416175" y="3109913"/>
            <a:ext cx="422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=0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aseline="-300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时间内经历的路程；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5072" name="Rectangle 16">
            <a:extLst>
              <a:ext uri="{FF2B5EF4-FFF2-40B4-BE49-F238E27FC236}">
                <a16:creationId xmlns:a16="http://schemas.microsoft.com/office/drawing/2014/main" id="{E244C4B3-C081-6CE6-0690-7FFE0601394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771650" y="310991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表示</a:t>
            </a:r>
          </a:p>
        </p:txBody>
      </p:sp>
      <p:sp>
        <p:nvSpPr>
          <p:cNvPr id="45073" name="Rectangle 17">
            <a:extLst>
              <a:ext uri="{FF2B5EF4-FFF2-40B4-BE49-F238E27FC236}">
                <a16:creationId xmlns:a16="http://schemas.microsoft.com/office/drawing/2014/main" id="{1B2607AD-F660-5C75-EFBD-8DFCE102B28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758950" y="396875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表示</a:t>
            </a:r>
          </a:p>
        </p:txBody>
      </p:sp>
      <p:sp>
        <p:nvSpPr>
          <p:cNvPr id="45074" name="Rectangle 18">
            <a:extLst>
              <a:ext uri="{FF2B5EF4-FFF2-40B4-BE49-F238E27FC236}">
                <a16:creationId xmlns:a16="http://schemas.microsoft.com/office/drawing/2014/main" id="{C35B7A3A-D1AF-2B8D-B8B1-647A7AB06A9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719263" y="50244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表示</a:t>
            </a:r>
          </a:p>
        </p:txBody>
      </p:sp>
      <p:sp>
        <p:nvSpPr>
          <p:cNvPr id="45075" name="Rectangle 19">
            <a:extLst>
              <a:ext uri="{FF2B5EF4-FFF2-40B4-BE49-F238E27FC236}">
                <a16:creationId xmlns:a16="http://schemas.microsoft.com/office/drawing/2014/main" id="{2BBF7754-BF7E-3AD1-6A27-120AC7AB871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550988" y="598328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CC00"/>
                </a:solidFill>
                <a:latin typeface="Times New Roman" panose="02020603050405020304" pitchFamily="18" charset="0"/>
              </a:rPr>
              <a:t>表示</a:t>
            </a:r>
          </a:p>
        </p:txBody>
      </p:sp>
      <p:sp>
        <p:nvSpPr>
          <p:cNvPr id="45076" name="Rectangle 20">
            <a:extLst>
              <a:ext uri="{FF2B5EF4-FFF2-40B4-BE49-F238E27FC236}">
                <a16:creationId xmlns:a16="http://schemas.microsoft.com/office/drawing/2014/main" id="{3A7605A1-0D40-E259-7758-4336232B32E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835150" y="3975100"/>
            <a:ext cx="32861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C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点运动到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</a:t>
            </a:r>
          </a:p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过程中质点的位移；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5077" name="Object 7">
            <a:extLst>
              <a:ext uri="{FF2B5EF4-FFF2-40B4-BE49-F238E27FC236}">
                <a16:creationId xmlns:a16="http://schemas.microsoft.com/office/drawing/2014/main" id="{6D6401BE-799F-0D54-7CA8-07E79663BEE7}"/>
              </a:ext>
            </a:extLst>
          </p:cNvPr>
          <p:cNvGraphicFramePr>
            <a:graphicFrameLocks/>
          </p:cNvGraphicFramePr>
          <p:nvPr/>
        </p:nvGraphicFramePr>
        <p:xfrm>
          <a:off x="833438" y="2165350"/>
          <a:ext cx="9906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52469" imgH="647894" progId="Equation.3">
                  <p:embed/>
                </p:oleObj>
              </mc:Choice>
              <mc:Fallback>
                <p:oleObj name="公式" r:id="rId13" imgW="952469" imgH="647894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3438" y="2165350"/>
                        <a:ext cx="9906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8" name="Rectangle 22">
            <a:extLst>
              <a:ext uri="{FF2B5EF4-FFF2-40B4-BE49-F238E27FC236}">
                <a16:creationId xmlns:a16="http://schemas.microsoft.com/office/drawing/2014/main" id="{EEE3830E-BE21-159E-1C24-C025F444484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195513" y="5995988"/>
            <a:ext cx="2522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的距离。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1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60" grpId="0" autoUpdateAnimBg="0"/>
      <p:bldP spid="45061" grpId="0"/>
      <p:bldP spid="45063" grpId="0"/>
      <p:bldP spid="45064" grpId="0" build="allAtOnce"/>
      <p:bldP spid="45069" grpId="0"/>
      <p:bldP spid="45070" grpId="0"/>
      <p:bldP spid="45071" grpId="0"/>
      <p:bldP spid="45072" grpId="0"/>
      <p:bldP spid="45073" grpId="0"/>
      <p:bldP spid="45074" grpId="0"/>
      <p:bldP spid="45075" grpId="0"/>
      <p:bldP spid="45076" grpId="0"/>
      <p:bldP spid="450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95E52142-5083-DF31-E48C-187243EED97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692525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按右手法则确定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的正负变化</a:t>
            </a:r>
          </a:p>
        </p:txBody>
      </p:sp>
      <p:graphicFrame>
        <p:nvGraphicFramePr>
          <p:cNvPr id="46083" name="Object 2">
            <a:extLst>
              <a:ext uri="{FF2B5EF4-FFF2-40B4-BE49-F238E27FC236}">
                <a16:creationId xmlns:a16="http://schemas.microsoft.com/office/drawing/2014/main" id="{F515A558-102C-8921-F398-5EA60E7B8BB0}"/>
              </a:ext>
            </a:extLst>
          </p:cNvPr>
          <p:cNvGraphicFramePr>
            <a:graphicFrameLocks/>
          </p:cNvGraphicFramePr>
          <p:nvPr/>
        </p:nvGraphicFramePr>
        <p:xfrm>
          <a:off x="914400" y="2100263"/>
          <a:ext cx="11588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0171" imgH="358112" progId="Equation.3">
                  <p:embed/>
                </p:oleObj>
              </mc:Choice>
              <mc:Fallback>
                <p:oleObj name="公式" r:id="rId2" imgW="1120171" imgH="35811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14400" y="2100263"/>
                        <a:ext cx="11588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3">
            <a:extLst>
              <a:ext uri="{FF2B5EF4-FFF2-40B4-BE49-F238E27FC236}">
                <a16:creationId xmlns:a16="http://schemas.microsoft.com/office/drawing/2014/main" id="{337B7D2B-F5F0-1BD6-4466-D1952817D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888" y="5697538"/>
          <a:ext cx="29384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95724" imgH="785054" progId="Equation.3">
                  <p:embed/>
                </p:oleObj>
              </mc:Choice>
              <mc:Fallback>
                <p:oleObj name="公式" r:id="rId4" imgW="2895724" imgH="78505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77888" y="5697538"/>
                        <a:ext cx="29384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Oval 5">
            <a:extLst>
              <a:ext uri="{FF2B5EF4-FFF2-40B4-BE49-F238E27FC236}">
                <a16:creationId xmlns:a16="http://schemas.microsoft.com/office/drawing/2014/main" id="{F2944D14-D4CF-E1D4-6900-97B5813C1F1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976938" y="1449388"/>
            <a:ext cx="1800225" cy="1800225"/>
          </a:xfrm>
          <a:prstGeom prst="ellips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6" name="Line 6">
            <a:extLst>
              <a:ext uri="{FF2B5EF4-FFF2-40B4-BE49-F238E27FC236}">
                <a16:creationId xmlns:a16="http://schemas.microsoft.com/office/drawing/2014/main" id="{0FBBB029-6637-FA1E-C066-D8E38B121156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027738" y="2328863"/>
            <a:ext cx="2216150" cy="1587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7" name="Line 7">
            <a:extLst>
              <a:ext uri="{FF2B5EF4-FFF2-40B4-BE49-F238E27FC236}">
                <a16:creationId xmlns:a16="http://schemas.microsoft.com/office/drawing/2014/main" id="{D1C06B01-176A-A044-E8C3-2B894CCC21EC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877050" y="1897063"/>
            <a:ext cx="790575" cy="433387"/>
          </a:xfrm>
          <a:prstGeom prst="line">
            <a:avLst/>
          </a:prstGeom>
          <a:noFill/>
          <a:ln w="28575">
            <a:solidFill>
              <a:srgbClr val="FFDCA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Line 8">
            <a:extLst>
              <a:ext uri="{FF2B5EF4-FFF2-40B4-BE49-F238E27FC236}">
                <a16:creationId xmlns:a16="http://schemas.microsoft.com/office/drawing/2014/main" id="{B69BE3CF-B37A-E0CE-CA57-C623DC4D6E2E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877050" y="1557338"/>
            <a:ext cx="503238" cy="76676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089" name="Object 4">
            <a:extLst>
              <a:ext uri="{FF2B5EF4-FFF2-40B4-BE49-F238E27FC236}">
                <a16:creationId xmlns:a16="http://schemas.microsoft.com/office/drawing/2014/main" id="{5A89AFEC-3293-8D15-ED77-EBE280C00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1700213"/>
          <a:ext cx="227013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40" imgH="251377" progId="Equation.3">
                  <p:embed/>
                </p:oleObj>
              </mc:Choice>
              <mc:Fallback>
                <p:oleObj name="Equation" r:id="rId6" imgW="243840" imgH="25137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40650" y="1700213"/>
                        <a:ext cx="227013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5">
            <a:extLst>
              <a:ext uri="{FF2B5EF4-FFF2-40B4-BE49-F238E27FC236}">
                <a16:creationId xmlns:a16="http://schemas.microsoft.com/office/drawing/2014/main" id="{C7CECF6C-70A4-DEBC-70D8-3CAEE922D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1239838"/>
          <a:ext cx="2381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304" imgH="358112" progId="Equation.3">
                  <p:embed/>
                </p:oleObj>
              </mc:Choice>
              <mc:Fallback>
                <p:oleObj name="Equation" r:id="rId8" imgW="251304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51725" y="1239838"/>
                        <a:ext cx="2381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6">
            <a:extLst>
              <a:ext uri="{FF2B5EF4-FFF2-40B4-BE49-F238E27FC236}">
                <a16:creationId xmlns:a16="http://schemas.microsoft.com/office/drawing/2014/main" id="{734BF60A-B763-851C-BF41-2608FFC51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6575" y="2363788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1304" imgH="281801" progId="Equation.3">
                  <p:embed/>
                </p:oleObj>
              </mc:Choice>
              <mc:Fallback>
                <p:oleObj name="公式" r:id="rId10" imgW="251304" imgH="2818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86575" y="2363788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7">
            <a:extLst>
              <a:ext uri="{FF2B5EF4-FFF2-40B4-BE49-F238E27FC236}">
                <a16:creationId xmlns:a16="http://schemas.microsoft.com/office/drawing/2014/main" id="{284BCE8A-AA5F-2514-BB71-FD8FF8B8BA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2060575"/>
          <a:ext cx="1873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593" imgH="281801" progId="Equation.3">
                  <p:embed/>
                </p:oleObj>
              </mc:Choice>
              <mc:Fallback>
                <p:oleObj name="Equation" r:id="rId12" imgW="190593" imgH="28180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80288" y="2060575"/>
                        <a:ext cx="1873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8">
            <a:extLst>
              <a:ext uri="{FF2B5EF4-FFF2-40B4-BE49-F238E27FC236}">
                <a16:creationId xmlns:a16="http://schemas.microsoft.com/office/drawing/2014/main" id="{EDA678F6-5F1C-899B-D964-974E6B6ACE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1773238"/>
          <a:ext cx="471487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48889" imgH="281801" progId="Equation.3">
                  <p:embed/>
                </p:oleObj>
              </mc:Choice>
              <mc:Fallback>
                <p:oleObj name="公式" r:id="rId14" imgW="548889" imgH="2818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64388" y="1773238"/>
                        <a:ext cx="471487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Object 9">
            <a:extLst>
              <a:ext uri="{FF2B5EF4-FFF2-40B4-BE49-F238E27FC236}">
                <a16:creationId xmlns:a16="http://schemas.microsoft.com/office/drawing/2014/main" id="{060C6F47-14C0-BDBA-EB76-C2CCA738F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5288" y="2417763"/>
          <a:ext cx="176212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5167" imgH="190528" progId="Equation.3">
                  <p:embed/>
                </p:oleObj>
              </mc:Choice>
              <mc:Fallback>
                <p:oleObj name="公式" r:id="rId16" imgW="175167" imgH="19052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15288" y="2417763"/>
                        <a:ext cx="176212" cy="18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Oval 15">
            <a:extLst>
              <a:ext uri="{FF2B5EF4-FFF2-40B4-BE49-F238E27FC236}">
                <a16:creationId xmlns:a16="http://schemas.microsoft.com/office/drawing/2014/main" id="{0D33CC96-DFFE-8A2D-4CA3-9F14D4A738C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715000" y="4279900"/>
            <a:ext cx="2209800" cy="9906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096" name="Line 16">
            <a:extLst>
              <a:ext uri="{FF2B5EF4-FFF2-40B4-BE49-F238E27FC236}">
                <a16:creationId xmlns:a16="http://schemas.microsoft.com/office/drawing/2014/main" id="{67EE2E84-064D-C868-0A40-DE6BEA76D313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781800" y="3746500"/>
            <a:ext cx="0" cy="990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097" name="Object 10">
            <a:extLst>
              <a:ext uri="{FF2B5EF4-FFF2-40B4-BE49-F238E27FC236}">
                <a16:creationId xmlns:a16="http://schemas.microsoft.com/office/drawing/2014/main" id="{4DF8D518-671A-D546-43E6-919B96E43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6100" y="3711575"/>
          <a:ext cx="579438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85738" imgH="327688" progId="Equation.3">
                  <p:embed/>
                </p:oleObj>
              </mc:Choice>
              <mc:Fallback>
                <p:oleObj name="公式" r:id="rId18" imgW="685738" imgH="32768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96100" y="3711575"/>
                        <a:ext cx="579438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8" name="Line 18">
            <a:extLst>
              <a:ext uri="{FF2B5EF4-FFF2-40B4-BE49-F238E27FC236}">
                <a16:creationId xmlns:a16="http://schemas.microsoft.com/office/drawing/2014/main" id="{109EB6D2-2297-323F-8A82-293A09F5D3AC}"/>
              </a:ext>
            </a:extLst>
          </p:cNvPr>
          <p:cNvSpPr>
            <a:spLocks noChangeShapeType="1"/>
          </p:cNvSpPr>
          <p:nvPr/>
        </p:nvSpPr>
        <p:spPr bwMode="black">
          <a:xfrm>
            <a:off x="6781800" y="4737100"/>
            <a:ext cx="685800" cy="457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9" name="Line 19">
            <a:extLst>
              <a:ext uri="{FF2B5EF4-FFF2-40B4-BE49-F238E27FC236}">
                <a16:creationId xmlns:a16="http://schemas.microsoft.com/office/drawing/2014/main" id="{9DE7043A-660D-B77D-1503-3722B3933A2A}"/>
              </a:ext>
            </a:extLst>
          </p:cNvPr>
          <p:cNvSpPr>
            <a:spLocks noChangeShapeType="1"/>
          </p:cNvSpPr>
          <p:nvPr/>
        </p:nvSpPr>
        <p:spPr bwMode="black">
          <a:xfrm>
            <a:off x="6781800" y="4737100"/>
            <a:ext cx="1143000" cy="76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00" name="Text Box 20">
            <a:extLst>
              <a:ext uri="{FF2B5EF4-FFF2-40B4-BE49-F238E27FC236}">
                <a16:creationId xmlns:a16="http://schemas.microsoft.com/office/drawing/2014/main" id="{55CBB958-8F69-6FDE-6A30-DD4A9C1C913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04800" y="1489075"/>
            <a:ext cx="3886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一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角位置与角位移</a:t>
            </a:r>
            <a:endParaRPr kumimoji="1" lang="zh-CN" altLang="en-US" sz="240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6101" name="Text Box 21">
            <a:extLst>
              <a:ext uri="{FF2B5EF4-FFF2-40B4-BE49-F238E27FC236}">
                <a16:creationId xmlns:a16="http://schemas.microsoft.com/office/drawing/2014/main" id="{E149D141-B98B-F391-2537-D15DF86BBAC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9625" y="5132388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质点作圆周运动的角速度为</a:t>
            </a:r>
            <a:endParaRPr kumimoji="1" lang="zh-CN" altLang="en-US" sz="1200">
              <a:solidFill>
                <a:schemeClr val="hlink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6102" name="Text Box 22">
            <a:extLst>
              <a:ext uri="{FF2B5EF4-FFF2-40B4-BE49-F238E27FC236}">
                <a16:creationId xmlns:a16="http://schemas.microsoft.com/office/drawing/2014/main" id="{A832A212-A8DC-84A8-7011-D05564C373F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962400" y="5942013"/>
            <a:ext cx="472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描述质点转动快慢和方向的物理量</a:t>
            </a:r>
          </a:p>
        </p:txBody>
      </p:sp>
      <p:sp>
        <p:nvSpPr>
          <p:cNvPr id="46103" name="Text Box 23">
            <a:extLst>
              <a:ext uri="{FF2B5EF4-FFF2-40B4-BE49-F238E27FC236}">
                <a16:creationId xmlns:a16="http://schemas.microsoft.com/office/drawing/2014/main" id="{967E05DE-1BF4-7FE4-1EF0-C5328B4C600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133600" y="2127250"/>
            <a:ext cx="3200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角位置（运动学方程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46104" name="Object 11">
            <a:extLst>
              <a:ext uri="{FF2B5EF4-FFF2-40B4-BE49-F238E27FC236}">
                <a16:creationId xmlns:a16="http://schemas.microsoft.com/office/drawing/2014/main" id="{37DCA63A-A7A1-CECB-8A07-B57A5B3D3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0625" y="2625725"/>
          <a:ext cx="143668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94367" imgH="281801" progId="Equation.3">
                  <p:embed/>
                </p:oleObj>
              </mc:Choice>
              <mc:Fallback>
                <p:oleObj name="公式" r:id="rId20" imgW="1394367" imgH="28180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90625" y="2625725"/>
                        <a:ext cx="1436688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5" name="Text Box 25">
            <a:extLst>
              <a:ext uri="{FF2B5EF4-FFF2-40B4-BE49-F238E27FC236}">
                <a16:creationId xmlns:a16="http://schemas.microsoft.com/office/drawing/2014/main" id="{DE04E4AF-AB85-C2E2-42FC-85FD2F02B61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2565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当</a:t>
            </a:r>
          </a:p>
        </p:txBody>
      </p:sp>
      <p:sp>
        <p:nvSpPr>
          <p:cNvPr id="46106" name="Text Box 26">
            <a:extLst>
              <a:ext uri="{FF2B5EF4-FFF2-40B4-BE49-F238E27FC236}">
                <a16:creationId xmlns:a16="http://schemas.microsoft.com/office/drawing/2014/main" id="{B279A197-B217-C653-055C-EB6025A85E4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27088" y="3116263"/>
            <a:ext cx="4525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为质点圆周运动的角位移</a:t>
            </a:r>
          </a:p>
        </p:txBody>
      </p:sp>
      <p:sp>
        <p:nvSpPr>
          <p:cNvPr id="46107" name="Text Box 27">
            <a:extLst>
              <a:ext uri="{FF2B5EF4-FFF2-40B4-BE49-F238E27FC236}">
                <a16:creationId xmlns:a16="http://schemas.microsoft.com/office/drawing/2014/main" id="{3D36974C-CDAD-DE93-06E6-59FEC846E9B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00025" y="4537075"/>
            <a:ext cx="2133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二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角速度</a:t>
            </a:r>
            <a:b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</a:br>
            <a:endParaRPr kumimoji="1" lang="zh-CN" altLang="en-US" sz="120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6108" name="Object 12">
            <a:extLst>
              <a:ext uri="{FF2B5EF4-FFF2-40B4-BE49-F238E27FC236}">
                <a16:creationId xmlns:a16="http://schemas.microsoft.com/office/drawing/2014/main" id="{173DCDCD-2040-DACE-3BB8-18A208263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3821113"/>
          <a:ext cx="2238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3840" imgH="190528" progId="Equation.3">
                  <p:embed/>
                </p:oleObj>
              </mc:Choice>
              <mc:Fallback>
                <p:oleObj name="Equation" r:id="rId22" imgW="243840" imgH="19052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24600" y="3821113"/>
                        <a:ext cx="2238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9" name="Object 13">
            <a:extLst>
              <a:ext uri="{FF2B5EF4-FFF2-40B4-BE49-F238E27FC236}">
                <a16:creationId xmlns:a16="http://schemas.microsoft.com/office/drawing/2014/main" id="{4677A681-573A-FE1D-A8ED-B78E9EF38D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525780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3840" imgH="251377" progId="Equation.3">
                  <p:embed/>
                </p:oleObj>
              </mc:Choice>
              <mc:Fallback>
                <p:oleObj name="Equation" r:id="rId24" imgW="243840" imgH="25137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15200" y="525780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0" name="Object 14">
            <a:extLst>
              <a:ext uri="{FF2B5EF4-FFF2-40B4-BE49-F238E27FC236}">
                <a16:creationId xmlns:a16="http://schemas.microsoft.com/office/drawing/2014/main" id="{F9EBBCC5-1852-BCD1-9DAE-FECACE45B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9700" y="464820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5167" imgH="190528" progId="Equation.3">
                  <p:embed/>
                </p:oleObj>
              </mc:Choice>
              <mc:Fallback>
                <p:oleObj name="Equation" r:id="rId26" imgW="175167" imgH="19052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489700" y="4648200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1" name="Object 15">
            <a:extLst>
              <a:ext uri="{FF2B5EF4-FFF2-40B4-BE49-F238E27FC236}">
                <a16:creationId xmlns:a16="http://schemas.microsoft.com/office/drawing/2014/main" id="{14385594-C565-5810-FA45-025F57AC42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700588"/>
          <a:ext cx="233362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51304" imgH="358112" progId="Equation.3">
                  <p:embed/>
                </p:oleObj>
              </mc:Choice>
              <mc:Fallback>
                <p:oleObj name="Equation" r:id="rId28" imgW="251304" imgH="358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27988" y="4700588"/>
                        <a:ext cx="233362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2" name="Object 16">
            <a:extLst>
              <a:ext uri="{FF2B5EF4-FFF2-40B4-BE49-F238E27FC236}">
                <a16:creationId xmlns:a16="http://schemas.microsoft.com/office/drawing/2014/main" id="{5BAC90A5-3F3E-AD28-32EB-691C1E0F7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4829175"/>
          <a:ext cx="4318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495144" imgH="281801" progId="Equation.3">
                  <p:embed/>
                </p:oleObj>
              </mc:Choice>
              <mc:Fallback>
                <p:oleObj name="公式" r:id="rId30" imgW="495144" imgH="2818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08850" y="4829175"/>
                        <a:ext cx="431800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3" name="Arc 33">
            <a:extLst>
              <a:ext uri="{FF2B5EF4-FFF2-40B4-BE49-F238E27FC236}">
                <a16:creationId xmlns:a16="http://schemas.microsoft.com/office/drawing/2014/main" id="{2E143070-EF26-B424-80D7-30A5C4210388}"/>
              </a:ext>
            </a:extLst>
          </p:cNvPr>
          <p:cNvSpPr>
            <a:spLocks/>
          </p:cNvSpPr>
          <p:nvPr/>
        </p:nvSpPr>
        <p:spPr bwMode="black">
          <a:xfrm>
            <a:off x="7021513" y="2036763"/>
            <a:ext cx="152400" cy="122237"/>
          </a:xfrm>
          <a:custGeom>
            <a:avLst/>
            <a:gdLst>
              <a:gd name="T0" fmla="*/ 2147483646 w 21519"/>
              <a:gd name="T1" fmla="*/ 0 h 19964"/>
              <a:gd name="T2" fmla="*/ 2147483646 w 21519"/>
              <a:gd name="T3" fmla="*/ 2147483646 h 19964"/>
              <a:gd name="T4" fmla="*/ 0 w 21519"/>
              <a:gd name="T5" fmla="*/ 2147483646 h 19964"/>
              <a:gd name="T6" fmla="*/ 0 60000 65536"/>
              <a:gd name="T7" fmla="*/ 0 60000 65536"/>
              <a:gd name="T8" fmla="*/ 0 60000 65536"/>
              <a:gd name="T9" fmla="*/ 0 w 21519"/>
              <a:gd name="T10" fmla="*/ 0 h 19964"/>
              <a:gd name="T11" fmla="*/ 21519 w 21519"/>
              <a:gd name="T12" fmla="*/ 19964 h 199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19" h="19964" fill="none" extrusionOk="0">
                <a:moveTo>
                  <a:pt x="8246" y="-1"/>
                </a:moveTo>
                <a:cubicBezTo>
                  <a:pt x="15703" y="3080"/>
                  <a:pt x="20822" y="10060"/>
                  <a:pt x="21519" y="18098"/>
                </a:cubicBezTo>
              </a:path>
              <a:path w="21519" h="19964" stroke="0" extrusionOk="0">
                <a:moveTo>
                  <a:pt x="8246" y="-1"/>
                </a:moveTo>
                <a:cubicBezTo>
                  <a:pt x="15703" y="3080"/>
                  <a:pt x="20822" y="10060"/>
                  <a:pt x="21519" y="18098"/>
                </a:cubicBezTo>
                <a:lnTo>
                  <a:pt x="0" y="19964"/>
                </a:lnTo>
                <a:lnTo>
                  <a:pt x="8246" y="-1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14" name="Oval 34">
            <a:extLst>
              <a:ext uri="{FF2B5EF4-FFF2-40B4-BE49-F238E27FC236}">
                <a16:creationId xmlns:a16="http://schemas.microsoft.com/office/drawing/2014/main" id="{006D8585-D6A1-3357-5DA9-DBD4959475C2}"/>
              </a:ext>
            </a:extLst>
          </p:cNvPr>
          <p:cNvSpPr>
            <a:spLocks noChangeAspect="1" noChangeArrowheads="1"/>
          </p:cNvSpPr>
          <p:nvPr/>
        </p:nvSpPr>
        <p:spPr bwMode="black">
          <a:xfrm>
            <a:off x="7612063" y="1844675"/>
            <a:ext cx="104775" cy="111125"/>
          </a:xfrm>
          <a:prstGeom prst="ellipse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115" name="Line 35">
            <a:extLst>
              <a:ext uri="{FF2B5EF4-FFF2-40B4-BE49-F238E27FC236}">
                <a16:creationId xmlns:a16="http://schemas.microsoft.com/office/drawing/2014/main" id="{5A242B31-D330-C435-8CC0-5EABD5A0DAB0}"/>
              </a:ext>
            </a:extLst>
          </p:cNvPr>
          <p:cNvSpPr>
            <a:spLocks noChangeShapeType="1"/>
          </p:cNvSpPr>
          <p:nvPr/>
        </p:nvSpPr>
        <p:spPr bwMode="black">
          <a:xfrm flipH="1" flipV="1">
            <a:off x="6856413" y="1196975"/>
            <a:ext cx="20637" cy="18446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116" name="Object 17">
            <a:extLst>
              <a:ext uri="{FF2B5EF4-FFF2-40B4-BE49-F238E27FC236}">
                <a16:creationId xmlns:a16="http://schemas.microsoft.com/office/drawing/2014/main" id="{9F2B1940-5179-B53D-001D-88BB588F1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0" y="1154113"/>
          <a:ext cx="193675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05522" imgH="266839" progId="Equation.3">
                  <p:embed/>
                </p:oleObj>
              </mc:Choice>
              <mc:Fallback>
                <p:oleObj name="公式" r:id="rId32" imgW="205522" imgH="26683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53250" y="1154113"/>
                        <a:ext cx="193675" cy="24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7" name="Arc 37">
            <a:extLst>
              <a:ext uri="{FF2B5EF4-FFF2-40B4-BE49-F238E27FC236}">
                <a16:creationId xmlns:a16="http://schemas.microsoft.com/office/drawing/2014/main" id="{10211537-4891-CA4F-FFEC-79B8B2B2E77E}"/>
              </a:ext>
            </a:extLst>
          </p:cNvPr>
          <p:cNvSpPr>
            <a:spLocks/>
          </p:cNvSpPr>
          <p:nvPr/>
        </p:nvSpPr>
        <p:spPr bwMode="black">
          <a:xfrm>
            <a:off x="7277100" y="2114550"/>
            <a:ext cx="71438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DCA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18" name="Oval 38">
            <a:extLst>
              <a:ext uri="{FF2B5EF4-FFF2-40B4-BE49-F238E27FC236}">
                <a16:creationId xmlns:a16="http://schemas.microsoft.com/office/drawing/2014/main" id="{83AACCB8-E181-D0DE-EDAD-107E574A54A3}"/>
              </a:ext>
            </a:extLst>
          </p:cNvPr>
          <p:cNvSpPr>
            <a:spLocks noChangeAspect="1" noChangeArrowheads="1"/>
          </p:cNvSpPr>
          <p:nvPr/>
        </p:nvSpPr>
        <p:spPr bwMode="black">
          <a:xfrm>
            <a:off x="7318375" y="1538288"/>
            <a:ext cx="104775" cy="104775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119" name="Arc 39">
            <a:extLst>
              <a:ext uri="{FF2B5EF4-FFF2-40B4-BE49-F238E27FC236}">
                <a16:creationId xmlns:a16="http://schemas.microsoft.com/office/drawing/2014/main" id="{27DB574E-FEAD-6929-A706-4D227469537C}"/>
              </a:ext>
            </a:extLst>
          </p:cNvPr>
          <p:cNvSpPr>
            <a:spLocks/>
          </p:cNvSpPr>
          <p:nvPr/>
        </p:nvSpPr>
        <p:spPr bwMode="black">
          <a:xfrm flipV="1">
            <a:off x="7164388" y="4795838"/>
            <a:ext cx="144462" cy="204787"/>
          </a:xfrm>
          <a:custGeom>
            <a:avLst/>
            <a:gdLst>
              <a:gd name="T0" fmla="*/ 2147483646 w 21600"/>
              <a:gd name="T1" fmla="*/ 0 h 20420"/>
              <a:gd name="T2" fmla="*/ 2147483646 w 21600"/>
              <a:gd name="T3" fmla="*/ 2147483646 h 20420"/>
              <a:gd name="T4" fmla="*/ 0 w 21600"/>
              <a:gd name="T5" fmla="*/ 2147483646 h 20420"/>
              <a:gd name="T6" fmla="*/ 0 60000 65536"/>
              <a:gd name="T7" fmla="*/ 0 60000 65536"/>
              <a:gd name="T8" fmla="*/ 0 60000 65536"/>
              <a:gd name="T9" fmla="*/ 0 w 21600"/>
              <a:gd name="T10" fmla="*/ 0 h 20420"/>
              <a:gd name="T11" fmla="*/ 21600 w 21600"/>
              <a:gd name="T12" fmla="*/ 20420 h 20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420" fill="none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</a:path>
              <a:path w="21600" h="20420" stroke="0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lnTo>
                  <a:pt x="0" y="20420"/>
                </a:lnTo>
                <a:lnTo>
                  <a:pt x="7041" y="-1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120" name="Text Box 40">
            <a:extLst>
              <a:ext uri="{FF2B5EF4-FFF2-40B4-BE49-F238E27FC236}">
                <a16:creationId xmlns:a16="http://schemas.microsoft.com/office/drawing/2014/main" id="{3D4E05B9-02CB-154C-613D-3C5928AFE78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990600" y="404813"/>
            <a:ext cx="72390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§1.5  </a:t>
            </a:r>
            <a:r>
              <a:rPr kumimoji="1" lang="zh-CN" altLang="en-US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圆周运动的角量描述  角量与线量的关系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10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5" grpId="0" animBg="1" autoUpdateAnimBg="0"/>
      <p:bldP spid="46095" grpId="0" animBg="1"/>
      <p:bldP spid="46100" grpId="0" autoUpdateAnimBg="0"/>
      <p:bldP spid="46101" grpId="0" autoUpdateAnimBg="0"/>
      <p:bldP spid="46102" grpId="0" autoUpdateAnimBg="0"/>
      <p:bldP spid="46103" grpId="0" autoUpdateAnimBg="0"/>
      <p:bldP spid="46105" grpId="0" autoUpdateAnimBg="0"/>
      <p:bldP spid="46106" grpId="0" autoUpdateAnimBg="0"/>
      <p:bldP spid="46107" grpId="0" autoUpdateAnimBg="0"/>
      <p:bldP spid="46114" grpId="0" animBg="1"/>
      <p:bldP spid="46118" grpId="0" animBg="1"/>
      <p:bldP spid="4612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>
            <a:extLst>
              <a:ext uri="{FF2B5EF4-FFF2-40B4-BE49-F238E27FC236}">
                <a16:creationId xmlns:a16="http://schemas.microsoft.com/office/drawing/2014/main" id="{DC1C1CC5-57E0-0D44-4C0A-64C082D5A0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5825" y="1446213"/>
          <a:ext cx="32988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53522" imgH="266839" progId="Equation.3">
                  <p:embed/>
                </p:oleObj>
              </mc:Choice>
              <mc:Fallback>
                <p:oleObj name="公式" r:id="rId2" imgW="3253522" imgH="26683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85825" y="1446213"/>
                        <a:ext cx="32988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>
            <a:extLst>
              <a:ext uri="{FF2B5EF4-FFF2-40B4-BE49-F238E27FC236}">
                <a16:creationId xmlns:a16="http://schemas.microsoft.com/office/drawing/2014/main" id="{D6895B85-AD83-497B-9914-E11579AE9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850" y="1981200"/>
          <a:ext cx="39354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24331" imgH="891789" progId="Equation.3">
                  <p:embed/>
                </p:oleObj>
              </mc:Choice>
              <mc:Fallback>
                <p:oleObj name="公式" r:id="rId4" imgW="3924331" imgH="89178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1850" y="1981200"/>
                        <a:ext cx="39354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8" name="Oval 4">
            <a:extLst>
              <a:ext uri="{FF2B5EF4-FFF2-40B4-BE49-F238E27FC236}">
                <a16:creationId xmlns:a16="http://schemas.microsoft.com/office/drawing/2014/main" id="{1CDFF82A-9586-E569-3DB2-0317D56ECDF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48400" y="682625"/>
            <a:ext cx="2057400" cy="1066800"/>
          </a:xfrm>
          <a:prstGeom prst="ellips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09" name="Line 5">
            <a:extLst>
              <a:ext uri="{FF2B5EF4-FFF2-40B4-BE49-F238E27FC236}">
                <a16:creationId xmlns:a16="http://schemas.microsoft.com/office/drawing/2014/main" id="{93073219-3E83-B536-3BC5-8B12F6159FF1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315200" y="411163"/>
            <a:ext cx="0" cy="82391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10" name="Object 4">
            <a:extLst>
              <a:ext uri="{FF2B5EF4-FFF2-40B4-BE49-F238E27FC236}">
                <a16:creationId xmlns:a16="http://schemas.microsoft.com/office/drawing/2014/main" id="{E80FBBF6-8415-F9B8-4A03-AA1FE9B0A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1813" y="455613"/>
          <a:ext cx="223837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40" imgH="190528" progId="Equation.3">
                  <p:embed/>
                </p:oleObj>
              </mc:Choice>
              <mc:Fallback>
                <p:oleObj name="Equation" r:id="rId6" imgW="243840" imgH="19052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81813" y="455613"/>
                        <a:ext cx="223837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Line 7">
            <a:extLst>
              <a:ext uri="{FF2B5EF4-FFF2-40B4-BE49-F238E27FC236}">
                <a16:creationId xmlns:a16="http://schemas.microsoft.com/office/drawing/2014/main" id="{76B7E1C5-175D-A84A-C519-0DA974C00B54}"/>
              </a:ext>
            </a:extLst>
          </p:cNvPr>
          <p:cNvSpPr>
            <a:spLocks noChangeShapeType="1"/>
          </p:cNvSpPr>
          <p:nvPr/>
        </p:nvSpPr>
        <p:spPr bwMode="black">
          <a:xfrm>
            <a:off x="7315200" y="1216025"/>
            <a:ext cx="819150" cy="301625"/>
          </a:xfrm>
          <a:prstGeom prst="line">
            <a:avLst/>
          </a:prstGeom>
          <a:noFill/>
          <a:ln w="31750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12" name="Object 5">
            <a:extLst>
              <a:ext uri="{FF2B5EF4-FFF2-40B4-BE49-F238E27FC236}">
                <a16:creationId xmlns:a16="http://schemas.microsoft.com/office/drawing/2014/main" id="{5A03EF59-E1CD-D2F6-C591-62891F583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1900" y="990600"/>
          <a:ext cx="15081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76" imgH="175066" progId="Equation.3">
                  <p:embed/>
                </p:oleObj>
              </mc:Choice>
              <mc:Fallback>
                <p:oleObj name="Equation" r:id="rId8" imgW="152276" imgH="17506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81900" y="990600"/>
                        <a:ext cx="15081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6">
            <a:extLst>
              <a:ext uri="{FF2B5EF4-FFF2-40B4-BE49-F238E27FC236}">
                <a16:creationId xmlns:a16="http://schemas.microsoft.com/office/drawing/2014/main" id="{B9999EB5-1AD5-59AB-BF76-5E7DBEC5C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3413" y="1082675"/>
          <a:ext cx="233362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1304" imgH="281801" progId="Equation.3">
                  <p:embed/>
                </p:oleObj>
              </mc:Choice>
              <mc:Fallback>
                <p:oleObj name="公式" r:id="rId10" imgW="251304" imgH="2818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83413" y="1082675"/>
                        <a:ext cx="233362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Object 7">
            <a:extLst>
              <a:ext uri="{FF2B5EF4-FFF2-40B4-BE49-F238E27FC236}">
                <a16:creationId xmlns:a16="http://schemas.microsoft.com/office/drawing/2014/main" id="{AB60A3C0-AA7E-9B0E-E50C-E440354C20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7213" y="1458913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3840" imgH="251377" progId="Equation.3">
                  <p:embed/>
                </p:oleObj>
              </mc:Choice>
              <mc:Fallback>
                <p:oleObj name="Equation" r:id="rId12" imgW="243840" imgH="25137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77213" y="1458913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Oval 11">
            <a:extLst>
              <a:ext uri="{FF2B5EF4-FFF2-40B4-BE49-F238E27FC236}">
                <a16:creationId xmlns:a16="http://schemas.microsoft.com/office/drawing/2014/main" id="{8D8A7708-DE2C-1E94-2867-8927E578439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48400" y="2636838"/>
            <a:ext cx="2057400" cy="1066800"/>
          </a:xfrm>
          <a:prstGeom prst="ellips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16" name="Line 12">
            <a:extLst>
              <a:ext uri="{FF2B5EF4-FFF2-40B4-BE49-F238E27FC236}">
                <a16:creationId xmlns:a16="http://schemas.microsoft.com/office/drawing/2014/main" id="{2DD8D391-F8B1-04AD-4CC0-4EAE89B777F7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334250" y="2374900"/>
            <a:ext cx="0" cy="8239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17" name="Object 8">
            <a:extLst>
              <a:ext uri="{FF2B5EF4-FFF2-40B4-BE49-F238E27FC236}">
                <a16:creationId xmlns:a16="http://schemas.microsoft.com/office/drawing/2014/main" id="{76CD5CB4-F4A6-DC22-972A-FF3EEA1EC5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2708275"/>
          <a:ext cx="1841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593" imgH="243895" progId="Equation.3">
                  <p:embed/>
                </p:oleObj>
              </mc:Choice>
              <mc:Fallback>
                <p:oleObj name="公式" r:id="rId14" imgW="190593" imgH="2438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19925" y="2708275"/>
                        <a:ext cx="1841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Line 14">
            <a:extLst>
              <a:ext uri="{FF2B5EF4-FFF2-40B4-BE49-F238E27FC236}">
                <a16:creationId xmlns:a16="http://schemas.microsoft.com/office/drawing/2014/main" id="{C0344819-30E2-D064-BCAD-5391407A6995}"/>
              </a:ext>
            </a:extLst>
          </p:cNvPr>
          <p:cNvSpPr>
            <a:spLocks noChangeShapeType="1"/>
          </p:cNvSpPr>
          <p:nvPr/>
        </p:nvSpPr>
        <p:spPr bwMode="black">
          <a:xfrm>
            <a:off x="7334250" y="3198813"/>
            <a:ext cx="766763" cy="279400"/>
          </a:xfrm>
          <a:prstGeom prst="line">
            <a:avLst/>
          </a:prstGeom>
          <a:noFill/>
          <a:ln w="31750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19" name="Object 9">
            <a:extLst>
              <a:ext uri="{FF2B5EF4-FFF2-40B4-BE49-F238E27FC236}">
                <a16:creationId xmlns:a16="http://schemas.microsoft.com/office/drawing/2014/main" id="{4E009A34-CC06-5560-00E9-435F7E867B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8100" y="3030538"/>
          <a:ext cx="15081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76" imgH="175066" progId="Equation.3">
                  <p:embed/>
                </p:oleObj>
              </mc:Choice>
              <mc:Fallback>
                <p:oleObj name="Equation" r:id="rId16" imgW="152276" imgH="1750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58100" y="3030538"/>
                        <a:ext cx="150813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0" name="Object 10">
            <a:extLst>
              <a:ext uri="{FF2B5EF4-FFF2-40B4-BE49-F238E27FC236}">
                <a16:creationId xmlns:a16="http://schemas.microsoft.com/office/drawing/2014/main" id="{4043634C-B8A1-AE72-0EE4-105B0AC9E1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5000" y="3049588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1304" imgH="281801" progId="Equation.3">
                  <p:embed/>
                </p:oleObj>
              </mc:Choice>
              <mc:Fallback>
                <p:oleObj name="公式" r:id="rId18" imgW="251304" imgH="2818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85000" y="3049588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1" name="Object 11">
            <a:extLst>
              <a:ext uri="{FF2B5EF4-FFF2-40B4-BE49-F238E27FC236}">
                <a16:creationId xmlns:a16="http://schemas.microsoft.com/office/drawing/2014/main" id="{B0F06041-0D94-5C0C-9C7F-B539DA3B1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7213" y="3511550"/>
          <a:ext cx="223837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3840" imgH="251377" progId="Equation.3">
                  <p:embed/>
                </p:oleObj>
              </mc:Choice>
              <mc:Fallback>
                <p:oleObj name="Equation" r:id="rId20" imgW="243840" imgH="25137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77213" y="3511550"/>
                        <a:ext cx="223837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12">
            <a:extLst>
              <a:ext uri="{FF2B5EF4-FFF2-40B4-BE49-F238E27FC236}">
                <a16:creationId xmlns:a16="http://schemas.microsoft.com/office/drawing/2014/main" id="{0BD14751-A004-D40A-5E04-2B484464D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2708275"/>
          <a:ext cx="3635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19007" imgH="281801" progId="Equation.3">
                  <p:embed/>
                </p:oleObj>
              </mc:Choice>
              <mc:Fallback>
                <p:oleObj name="Equation" r:id="rId22" imgW="419007" imgH="28180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51725" y="2708275"/>
                        <a:ext cx="3635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3" name="Line 19">
            <a:extLst>
              <a:ext uri="{FF2B5EF4-FFF2-40B4-BE49-F238E27FC236}">
                <a16:creationId xmlns:a16="http://schemas.microsoft.com/office/drawing/2014/main" id="{C09E387C-4311-A07A-6D21-D01FA6A97ACF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334250" y="2587625"/>
            <a:ext cx="0" cy="611188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24" name="Object 13">
            <a:extLst>
              <a:ext uri="{FF2B5EF4-FFF2-40B4-BE49-F238E27FC236}">
                <a16:creationId xmlns:a16="http://schemas.microsoft.com/office/drawing/2014/main" id="{32BEF389-48F1-0ED4-F354-6D09F0D26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1725" y="2349500"/>
          <a:ext cx="23336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1304" imgH="358112" progId="Equation.3">
                  <p:embed/>
                </p:oleObj>
              </mc:Choice>
              <mc:Fallback>
                <p:oleObj name="Equation" r:id="rId24" imgW="251304" imgH="358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51725" y="2349500"/>
                        <a:ext cx="23336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5" name="Text Box 21">
            <a:extLst>
              <a:ext uri="{FF2B5EF4-FFF2-40B4-BE49-F238E27FC236}">
                <a16:creationId xmlns:a16="http://schemas.microsoft.com/office/drawing/2014/main" id="{B11DC6EE-00E1-999C-C4FB-0B7B1127308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2428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三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角加速度</a:t>
            </a:r>
          </a:p>
        </p:txBody>
      </p:sp>
      <p:sp>
        <p:nvSpPr>
          <p:cNvPr id="47126" name="Text Box 22">
            <a:extLst>
              <a:ext uri="{FF2B5EF4-FFF2-40B4-BE49-F238E27FC236}">
                <a16:creationId xmlns:a16="http://schemas.microsoft.com/office/drawing/2014/main" id="{534F5CAD-F877-A6A0-BCD1-6C97EF7015E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838200"/>
            <a:ext cx="5105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角加速度</a:t>
            </a:r>
            <a:r>
              <a:rPr kumimoji="1" lang="zh-CN" altLang="en-US" sz="2400">
                <a:solidFill>
                  <a:srgbClr val="FFFFCC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角速度对时间的一阶导数</a:t>
            </a:r>
            <a:endParaRPr kumimoji="1" lang="zh-CN" altLang="en-US" sz="1200">
              <a:solidFill>
                <a:schemeClr val="hlink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7127" name="Text Box 23">
            <a:extLst>
              <a:ext uri="{FF2B5EF4-FFF2-40B4-BE49-F238E27FC236}">
                <a16:creationId xmlns:a16="http://schemas.microsoft.com/office/drawing/2014/main" id="{B3B27924-9A08-F50B-0993-68C50C5C5FD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3048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角加速度的方向与</a:t>
            </a:r>
            <a:endParaRPr kumimoji="1" lang="zh-CN" altLang="en-US" sz="1200">
              <a:solidFill>
                <a:schemeClr val="hlink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7128" name="Object 14">
            <a:extLst>
              <a:ext uri="{FF2B5EF4-FFF2-40B4-BE49-F238E27FC236}">
                <a16:creationId xmlns:a16="http://schemas.microsoft.com/office/drawing/2014/main" id="{DF40A132-2457-A880-5241-7C31CBDA51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121025"/>
          <a:ext cx="4540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19007" imgH="320206" progId="Equation.3">
                  <p:embed/>
                </p:oleObj>
              </mc:Choice>
              <mc:Fallback>
                <p:oleObj name="公式" r:id="rId26" imgW="419007" imgH="32020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76600" y="3121025"/>
                        <a:ext cx="4540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9" name="Object 15">
            <a:extLst>
              <a:ext uri="{FF2B5EF4-FFF2-40B4-BE49-F238E27FC236}">
                <a16:creationId xmlns:a16="http://schemas.microsoft.com/office/drawing/2014/main" id="{47D77737-9B72-736F-F4A7-CFB6A97E64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7838" y="6042025"/>
          <a:ext cx="20478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90593" imgH="243895" progId="Equation.3">
                  <p:embed/>
                </p:oleObj>
              </mc:Choice>
              <mc:Fallback>
                <p:oleObj name="公式" r:id="rId28" imgW="190593" imgH="24389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27838" y="6042025"/>
                        <a:ext cx="20478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0" name="Object 16">
            <a:extLst>
              <a:ext uri="{FF2B5EF4-FFF2-40B4-BE49-F238E27FC236}">
                <a16:creationId xmlns:a16="http://schemas.microsoft.com/office/drawing/2014/main" id="{814E0913-1FE3-9FD2-1B3B-1160176E1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1250" y="5989638"/>
          <a:ext cx="40957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19007" imgH="281801" progId="Equation.3">
                  <p:embed/>
                </p:oleObj>
              </mc:Choice>
              <mc:Fallback>
                <p:oleObj name="Equation" r:id="rId30" imgW="419007" imgH="28180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61250" y="5989638"/>
                        <a:ext cx="409575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Line 27">
            <a:extLst>
              <a:ext uri="{FF2B5EF4-FFF2-40B4-BE49-F238E27FC236}">
                <a16:creationId xmlns:a16="http://schemas.microsoft.com/office/drawing/2014/main" id="{92ADAA5A-02D2-6E8C-9B94-B3C30C8F183C}"/>
              </a:ext>
            </a:extLst>
          </p:cNvPr>
          <p:cNvSpPr>
            <a:spLocks noChangeShapeType="1"/>
          </p:cNvSpPr>
          <p:nvPr/>
        </p:nvSpPr>
        <p:spPr bwMode="black">
          <a:xfrm>
            <a:off x="7315200" y="5619750"/>
            <a:ext cx="0" cy="762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32" name="Object 17">
            <a:extLst>
              <a:ext uri="{FF2B5EF4-FFF2-40B4-BE49-F238E27FC236}">
                <a16:creationId xmlns:a16="http://schemas.microsoft.com/office/drawing/2014/main" id="{8059C0AD-36D4-94E5-7D36-EACC651E97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6638" y="5013325"/>
          <a:ext cx="1374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333656" imgH="418961" progId="Equation.3">
                  <p:embed/>
                </p:oleObj>
              </mc:Choice>
              <mc:Fallback>
                <p:oleObj name="公式" r:id="rId32" imgW="1333656" imgH="41896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36638" y="5013325"/>
                        <a:ext cx="13747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3" name="Text Box 29">
            <a:extLst>
              <a:ext uri="{FF2B5EF4-FFF2-40B4-BE49-F238E27FC236}">
                <a16:creationId xmlns:a16="http://schemas.microsoft.com/office/drawing/2014/main" id="{5EC142FB-A24B-359B-82A2-7D5725CAA84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3656013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四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角量与线量的关系</a:t>
            </a:r>
          </a:p>
        </p:txBody>
      </p:sp>
      <p:sp>
        <p:nvSpPr>
          <p:cNvPr id="47134" name="Line 30">
            <a:extLst>
              <a:ext uri="{FF2B5EF4-FFF2-40B4-BE49-F238E27FC236}">
                <a16:creationId xmlns:a16="http://schemas.microsoft.com/office/drawing/2014/main" id="{B025E601-4E36-8D78-9E51-55DF6C9526E9}"/>
              </a:ext>
            </a:extLst>
          </p:cNvPr>
          <p:cNvSpPr>
            <a:spLocks noChangeShapeType="1"/>
          </p:cNvSpPr>
          <p:nvPr/>
        </p:nvSpPr>
        <p:spPr bwMode="black">
          <a:xfrm>
            <a:off x="4259263" y="5715000"/>
            <a:ext cx="1143000" cy="1524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5" name="Oval 31">
            <a:extLst>
              <a:ext uri="{FF2B5EF4-FFF2-40B4-BE49-F238E27FC236}">
                <a16:creationId xmlns:a16="http://schemas.microsoft.com/office/drawing/2014/main" id="{7842763F-E507-7EA3-D2AD-B83FA182FF7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0063" y="5105400"/>
            <a:ext cx="2362200" cy="1295400"/>
          </a:xfrm>
          <a:prstGeom prst="ellipse">
            <a:avLst/>
          </a:pr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36" name="Line 32">
            <a:extLst>
              <a:ext uri="{FF2B5EF4-FFF2-40B4-BE49-F238E27FC236}">
                <a16:creationId xmlns:a16="http://schemas.microsoft.com/office/drawing/2014/main" id="{B78F1F7F-0E9E-7DF5-CD0A-F7EDD9EDA129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4259263" y="4686300"/>
            <a:ext cx="0" cy="10398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37" name="Line 33">
            <a:extLst>
              <a:ext uri="{FF2B5EF4-FFF2-40B4-BE49-F238E27FC236}">
                <a16:creationId xmlns:a16="http://schemas.microsoft.com/office/drawing/2014/main" id="{E6C3F156-FA82-CCD2-C3F2-127D2966CEAD}"/>
              </a:ext>
            </a:extLst>
          </p:cNvPr>
          <p:cNvSpPr>
            <a:spLocks noChangeShapeType="1"/>
          </p:cNvSpPr>
          <p:nvPr/>
        </p:nvSpPr>
        <p:spPr bwMode="black">
          <a:xfrm>
            <a:off x="4259263" y="5715000"/>
            <a:ext cx="762000" cy="5334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38" name="Object 18">
            <a:extLst>
              <a:ext uri="{FF2B5EF4-FFF2-40B4-BE49-F238E27FC236}">
                <a16:creationId xmlns:a16="http://schemas.microsoft.com/office/drawing/2014/main" id="{90D05930-0783-3CC2-971E-22AC212889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1975" y="4665663"/>
          <a:ext cx="11604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409793" imgH="327688" progId="Equation.3">
                  <p:embed/>
                </p:oleObj>
              </mc:Choice>
              <mc:Fallback>
                <p:oleObj name="公式" r:id="rId34" imgW="1409793" imgH="32768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371975" y="4665663"/>
                        <a:ext cx="11604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9" name="Line 35">
            <a:extLst>
              <a:ext uri="{FF2B5EF4-FFF2-40B4-BE49-F238E27FC236}">
                <a16:creationId xmlns:a16="http://schemas.microsoft.com/office/drawing/2014/main" id="{97FBEC1C-1FBD-958B-C430-7C6066B20313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5006975" y="5710238"/>
            <a:ext cx="990600" cy="533400"/>
          </a:xfrm>
          <a:prstGeom prst="line">
            <a:avLst/>
          </a:prstGeom>
          <a:noFill/>
          <a:ln w="3492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40" name="Object 19">
            <a:extLst>
              <a:ext uri="{FF2B5EF4-FFF2-40B4-BE49-F238E27FC236}">
                <a16:creationId xmlns:a16="http://schemas.microsoft.com/office/drawing/2014/main" id="{3DF451DF-C907-0557-384F-371DD42BC9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5661025"/>
          <a:ext cx="179387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90593" imgH="266839" progId="Equation.3">
                  <p:embed/>
                </p:oleObj>
              </mc:Choice>
              <mc:Fallback>
                <p:oleObj name="Equation" r:id="rId36" imgW="190593" imgH="26683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11863" y="5661025"/>
                        <a:ext cx="179387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1" name="Object 20">
            <a:extLst>
              <a:ext uri="{FF2B5EF4-FFF2-40B4-BE49-F238E27FC236}">
                <a16:creationId xmlns:a16="http://schemas.microsoft.com/office/drawing/2014/main" id="{DF0633E4-949D-1FBD-2F95-25BFE2937E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8163" y="5961063"/>
          <a:ext cx="1730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75167" imgH="251377" progId="Equation.3">
                  <p:embed/>
                </p:oleObj>
              </mc:Choice>
              <mc:Fallback>
                <p:oleObj name="Equation" r:id="rId38" imgW="175167" imgH="25137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348163" y="5961063"/>
                        <a:ext cx="1730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2" name="Object 21">
            <a:extLst>
              <a:ext uri="{FF2B5EF4-FFF2-40B4-BE49-F238E27FC236}">
                <a16:creationId xmlns:a16="http://schemas.microsoft.com/office/drawing/2014/main" id="{79C3F08A-D800-A879-4D85-21D6D054D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2675" y="630555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43840" imgH="251377" progId="Equation.3">
                  <p:embed/>
                </p:oleObj>
              </mc:Choice>
              <mc:Fallback>
                <p:oleObj name="Equation" r:id="rId40" imgW="243840" imgH="25137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892675" y="630555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3" name="Object 22">
            <a:extLst>
              <a:ext uri="{FF2B5EF4-FFF2-40B4-BE49-F238E27FC236}">
                <a16:creationId xmlns:a16="http://schemas.microsoft.com/office/drawing/2014/main" id="{26649C77-0075-9B5A-5B98-A96DE436CE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6363" y="5599113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251304" imgH="281801" progId="Equation.3">
                  <p:embed/>
                </p:oleObj>
              </mc:Choice>
              <mc:Fallback>
                <p:oleObj name="公式" r:id="rId42" imgW="251304" imgH="28180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16363" y="5599113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4" name="Line 40">
            <a:extLst>
              <a:ext uri="{FF2B5EF4-FFF2-40B4-BE49-F238E27FC236}">
                <a16:creationId xmlns:a16="http://schemas.microsoft.com/office/drawing/2014/main" id="{D4B10C49-6501-89CA-F425-F08CE3B7EC4C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5003800" y="5862638"/>
            <a:ext cx="368300" cy="37465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45" name="Object 23">
            <a:extLst>
              <a:ext uri="{FF2B5EF4-FFF2-40B4-BE49-F238E27FC236}">
                <a16:creationId xmlns:a16="http://schemas.microsoft.com/office/drawing/2014/main" id="{D7E459A9-3C71-FF00-6CF8-7927BE2486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589588"/>
          <a:ext cx="312737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358296" imgH="281801" progId="Equation.3">
                  <p:embed/>
                </p:oleObj>
              </mc:Choice>
              <mc:Fallback>
                <p:oleObj name="公式" r:id="rId44" imgW="358296" imgH="28180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64163" y="5589588"/>
                        <a:ext cx="312737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6" name="Object 24">
            <a:extLst>
              <a:ext uri="{FF2B5EF4-FFF2-40B4-BE49-F238E27FC236}">
                <a16:creationId xmlns:a16="http://schemas.microsoft.com/office/drawing/2014/main" id="{3B9AA811-C234-823C-C9BA-4064A42A1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2488" y="5803900"/>
          <a:ext cx="338137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419007" imgH="281801" progId="Equation.3">
                  <p:embed/>
                </p:oleObj>
              </mc:Choice>
              <mc:Fallback>
                <p:oleObj name="公式" r:id="rId46" imgW="419007" imgH="28180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62488" y="5803900"/>
                        <a:ext cx="338137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7" name="Object 25">
            <a:extLst>
              <a:ext uri="{FF2B5EF4-FFF2-40B4-BE49-F238E27FC236}">
                <a16:creationId xmlns:a16="http://schemas.microsoft.com/office/drawing/2014/main" id="{1AD3C7CB-E687-BC77-A3B8-060461A08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803900"/>
          <a:ext cx="19050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8" imgW="1867118" imgH="327688" progId="Equation.3">
                  <p:embed/>
                </p:oleObj>
              </mc:Choice>
              <mc:Fallback>
                <p:oleObj name="公式" r:id="rId48" imgW="1867118" imgH="32768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8200" y="5803900"/>
                        <a:ext cx="19050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8" name="Rectangle 44">
            <a:extLst>
              <a:ext uri="{FF2B5EF4-FFF2-40B4-BE49-F238E27FC236}">
                <a16:creationId xmlns:a16="http://schemas.microsoft.com/office/drawing/2014/main" id="{41DCE0F1-9ECB-6614-55BF-764B4EFEA69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652838" y="304800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的方向相同</a:t>
            </a: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9FFF5CC9-E1AA-5B55-0B6B-A795FA8A48BD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248150"/>
            <a:ext cx="2152650" cy="1338263"/>
            <a:chOff x="3936" y="2676"/>
            <a:chExt cx="1356" cy="843"/>
          </a:xfrm>
        </p:grpSpPr>
        <p:sp>
          <p:nvSpPr>
            <p:cNvPr id="17459" name="Oval 46">
              <a:extLst>
                <a:ext uri="{FF2B5EF4-FFF2-40B4-BE49-F238E27FC236}">
                  <a16:creationId xmlns:a16="http://schemas.microsoft.com/office/drawing/2014/main" id="{6F1E418C-8392-0289-1A57-0B5EBB4B3500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3936" y="2847"/>
              <a:ext cx="1296" cy="672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60" name="Line 47">
              <a:extLst>
                <a:ext uri="{FF2B5EF4-FFF2-40B4-BE49-F238E27FC236}">
                  <a16:creationId xmlns:a16="http://schemas.microsoft.com/office/drawing/2014/main" id="{265DA215-7176-C742-C000-1B60AB901C31}"/>
                </a:ext>
              </a:extLst>
            </p:cNvPr>
            <p:cNvSpPr>
              <a:spLocks noChangeShapeType="1"/>
            </p:cNvSpPr>
            <p:nvPr/>
          </p:nvSpPr>
          <p:spPr bwMode="black">
            <a:xfrm flipV="1">
              <a:off x="4608" y="2676"/>
              <a:ext cx="0" cy="519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61" name="Object 26">
              <a:extLst>
                <a:ext uri="{FF2B5EF4-FFF2-40B4-BE49-F238E27FC236}">
                  <a16:creationId xmlns:a16="http://schemas.microsoft.com/office/drawing/2014/main" id="{BE92B5F4-C44F-4D02-27CC-16422A72E1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5" y="2704"/>
            <a:ext cx="141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0" imgW="243840" imgH="190528" progId="Equation.3">
                    <p:embed/>
                  </p:oleObj>
                </mc:Choice>
                <mc:Fallback>
                  <p:oleObj name="Equation" r:id="rId50" imgW="243840" imgH="19052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335" y="2704"/>
                          <a:ext cx="141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62" name="Line 49">
              <a:extLst>
                <a:ext uri="{FF2B5EF4-FFF2-40B4-BE49-F238E27FC236}">
                  <a16:creationId xmlns:a16="http://schemas.microsoft.com/office/drawing/2014/main" id="{44B3878A-636C-ED7F-E7F5-88DCB38E4D7D}"/>
                </a:ext>
              </a:extLst>
            </p:cNvPr>
            <p:cNvSpPr>
              <a:spLocks noChangeShapeType="1"/>
            </p:cNvSpPr>
            <p:nvPr/>
          </p:nvSpPr>
          <p:spPr bwMode="black">
            <a:xfrm>
              <a:off x="4608" y="3183"/>
              <a:ext cx="528" cy="192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63" name="Object 27">
              <a:extLst>
                <a:ext uri="{FF2B5EF4-FFF2-40B4-BE49-F238E27FC236}">
                  <a16:creationId xmlns:a16="http://schemas.microsoft.com/office/drawing/2014/main" id="{B92FE536-B441-6D20-A9C4-85E03FF11B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6" y="3041"/>
            <a:ext cx="95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152276" imgH="175066" progId="Equation.3">
                    <p:embed/>
                  </p:oleObj>
                </mc:Choice>
                <mc:Fallback>
                  <p:oleObj name="Equation" r:id="rId52" imgW="152276" imgH="17506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776" y="3041"/>
                          <a:ext cx="95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4" name="Object 28">
              <a:extLst>
                <a:ext uri="{FF2B5EF4-FFF2-40B4-BE49-F238E27FC236}">
                  <a16:creationId xmlns:a16="http://schemas.microsoft.com/office/drawing/2014/main" id="{93DCE74A-5B3E-929E-55CC-F365C230C7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3" y="3110"/>
            <a:ext cx="145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4" imgW="251304" imgH="281801" progId="Equation.3">
                    <p:embed/>
                  </p:oleObj>
                </mc:Choice>
                <mc:Fallback>
                  <p:oleObj name="公式" r:id="rId54" imgW="251304" imgH="281801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403" y="3110"/>
                          <a:ext cx="145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5" name="Object 29">
              <a:extLst>
                <a:ext uri="{FF2B5EF4-FFF2-40B4-BE49-F238E27FC236}">
                  <a16:creationId xmlns:a16="http://schemas.microsoft.com/office/drawing/2014/main" id="{7B9DC10A-3E0F-8F44-0274-8BF7240DAA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51" y="3336"/>
            <a:ext cx="14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6" imgW="243840" imgH="251377" progId="Equation.3">
                    <p:embed/>
                  </p:oleObj>
                </mc:Choice>
                <mc:Fallback>
                  <p:oleObj name="Equation" r:id="rId56" imgW="243840" imgH="251377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5151" y="3336"/>
                          <a:ext cx="141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57" name="Text Box 53">
            <a:extLst>
              <a:ext uri="{FF2B5EF4-FFF2-40B4-BE49-F238E27FC236}">
                <a16:creationId xmlns:a16="http://schemas.microsoft.com/office/drawing/2014/main" id="{52FEC0D2-735C-DC71-D429-F42922B7A55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95288" y="4221163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1. 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位移与角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位移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的矢量关系式</a:t>
            </a:r>
          </a:p>
        </p:txBody>
      </p:sp>
      <p:sp>
        <p:nvSpPr>
          <p:cNvPr id="47158" name="Arc 54">
            <a:extLst>
              <a:ext uri="{FF2B5EF4-FFF2-40B4-BE49-F238E27FC236}">
                <a16:creationId xmlns:a16="http://schemas.microsoft.com/office/drawing/2014/main" id="{0ECF7649-A052-F8C8-2CE3-758BDB05F025}"/>
              </a:ext>
            </a:extLst>
          </p:cNvPr>
          <p:cNvSpPr>
            <a:spLocks/>
          </p:cNvSpPr>
          <p:nvPr/>
        </p:nvSpPr>
        <p:spPr bwMode="black">
          <a:xfrm>
            <a:off x="4427538" y="5734050"/>
            <a:ext cx="152400" cy="155575"/>
          </a:xfrm>
          <a:custGeom>
            <a:avLst/>
            <a:gdLst>
              <a:gd name="T0" fmla="*/ 2147483646 w 21227"/>
              <a:gd name="T1" fmla="*/ 2147483646 h 14798"/>
              <a:gd name="T2" fmla="*/ 2147483646 w 21227"/>
              <a:gd name="T3" fmla="*/ 2147483646 h 14798"/>
              <a:gd name="T4" fmla="*/ 0 w 21227"/>
              <a:gd name="T5" fmla="*/ 0 h 14798"/>
              <a:gd name="T6" fmla="*/ 0 60000 65536"/>
              <a:gd name="T7" fmla="*/ 0 60000 65536"/>
              <a:gd name="T8" fmla="*/ 0 60000 65536"/>
              <a:gd name="T9" fmla="*/ 0 w 21227"/>
              <a:gd name="T10" fmla="*/ 0 h 14798"/>
              <a:gd name="T11" fmla="*/ 21227 w 21227"/>
              <a:gd name="T12" fmla="*/ 14798 h 147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227" h="14798" fill="none" extrusionOk="0">
                <a:moveTo>
                  <a:pt x="21227" y="3995"/>
                </a:moveTo>
                <a:cubicBezTo>
                  <a:pt x="20464" y="8046"/>
                  <a:pt x="18559" y="11794"/>
                  <a:pt x="15734" y="14797"/>
                </a:cubicBezTo>
              </a:path>
              <a:path w="21227" h="14798" stroke="0" extrusionOk="0">
                <a:moveTo>
                  <a:pt x="21227" y="3995"/>
                </a:moveTo>
                <a:cubicBezTo>
                  <a:pt x="20464" y="8046"/>
                  <a:pt x="18559" y="11794"/>
                  <a:pt x="15734" y="14797"/>
                </a:cubicBezTo>
                <a:lnTo>
                  <a:pt x="0" y="0"/>
                </a:lnTo>
                <a:lnTo>
                  <a:pt x="21227" y="3995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59" name="Freeform 55">
            <a:extLst>
              <a:ext uri="{FF2B5EF4-FFF2-40B4-BE49-F238E27FC236}">
                <a16:creationId xmlns:a16="http://schemas.microsoft.com/office/drawing/2014/main" id="{EE6EB867-D44F-6656-ADB1-67540EE18BD0}"/>
              </a:ext>
            </a:extLst>
          </p:cNvPr>
          <p:cNvSpPr>
            <a:spLocks/>
          </p:cNvSpPr>
          <p:nvPr/>
        </p:nvSpPr>
        <p:spPr bwMode="black">
          <a:xfrm>
            <a:off x="7015163" y="1866900"/>
            <a:ext cx="719137" cy="60325"/>
          </a:xfrm>
          <a:custGeom>
            <a:avLst/>
            <a:gdLst>
              <a:gd name="T0" fmla="*/ 0 w 453"/>
              <a:gd name="T1" fmla="*/ 2147483646 h 38"/>
              <a:gd name="T2" fmla="*/ 2147483646 w 453"/>
              <a:gd name="T3" fmla="*/ 2147483646 h 38"/>
              <a:gd name="T4" fmla="*/ 2147483646 w 453"/>
              <a:gd name="T5" fmla="*/ 0 h 38"/>
              <a:gd name="T6" fmla="*/ 0 60000 65536"/>
              <a:gd name="T7" fmla="*/ 0 60000 65536"/>
              <a:gd name="T8" fmla="*/ 0 60000 65536"/>
              <a:gd name="T9" fmla="*/ 0 w 453"/>
              <a:gd name="T10" fmla="*/ 0 h 38"/>
              <a:gd name="T11" fmla="*/ 453 w 453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38">
                <a:moveTo>
                  <a:pt x="0" y="12"/>
                </a:moveTo>
                <a:cubicBezTo>
                  <a:pt x="36" y="16"/>
                  <a:pt x="144" y="38"/>
                  <a:pt x="219" y="36"/>
                </a:cubicBezTo>
                <a:cubicBezTo>
                  <a:pt x="294" y="34"/>
                  <a:pt x="404" y="7"/>
                  <a:pt x="453" y="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0" name="Freeform 56">
            <a:extLst>
              <a:ext uri="{FF2B5EF4-FFF2-40B4-BE49-F238E27FC236}">
                <a16:creationId xmlns:a16="http://schemas.microsoft.com/office/drawing/2014/main" id="{6405441E-9994-A4AC-976B-4435B3BB3A70}"/>
              </a:ext>
            </a:extLst>
          </p:cNvPr>
          <p:cNvSpPr>
            <a:spLocks/>
          </p:cNvSpPr>
          <p:nvPr/>
        </p:nvSpPr>
        <p:spPr bwMode="black">
          <a:xfrm>
            <a:off x="7092950" y="3789363"/>
            <a:ext cx="503238" cy="68262"/>
          </a:xfrm>
          <a:custGeom>
            <a:avLst/>
            <a:gdLst>
              <a:gd name="T0" fmla="*/ 0 w 317"/>
              <a:gd name="T1" fmla="*/ 2147483646 h 43"/>
              <a:gd name="T2" fmla="*/ 2147483646 w 317"/>
              <a:gd name="T3" fmla="*/ 2147483646 h 43"/>
              <a:gd name="T4" fmla="*/ 2147483646 w 317"/>
              <a:gd name="T5" fmla="*/ 2147483646 h 43"/>
              <a:gd name="T6" fmla="*/ 2147483646 w 317"/>
              <a:gd name="T7" fmla="*/ 0 h 43"/>
              <a:gd name="T8" fmla="*/ 0 60000 65536"/>
              <a:gd name="T9" fmla="*/ 0 60000 65536"/>
              <a:gd name="T10" fmla="*/ 0 60000 65536"/>
              <a:gd name="T11" fmla="*/ 0 60000 65536"/>
              <a:gd name="T12" fmla="*/ 0 w 317"/>
              <a:gd name="T13" fmla="*/ 0 h 43"/>
              <a:gd name="T14" fmla="*/ 317 w 317"/>
              <a:gd name="T15" fmla="*/ 43 h 4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7" h="43">
                <a:moveTo>
                  <a:pt x="0" y="15"/>
                </a:moveTo>
                <a:cubicBezTo>
                  <a:pt x="13" y="19"/>
                  <a:pt x="48" y="33"/>
                  <a:pt x="77" y="37"/>
                </a:cubicBezTo>
                <a:cubicBezTo>
                  <a:pt x="106" y="41"/>
                  <a:pt x="143" y="43"/>
                  <a:pt x="173" y="40"/>
                </a:cubicBezTo>
                <a:cubicBezTo>
                  <a:pt x="203" y="37"/>
                  <a:pt x="287" y="8"/>
                  <a:pt x="317" y="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1" name="Freeform 57">
            <a:extLst>
              <a:ext uri="{FF2B5EF4-FFF2-40B4-BE49-F238E27FC236}">
                <a16:creationId xmlns:a16="http://schemas.microsoft.com/office/drawing/2014/main" id="{7BC50AF3-591F-7864-AB80-03FCA9972A1E}"/>
              </a:ext>
            </a:extLst>
          </p:cNvPr>
          <p:cNvSpPr>
            <a:spLocks/>
          </p:cNvSpPr>
          <p:nvPr/>
        </p:nvSpPr>
        <p:spPr bwMode="black">
          <a:xfrm>
            <a:off x="6948488" y="5734050"/>
            <a:ext cx="719137" cy="60325"/>
          </a:xfrm>
          <a:custGeom>
            <a:avLst/>
            <a:gdLst>
              <a:gd name="T0" fmla="*/ 0 w 453"/>
              <a:gd name="T1" fmla="*/ 2147483646 h 38"/>
              <a:gd name="T2" fmla="*/ 2147483646 w 453"/>
              <a:gd name="T3" fmla="*/ 2147483646 h 38"/>
              <a:gd name="T4" fmla="*/ 2147483646 w 453"/>
              <a:gd name="T5" fmla="*/ 0 h 38"/>
              <a:gd name="T6" fmla="*/ 0 60000 65536"/>
              <a:gd name="T7" fmla="*/ 0 60000 65536"/>
              <a:gd name="T8" fmla="*/ 0 60000 65536"/>
              <a:gd name="T9" fmla="*/ 0 w 453"/>
              <a:gd name="T10" fmla="*/ 0 h 38"/>
              <a:gd name="T11" fmla="*/ 453 w 453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38">
                <a:moveTo>
                  <a:pt x="0" y="12"/>
                </a:moveTo>
                <a:cubicBezTo>
                  <a:pt x="36" y="16"/>
                  <a:pt x="144" y="38"/>
                  <a:pt x="219" y="36"/>
                </a:cubicBezTo>
                <a:cubicBezTo>
                  <a:pt x="294" y="34"/>
                  <a:pt x="404" y="7"/>
                  <a:pt x="453" y="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7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0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10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nimBg="1"/>
      <p:bldP spid="47115" grpId="0" animBg="1"/>
      <p:bldP spid="47125" grpId="0" autoUpdateAnimBg="0"/>
      <p:bldP spid="47126" grpId="0" autoUpdateAnimBg="0"/>
      <p:bldP spid="47127" grpId="0" autoUpdateAnimBg="0"/>
      <p:bldP spid="47133" grpId="0" autoUpdateAnimBg="0"/>
      <p:bldP spid="47135" grpId="0" animBg="1"/>
      <p:bldP spid="47148" grpId="0" build="p" autoUpdateAnimBg="0"/>
      <p:bldP spid="471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>
            <a:extLst>
              <a:ext uri="{FF2B5EF4-FFF2-40B4-BE49-F238E27FC236}">
                <a16:creationId xmlns:a16="http://schemas.microsoft.com/office/drawing/2014/main" id="{7B10AA85-F7CD-D575-664A-71C0D575AE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9625" y="981075"/>
          <a:ext cx="47656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47416" imgH="815479" progId="Equation.3">
                  <p:embed/>
                </p:oleObj>
              </mc:Choice>
              <mc:Fallback>
                <p:oleObj name="Equation" r:id="rId2" imgW="4747416" imgH="81547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981075"/>
                        <a:ext cx="47656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" name="Object 3">
            <a:extLst>
              <a:ext uri="{FF2B5EF4-FFF2-40B4-BE49-F238E27FC236}">
                <a16:creationId xmlns:a16="http://schemas.microsoft.com/office/drawing/2014/main" id="{18E26172-9123-F4DD-60C5-D34D3B501303}"/>
              </a:ext>
            </a:extLst>
          </p:cNvPr>
          <p:cNvGraphicFramePr>
            <a:graphicFrameLocks/>
          </p:cNvGraphicFramePr>
          <p:nvPr/>
        </p:nvGraphicFramePr>
        <p:xfrm>
          <a:off x="1563688" y="2057400"/>
          <a:ext cx="1095375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51498" imgH="205989" progId="Equation.3">
                  <p:embed/>
                </p:oleObj>
              </mc:Choice>
              <mc:Fallback>
                <p:oleObj name="公式" r:id="rId4" imgW="1051498" imgH="20598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2057400"/>
                        <a:ext cx="1095375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>
            <a:extLst>
              <a:ext uri="{FF2B5EF4-FFF2-40B4-BE49-F238E27FC236}">
                <a16:creationId xmlns:a16="http://schemas.microsoft.com/office/drawing/2014/main" id="{13986968-0244-9389-5897-FE1DD2EFF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974850"/>
          <a:ext cx="7651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38984" imgH="266839" progId="Equation.3">
                  <p:embed/>
                </p:oleObj>
              </mc:Choice>
              <mc:Fallback>
                <p:oleObj name="公式" r:id="rId6" imgW="738984" imgH="26683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974850"/>
                        <a:ext cx="76517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>
            <a:extLst>
              <a:ext uri="{FF2B5EF4-FFF2-40B4-BE49-F238E27FC236}">
                <a16:creationId xmlns:a16="http://schemas.microsoft.com/office/drawing/2014/main" id="{1350DBFB-7E84-532A-EC7B-2BC1FFF07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速度与角速度的矢量关系式</a:t>
            </a:r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61533408-EF3C-5E9C-3E4A-B25FA8C62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905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大小</a:t>
            </a:r>
          </a:p>
        </p:txBody>
      </p:sp>
      <p:sp>
        <p:nvSpPr>
          <p:cNvPr id="76807" name="Text Box 7">
            <a:extLst>
              <a:ext uri="{FF2B5EF4-FFF2-40B4-BE49-F238E27FC236}">
                <a16:creationId xmlns:a16="http://schemas.microsoft.com/office/drawing/2014/main" id="{15068B4B-9A0F-435D-5DFC-E8D648E73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1905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方向</a:t>
            </a:r>
          </a:p>
        </p:txBody>
      </p:sp>
      <p:sp>
        <p:nvSpPr>
          <p:cNvPr id="76808" name="Rectangle 8">
            <a:extLst>
              <a:ext uri="{FF2B5EF4-FFF2-40B4-BE49-F238E27FC236}">
                <a16:creationId xmlns:a16="http://schemas.microsoft.com/office/drawing/2014/main" id="{3453107E-2128-CB7E-DAAE-6B4E7A33C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1905000"/>
            <a:ext cx="2806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由右手法则确定</a:t>
            </a:r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76809" name="Rectangle 9">
            <a:extLst>
              <a:ext uri="{FF2B5EF4-FFF2-40B4-BE49-F238E27FC236}">
                <a16:creationId xmlns:a16="http://schemas.microsoft.com/office/drawing/2014/main" id="{41A5327E-827E-AAB0-4C0C-52A74D431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1905000"/>
            <a:ext cx="141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标量式</a:t>
            </a:r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6810" name="Object 5">
            <a:extLst>
              <a:ext uri="{FF2B5EF4-FFF2-40B4-BE49-F238E27FC236}">
                <a16:creationId xmlns:a16="http://schemas.microsoft.com/office/drawing/2014/main" id="{76B4E726-5AA3-DD48-5B4E-063BFA641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325" y="3114675"/>
          <a:ext cx="49688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38009" imgH="815479" progId="Equation.3">
                  <p:embed/>
                </p:oleObj>
              </mc:Choice>
              <mc:Fallback>
                <p:oleObj name="Equation" r:id="rId8" imgW="4938009" imgH="81547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3114675"/>
                        <a:ext cx="49688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6">
            <a:extLst>
              <a:ext uri="{FF2B5EF4-FFF2-40B4-BE49-F238E27FC236}">
                <a16:creationId xmlns:a16="http://schemas.microsoft.com/office/drawing/2014/main" id="{7B39B2D7-CADF-BAB0-A1A5-D94C5C7D8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4538" y="4184650"/>
          <a:ext cx="15652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4249" imgH="434423" progId="Equation.3">
                  <p:embed/>
                </p:oleObj>
              </mc:Choice>
              <mc:Fallback>
                <p:oleObj name="公式" r:id="rId10" imgW="1524249" imgH="4344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4184650"/>
                        <a:ext cx="15652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7">
            <a:extLst>
              <a:ext uri="{FF2B5EF4-FFF2-40B4-BE49-F238E27FC236}">
                <a16:creationId xmlns:a16="http://schemas.microsoft.com/office/drawing/2014/main" id="{9655CB1B-55F2-32E0-D34C-228A893DC7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4225" y="5038725"/>
          <a:ext cx="15271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931" imgH="403999" progId="Equation.3">
                  <p:embed/>
                </p:oleObj>
              </mc:Choice>
              <mc:Fallback>
                <p:oleObj name="Equation" r:id="rId12" imgW="1485931" imgH="40399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5038725"/>
                        <a:ext cx="15271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8">
            <a:extLst>
              <a:ext uri="{FF2B5EF4-FFF2-40B4-BE49-F238E27FC236}">
                <a16:creationId xmlns:a16="http://schemas.microsoft.com/office/drawing/2014/main" id="{F19948E7-C817-8085-0285-426913C41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6288" y="4221163"/>
          <a:ext cx="11985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65953" imgH="396018" progId="Equation.3">
                  <p:embed/>
                </p:oleObj>
              </mc:Choice>
              <mc:Fallback>
                <p:oleObj name="公式" r:id="rId14" imgW="1165953" imgH="39601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4221163"/>
                        <a:ext cx="119856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9">
            <a:extLst>
              <a:ext uri="{FF2B5EF4-FFF2-40B4-BE49-F238E27FC236}">
                <a16:creationId xmlns:a16="http://schemas.microsoft.com/office/drawing/2014/main" id="{D840514D-16A8-857E-3940-004C1AC71E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5505450"/>
          <a:ext cx="27765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43449" imgH="860866" progId="Equation.3">
                  <p:embed/>
                </p:oleObj>
              </mc:Choice>
              <mc:Fallback>
                <p:oleObj name="公式" r:id="rId16" imgW="2743449" imgH="86086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5505450"/>
                        <a:ext cx="27765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Oval 15">
            <a:extLst>
              <a:ext uri="{FF2B5EF4-FFF2-40B4-BE49-F238E27FC236}">
                <a16:creationId xmlns:a16="http://schemas.microsoft.com/office/drawing/2014/main" id="{21C2AA9F-13E6-966D-DA5F-5D50CA7FA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94225"/>
            <a:ext cx="2895600" cy="14478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6816" name="Line 16">
            <a:extLst>
              <a:ext uri="{FF2B5EF4-FFF2-40B4-BE49-F238E27FC236}">
                <a16:creationId xmlns:a16="http://schemas.microsoft.com/office/drawing/2014/main" id="{AEC9BB6A-AE8F-A278-0EEB-D11E79F1E8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962400"/>
            <a:ext cx="0" cy="13319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7" name="Line 17">
            <a:extLst>
              <a:ext uri="{FF2B5EF4-FFF2-40B4-BE49-F238E27FC236}">
                <a16:creationId xmlns:a16="http://schemas.microsoft.com/office/drawing/2014/main" id="{666AF0F4-A7B0-6C62-5F6D-51FDC7222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280025"/>
            <a:ext cx="1066800" cy="4921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8" name="Line 18">
            <a:extLst>
              <a:ext uri="{FF2B5EF4-FFF2-40B4-BE49-F238E27FC236}">
                <a16:creationId xmlns:a16="http://schemas.microsoft.com/office/drawing/2014/main" id="{9966C9DF-7E4C-09DD-776C-D91EC722B5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5280025"/>
            <a:ext cx="914400" cy="5334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6819" name="Object 10">
            <a:extLst>
              <a:ext uri="{FF2B5EF4-FFF2-40B4-BE49-F238E27FC236}">
                <a16:creationId xmlns:a16="http://schemas.microsoft.com/office/drawing/2014/main" id="{0FF79F0B-5384-5F2F-A5AE-EC6D50C05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486400"/>
          <a:ext cx="2190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5167" imgH="251377" progId="Equation.3">
                  <p:embed/>
                </p:oleObj>
              </mc:Choice>
              <mc:Fallback>
                <p:oleObj name="Equation" r:id="rId18" imgW="175167" imgH="25137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486400"/>
                        <a:ext cx="2190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0" name="Object 11">
            <a:extLst>
              <a:ext uri="{FF2B5EF4-FFF2-40B4-BE49-F238E27FC236}">
                <a16:creationId xmlns:a16="http://schemas.microsoft.com/office/drawing/2014/main" id="{E92020BD-B63B-78F8-72B6-1A71C1513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3813" y="5943600"/>
          <a:ext cx="280987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3840" imgH="251377" progId="Equation.3">
                  <p:embed/>
                </p:oleObj>
              </mc:Choice>
              <mc:Fallback>
                <p:oleObj name="Equation" r:id="rId20" imgW="243840" imgH="25137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5943600"/>
                        <a:ext cx="280987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1" name="Object 12">
            <a:extLst>
              <a:ext uri="{FF2B5EF4-FFF2-40B4-BE49-F238E27FC236}">
                <a16:creationId xmlns:a16="http://schemas.microsoft.com/office/drawing/2014/main" id="{0573E258-DAA0-E153-9643-1E15DAF70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4700" y="5568950"/>
          <a:ext cx="2301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0593" imgH="266839" progId="Equation.3">
                  <p:embed/>
                </p:oleObj>
              </mc:Choice>
              <mc:Fallback>
                <p:oleObj name="Equation" r:id="rId22" imgW="190593" imgH="26683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700" y="5568950"/>
                        <a:ext cx="2301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2" name="Object 13">
            <a:extLst>
              <a:ext uri="{FF2B5EF4-FFF2-40B4-BE49-F238E27FC236}">
                <a16:creationId xmlns:a16="http://schemas.microsoft.com/office/drawing/2014/main" id="{74F88411-AFA4-0AEE-8B4F-595E5C427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2700" y="514985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5167" imgH="190528" progId="Equation.3">
                  <p:embed/>
                </p:oleObj>
              </mc:Choice>
              <mc:Fallback>
                <p:oleObj name="Equation" r:id="rId24" imgW="175167" imgH="19052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5149850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3" name="Object 14">
            <a:extLst>
              <a:ext uri="{FF2B5EF4-FFF2-40B4-BE49-F238E27FC236}">
                <a16:creationId xmlns:a16="http://schemas.microsoft.com/office/drawing/2014/main" id="{D13C3E47-5E16-7A57-AFCF-DC1E208698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5105400"/>
          <a:ext cx="3413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05049" imgH="381055" progId="Equation.3">
                  <p:embed/>
                </p:oleObj>
              </mc:Choice>
              <mc:Fallback>
                <p:oleObj name="Equation" r:id="rId26" imgW="305049" imgH="38105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05400"/>
                        <a:ext cx="3413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4" name="Object 15">
            <a:extLst>
              <a:ext uri="{FF2B5EF4-FFF2-40B4-BE49-F238E27FC236}">
                <a16:creationId xmlns:a16="http://schemas.microsoft.com/office/drawing/2014/main" id="{68A1B087-4011-3C43-64B2-0BB08E0C67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3962400"/>
          <a:ext cx="2413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5522" imgH="304745" progId="Equation.3">
                  <p:embed/>
                </p:oleObj>
              </mc:Choice>
              <mc:Fallback>
                <p:oleObj name="Equation" r:id="rId28" imgW="205522" imgH="30474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962400"/>
                        <a:ext cx="2413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16">
            <a:extLst>
              <a:ext uri="{FF2B5EF4-FFF2-40B4-BE49-F238E27FC236}">
                <a16:creationId xmlns:a16="http://schemas.microsoft.com/office/drawing/2014/main" id="{1E46D736-5080-E08A-7F0B-28E5CF179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3886200"/>
          <a:ext cx="292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51304" imgH="418961" progId="Equation.3">
                  <p:embed/>
                </p:oleObj>
              </mc:Choice>
              <mc:Fallback>
                <p:oleObj name="Equation" r:id="rId30" imgW="251304" imgH="41896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886200"/>
                        <a:ext cx="292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6" name="Text Box 26">
            <a:extLst>
              <a:ext uri="{FF2B5EF4-FFF2-40B4-BE49-F238E27FC236}">
                <a16:creationId xmlns:a16="http://schemas.microsoft.com/office/drawing/2014/main" id="{50DFC796-3953-D2CF-8553-C764A3CF0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00313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加速度与角加速度的矢量关系式</a:t>
            </a:r>
          </a:p>
        </p:txBody>
      </p:sp>
      <p:sp>
        <p:nvSpPr>
          <p:cNvPr id="76827" name="Text Box 27">
            <a:extLst>
              <a:ext uri="{FF2B5EF4-FFF2-40B4-BE49-F238E27FC236}">
                <a16:creationId xmlns:a16="http://schemas.microsoft.com/office/drawing/2014/main" id="{08988464-6563-E08E-4C6F-BF6F1BA60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4191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第一项</a:t>
            </a:r>
            <a:endParaRPr kumimoji="1" lang="zh-CN" altLang="en-US" sz="1200">
              <a:solidFill>
                <a:srgbClr val="FFFF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6828" name="Text Box 28">
            <a:extLst>
              <a:ext uri="{FF2B5EF4-FFF2-40B4-BE49-F238E27FC236}">
                <a16:creationId xmlns:a16="http://schemas.microsoft.com/office/drawing/2014/main" id="{D1BD6A8E-5064-8285-C55A-B0E9F1A15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91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大小</a:t>
            </a:r>
          </a:p>
        </p:txBody>
      </p:sp>
      <p:sp>
        <p:nvSpPr>
          <p:cNvPr id="76829" name="Text Box 29">
            <a:extLst>
              <a:ext uri="{FF2B5EF4-FFF2-40B4-BE49-F238E27FC236}">
                <a16:creationId xmlns:a16="http://schemas.microsoft.com/office/drawing/2014/main" id="{26887B5E-3F34-C26F-0C04-1287DEB84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999038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第二项</a:t>
            </a:r>
            <a:endParaRPr kumimoji="1" lang="zh-CN" altLang="en-US" sz="1200">
              <a:solidFill>
                <a:srgbClr val="FFFF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6830" name="Text Box 30">
            <a:extLst>
              <a:ext uri="{FF2B5EF4-FFF2-40B4-BE49-F238E27FC236}">
                <a16:creationId xmlns:a16="http://schemas.microsoft.com/office/drawing/2014/main" id="{B6002E9E-A005-D67E-B10E-F766EC9F9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15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大小</a:t>
            </a:r>
            <a:endParaRPr kumimoji="1" lang="zh-CN" altLang="en-US" sz="1200">
              <a:solidFill>
                <a:srgbClr val="FFFF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6831" name="Oval 31">
            <a:extLst>
              <a:ext uri="{FF2B5EF4-FFF2-40B4-BE49-F238E27FC236}">
                <a16:creationId xmlns:a16="http://schemas.microsoft.com/office/drawing/2014/main" id="{7A1E9E5D-0759-CAF5-C3DC-0FF37B635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737225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6832" name="Object 17">
            <a:extLst>
              <a:ext uri="{FF2B5EF4-FFF2-40B4-BE49-F238E27FC236}">
                <a16:creationId xmlns:a16="http://schemas.microsoft.com/office/drawing/2014/main" id="{30EEFB29-D9C0-8200-1CEA-F2DF4C23B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5650" y="3352800"/>
          <a:ext cx="20129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66147" imgH="320206" progId="Equation.3">
                  <p:embed/>
                </p:oleObj>
              </mc:Choice>
              <mc:Fallback>
                <p:oleObj name="Equation" r:id="rId32" imgW="1966147" imgH="32020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3352800"/>
                        <a:ext cx="20129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300"/>
                                        <p:tgtEl>
                                          <p:spTgt spid="7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autoUpdateAnimBg="0"/>
      <p:bldP spid="76806" grpId="0" autoUpdateAnimBg="0"/>
      <p:bldP spid="76807" grpId="0" autoUpdateAnimBg="0"/>
      <p:bldP spid="76808" grpId="0" autoUpdateAnimBg="0"/>
      <p:bldP spid="76809" grpId="0" autoUpdateAnimBg="0"/>
      <p:bldP spid="76815" grpId="0" animBg="1"/>
      <p:bldP spid="76826" grpId="0" autoUpdateAnimBg="0"/>
      <p:bldP spid="76827" grpId="0" autoUpdateAnimBg="0"/>
      <p:bldP spid="76828" grpId="0" autoUpdateAnimBg="0"/>
      <p:bldP spid="76829" grpId="0" autoUpdateAnimBg="0"/>
      <p:bldP spid="76830" grpId="0" autoUpdateAnimBg="0"/>
      <p:bldP spid="768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9E75ADB-918B-6A17-5049-3722A19A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243263"/>
            <a:ext cx="1690687" cy="62547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0660" name="Text Box 4">
            <a:extLst>
              <a:ext uri="{FF2B5EF4-FFF2-40B4-BE49-F238E27FC236}">
                <a16:creationId xmlns:a16="http://schemas.microsoft.com/office/drawing/2014/main" id="{CBE449E3-70AE-7BE3-925E-C0CC26D1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6250"/>
            <a:ext cx="77771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小结</a:t>
            </a:r>
            <a:r>
              <a:rPr kumimoji="1"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zh-CN" altLang="en-US" sz="240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圆周运动的角量描述  角量与线量的关系</a:t>
            </a:r>
            <a:r>
              <a:rPr kumimoji="1"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70661" name="Object 2">
            <a:extLst>
              <a:ext uri="{FF2B5EF4-FFF2-40B4-BE49-F238E27FC236}">
                <a16:creationId xmlns:a16="http://schemas.microsoft.com/office/drawing/2014/main" id="{A54F2584-72F9-5F35-0467-D576647168A2}"/>
              </a:ext>
            </a:extLst>
          </p:cNvPr>
          <p:cNvGraphicFramePr>
            <a:graphicFrameLocks/>
          </p:cNvGraphicFramePr>
          <p:nvPr/>
        </p:nvGraphicFramePr>
        <p:xfrm>
          <a:off x="1042988" y="1268413"/>
          <a:ext cx="1184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62" imgH="358112" progId="Equation.3">
                  <p:embed/>
                </p:oleObj>
              </mc:Choice>
              <mc:Fallback>
                <p:oleObj name="公式" r:id="rId2" imgW="1143062" imgH="35811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268413"/>
                        <a:ext cx="1184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6">
            <a:extLst>
              <a:ext uri="{FF2B5EF4-FFF2-40B4-BE49-F238E27FC236}">
                <a16:creationId xmlns:a16="http://schemas.microsoft.com/office/drawing/2014/main" id="{134CAA43-4B71-43A5-E34A-A4EAF7CEB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5" y="1268413"/>
            <a:ext cx="26019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kumimoji="1" lang="zh-CN" altLang="en-US">
                <a:solidFill>
                  <a:srgbClr val="FF9900"/>
                </a:solidFill>
                <a:ea typeface="楷体_GB2312" pitchFamily="49" charset="-122"/>
                <a:sym typeface="Symbol" panose="05050102010706020507" pitchFamily="18" charset="2"/>
              </a:rPr>
              <a:t>圆周运动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运动学方程</a:t>
            </a:r>
            <a:r>
              <a:rPr kumimoji="1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0663" name="Object 3">
            <a:extLst>
              <a:ext uri="{FF2B5EF4-FFF2-40B4-BE49-F238E27FC236}">
                <a16:creationId xmlns:a16="http://schemas.microsoft.com/office/drawing/2014/main" id="{33FB802A-6110-F9B0-55E6-FD522E1F07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1268413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856" imgH="304745" progId="Equation.3">
                  <p:embed/>
                </p:oleObj>
              </mc:Choice>
              <mc:Fallback>
                <p:oleObj name="公式" r:id="rId4" imgW="2552856" imgH="3047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268413"/>
                        <a:ext cx="2667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Text Box 8">
            <a:extLst>
              <a:ext uri="{FF2B5EF4-FFF2-40B4-BE49-F238E27FC236}">
                <a16:creationId xmlns:a16="http://schemas.microsoft.com/office/drawing/2014/main" id="{BA9D533C-DEB0-501A-0FE6-12177EEEA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1268413"/>
            <a:ext cx="15478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（角位移）</a:t>
            </a:r>
          </a:p>
        </p:txBody>
      </p:sp>
      <p:graphicFrame>
        <p:nvGraphicFramePr>
          <p:cNvPr id="70665" name="Object 4">
            <a:extLst>
              <a:ext uri="{FF2B5EF4-FFF2-40B4-BE49-F238E27FC236}">
                <a16:creationId xmlns:a16="http://schemas.microsoft.com/office/drawing/2014/main" id="{E5DE34D5-8A68-6E6A-C403-9A6F24C47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1992313"/>
          <a:ext cx="14081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1282" imgH="358112" progId="Equation.3">
                  <p:embed/>
                </p:oleObj>
              </mc:Choice>
              <mc:Fallback>
                <p:oleObj name="公式" r:id="rId6" imgW="571282" imgH="358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1992313"/>
                        <a:ext cx="14081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6" name="Object 5">
            <a:extLst>
              <a:ext uri="{FF2B5EF4-FFF2-40B4-BE49-F238E27FC236}">
                <a16:creationId xmlns:a16="http://schemas.microsoft.com/office/drawing/2014/main" id="{B1754A25-4857-2B42-0EE5-A83B50ADA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952625"/>
          <a:ext cx="3363913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7613" imgH="381055" progId="Equation.3">
                  <p:embed/>
                </p:oleObj>
              </mc:Choice>
              <mc:Fallback>
                <p:oleObj name="公式" r:id="rId8" imgW="1447613" imgH="38105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52625"/>
                        <a:ext cx="3363913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7" name="Object 6">
            <a:extLst>
              <a:ext uri="{FF2B5EF4-FFF2-40B4-BE49-F238E27FC236}">
                <a16:creationId xmlns:a16="http://schemas.microsoft.com/office/drawing/2014/main" id="{C66BDC09-9D3A-A35E-D02D-88362206A0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0625" y="3141663"/>
          <a:ext cx="30845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63427" imgH="685800" progId="Equation.3">
                  <p:embed/>
                </p:oleObj>
              </mc:Choice>
              <mc:Fallback>
                <p:oleObj name="公式" r:id="rId10" imgW="3063427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3141663"/>
                        <a:ext cx="30845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8" name="Object 7">
            <a:extLst>
              <a:ext uri="{FF2B5EF4-FFF2-40B4-BE49-F238E27FC236}">
                <a16:creationId xmlns:a16="http://schemas.microsoft.com/office/drawing/2014/main" id="{2B367CA8-D4F1-0BE6-7E06-C5BF14B5A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378200"/>
          <a:ext cx="14398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19007" imgH="99254" progId="Equation.3">
                  <p:embed/>
                </p:oleObj>
              </mc:Choice>
              <mc:Fallback>
                <p:oleObj name="公式" r:id="rId12" imgW="419007" imgH="9925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378200"/>
                        <a:ext cx="14398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9" name="Rectangle 13">
            <a:extLst>
              <a:ext uri="{FF2B5EF4-FFF2-40B4-BE49-F238E27FC236}">
                <a16:creationId xmlns:a16="http://schemas.microsoft.com/office/drawing/2014/main" id="{1605AB0D-9FED-8C3A-58C1-7DDCF54D5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5470525"/>
            <a:ext cx="5616575" cy="62547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0670" name="Object 8">
            <a:extLst>
              <a:ext uri="{FF2B5EF4-FFF2-40B4-BE49-F238E27FC236}">
                <a16:creationId xmlns:a16="http://schemas.microsoft.com/office/drawing/2014/main" id="{5EB284E9-46AB-1718-A357-8765585D1C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2838" y="4165600"/>
          <a:ext cx="49688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38009" imgH="815479" progId="Equation.3">
                  <p:embed/>
                </p:oleObj>
              </mc:Choice>
              <mc:Fallback>
                <p:oleObj name="Equation" r:id="rId14" imgW="4938009" imgH="81547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4165600"/>
                        <a:ext cx="49688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9">
            <a:extLst>
              <a:ext uri="{FF2B5EF4-FFF2-40B4-BE49-F238E27FC236}">
                <a16:creationId xmlns:a16="http://schemas.microsoft.com/office/drawing/2014/main" id="{ED246520-801B-01E6-7E7B-AF7876758C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938" y="4457700"/>
          <a:ext cx="20129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66147" imgH="320206" progId="Equation.3">
                  <p:embed/>
                </p:oleObj>
              </mc:Choice>
              <mc:Fallback>
                <p:oleObj name="Equation" r:id="rId16" imgW="1966147" imgH="3202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4457700"/>
                        <a:ext cx="20129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0">
            <a:extLst>
              <a:ext uri="{FF2B5EF4-FFF2-40B4-BE49-F238E27FC236}">
                <a16:creationId xmlns:a16="http://schemas.microsoft.com/office/drawing/2014/main" id="{13B5CD41-03A6-0684-3643-043D7BB53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9350" y="5592763"/>
          <a:ext cx="11985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65953" imgH="396018" progId="Equation.3">
                  <p:embed/>
                </p:oleObj>
              </mc:Choice>
              <mc:Fallback>
                <p:oleObj name="公式" r:id="rId18" imgW="1165953" imgH="3960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5592763"/>
                        <a:ext cx="11985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3" name="Object 11">
            <a:extLst>
              <a:ext uri="{FF2B5EF4-FFF2-40B4-BE49-F238E27FC236}">
                <a16:creationId xmlns:a16="http://schemas.microsoft.com/office/drawing/2014/main" id="{A3826CB8-2756-DB1D-3A5D-5B66450A0B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6188" y="5521325"/>
          <a:ext cx="2054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19393" imgH="441905" progId="Equation.3">
                  <p:embed/>
                </p:oleObj>
              </mc:Choice>
              <mc:Fallback>
                <p:oleObj name="Equation" r:id="rId20" imgW="2019393" imgH="44190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5521325"/>
                        <a:ext cx="2054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0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/>
      <p:bldP spid="70660" grpId="0" autoUpdateAnimBg="0"/>
      <p:bldP spid="70662" grpId="0"/>
      <p:bldP spid="70664" grpId="0" autoUpdateAnimBg="0"/>
      <p:bldP spid="7066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>
            <a:extLst>
              <a:ext uri="{FF2B5EF4-FFF2-40B4-BE49-F238E27FC236}">
                <a16:creationId xmlns:a16="http://schemas.microsoft.com/office/drawing/2014/main" id="{270EA07F-CAED-90F1-17E8-DFC3F708A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6250"/>
            <a:ext cx="777716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两类问题</a:t>
            </a:r>
            <a:r>
              <a:rPr kumimoji="1"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zh-CN" altLang="en-US" sz="240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圆周运动的角量描述</a:t>
            </a:r>
            <a:r>
              <a:rPr kumimoji="1"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71683" name="Object 2">
            <a:extLst>
              <a:ext uri="{FF2B5EF4-FFF2-40B4-BE49-F238E27FC236}">
                <a16:creationId xmlns:a16="http://schemas.microsoft.com/office/drawing/2014/main" id="{6833FD4D-BD32-AE3B-8718-9281A0F9CF12}"/>
              </a:ext>
            </a:extLst>
          </p:cNvPr>
          <p:cNvGraphicFramePr>
            <a:graphicFrameLocks/>
          </p:cNvGraphicFramePr>
          <p:nvPr/>
        </p:nvGraphicFramePr>
        <p:xfrm>
          <a:off x="5403850" y="1052513"/>
          <a:ext cx="1184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62" imgH="358112" progId="Equation.3">
                  <p:embed/>
                </p:oleObj>
              </mc:Choice>
              <mc:Fallback>
                <p:oleObj name="公式" r:id="rId2" imgW="1143062" imgH="35811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1052513"/>
                        <a:ext cx="1184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3">
            <a:extLst>
              <a:ext uri="{FF2B5EF4-FFF2-40B4-BE49-F238E27FC236}">
                <a16:creationId xmlns:a16="http://schemas.microsoft.com/office/drawing/2014/main" id="{4525D88C-0C7F-A909-E30B-2990F5B99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1773238"/>
          <a:ext cx="14081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71282" imgH="358112" progId="Equation.3">
                  <p:embed/>
                </p:oleObj>
              </mc:Choice>
              <mc:Fallback>
                <p:oleObj name="公式" r:id="rId4" imgW="571282" imgH="358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773238"/>
                        <a:ext cx="14081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4">
            <a:extLst>
              <a:ext uri="{FF2B5EF4-FFF2-40B4-BE49-F238E27FC236}">
                <a16:creationId xmlns:a16="http://schemas.microsoft.com/office/drawing/2014/main" id="{2E7C98E1-0C60-DE14-B723-AC85FF6A9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700213"/>
          <a:ext cx="336391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613" imgH="381055" progId="Equation.3">
                  <p:embed/>
                </p:oleObj>
              </mc:Choice>
              <mc:Fallback>
                <p:oleObj name="公式" r:id="rId6" imgW="1447613" imgH="38105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700213"/>
                        <a:ext cx="336391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Text Box 6">
            <a:extLst>
              <a:ext uri="{FF2B5EF4-FFF2-40B4-BE49-F238E27FC236}">
                <a16:creationId xmlns:a16="http://schemas.microsoft.com/office/drawing/2014/main" id="{FAA59C3B-8F6E-37A8-1850-65251FC1B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79488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1. </a:t>
            </a:r>
            <a:r>
              <a:rPr kumimoji="1" lang="zh-CN" altLang="en-US" sz="2400">
                <a:latin typeface="宋体" panose="02010600030101010101" pitchFamily="2" charset="-122"/>
              </a:rPr>
              <a:t>第一类问题</a:t>
            </a:r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3C39C0DE-1810-5F47-1B37-4490238C0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981075"/>
            <a:ext cx="5346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已知运动学方程，         求</a:t>
            </a:r>
          </a:p>
        </p:txBody>
      </p:sp>
      <p:sp>
        <p:nvSpPr>
          <p:cNvPr id="71688" name="Text Box 8">
            <a:extLst>
              <a:ext uri="{FF2B5EF4-FFF2-40B4-BE49-F238E27FC236}">
                <a16:creationId xmlns:a16="http://schemas.microsoft.com/office/drawing/2014/main" id="{B2146917-8CFC-1CBE-B3AF-648D6F90F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90036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</a:rPr>
              <a:t>2. </a:t>
            </a:r>
            <a:r>
              <a:rPr kumimoji="1" lang="zh-CN" altLang="en-US" sz="2400">
                <a:latin typeface="宋体" panose="02010600030101010101" pitchFamily="2" charset="-122"/>
              </a:rPr>
              <a:t>第二类问题</a:t>
            </a:r>
          </a:p>
        </p:txBody>
      </p:sp>
      <p:sp>
        <p:nvSpPr>
          <p:cNvPr id="71689" name="Rectangle 9">
            <a:extLst>
              <a:ext uri="{FF2B5EF4-FFF2-40B4-BE49-F238E27FC236}">
                <a16:creationId xmlns:a16="http://schemas.microsoft.com/office/drawing/2014/main" id="{03DF8616-B305-FF72-0DE6-3DA0D8BF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350" y="2916238"/>
            <a:ext cx="676116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已知</a:t>
            </a:r>
            <a:r>
              <a:rPr kumimoji="1" lang="zh-CN" altLang="en-US" sz="2400">
                <a:latin typeface="宋体" panose="02010600030101010101" pitchFamily="2" charset="-122"/>
              </a:rPr>
              <a:t>角加速度          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和</a:t>
            </a:r>
            <a:r>
              <a:rPr kumimoji="1" lang="zh-CN" altLang="en-US" sz="2400">
                <a:latin typeface="宋体" panose="02010600030101010101" pitchFamily="2" charset="-122"/>
              </a:rPr>
              <a:t>初始条件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求</a:t>
            </a:r>
          </a:p>
        </p:txBody>
      </p:sp>
      <p:graphicFrame>
        <p:nvGraphicFramePr>
          <p:cNvPr id="71690" name="Object 5">
            <a:extLst>
              <a:ext uri="{FF2B5EF4-FFF2-40B4-BE49-F238E27FC236}">
                <a16:creationId xmlns:a16="http://schemas.microsoft.com/office/drawing/2014/main" id="{999E1348-4C14-916A-5A5A-DDE5A2CB88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2852738"/>
          <a:ext cx="12049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5144" imgH="205989" progId="Equation.3">
                  <p:embed/>
                </p:oleObj>
              </mc:Choice>
              <mc:Fallback>
                <p:oleObj name="公式" r:id="rId8" imgW="495144" imgH="20598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2852738"/>
                        <a:ext cx="120491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6">
            <a:extLst>
              <a:ext uri="{FF2B5EF4-FFF2-40B4-BE49-F238E27FC236}">
                <a16:creationId xmlns:a16="http://schemas.microsoft.com/office/drawing/2014/main" id="{CE9434A0-BEF8-0C3B-8B22-918BA34F6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573463"/>
          <a:ext cx="4381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276" imgH="129679" progId="Equation.3">
                  <p:embed/>
                </p:oleObj>
              </mc:Choice>
              <mc:Fallback>
                <p:oleObj name="公式" r:id="rId10" imgW="152276" imgH="1296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573463"/>
                        <a:ext cx="4381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2" name="Object 7">
            <a:extLst>
              <a:ext uri="{FF2B5EF4-FFF2-40B4-BE49-F238E27FC236}">
                <a16:creationId xmlns:a16="http://schemas.microsoft.com/office/drawing/2014/main" id="{F964EBBD-A832-11B5-8E9D-9502A8548BD9}"/>
              </a:ext>
            </a:extLst>
          </p:cNvPr>
          <p:cNvGraphicFramePr>
            <a:graphicFrameLocks/>
          </p:cNvGraphicFramePr>
          <p:nvPr/>
        </p:nvGraphicFramePr>
        <p:xfrm>
          <a:off x="4573588" y="3573463"/>
          <a:ext cx="11842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62" imgH="358112" progId="Equation.3">
                  <p:embed/>
                </p:oleObj>
              </mc:Choice>
              <mc:Fallback>
                <p:oleObj name="公式" r:id="rId12" imgW="1143062" imgH="358112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3573463"/>
                        <a:ext cx="11842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Object 8">
            <a:extLst>
              <a:ext uri="{FF2B5EF4-FFF2-40B4-BE49-F238E27FC236}">
                <a16:creationId xmlns:a16="http://schemas.microsoft.com/office/drawing/2014/main" id="{1FBB0A88-6340-C746-76AC-6CEC44964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038600"/>
          <a:ext cx="22701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67896" imgH="320206" progId="Equation.3">
                  <p:embed/>
                </p:oleObj>
              </mc:Choice>
              <mc:Fallback>
                <p:oleObj name="公式" r:id="rId14" imgW="967896" imgH="3202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38600"/>
                        <a:ext cx="22701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4" name="Object 9">
            <a:extLst>
              <a:ext uri="{FF2B5EF4-FFF2-40B4-BE49-F238E27FC236}">
                <a16:creationId xmlns:a16="http://schemas.microsoft.com/office/drawing/2014/main" id="{48A8F5DF-2434-946C-B5D6-F698381A6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916488"/>
          <a:ext cx="21828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29578" imgH="320206" progId="Equation.3">
                  <p:embed/>
                </p:oleObj>
              </mc:Choice>
              <mc:Fallback>
                <p:oleObj name="公式" r:id="rId16" imgW="929578" imgH="3202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916488"/>
                        <a:ext cx="21828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5" name="Text Box 15">
            <a:extLst>
              <a:ext uri="{FF2B5EF4-FFF2-40B4-BE49-F238E27FC236}">
                <a16:creationId xmlns:a16="http://schemas.microsoft.com/office/drawing/2014/main" id="{6C956740-2398-6A91-A673-E87B1D3E8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51525"/>
            <a:ext cx="345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若为</a:t>
            </a:r>
            <a:r>
              <a:rPr kumimoji="1" lang="zh-CN" altLang="en-US" sz="2400" i="1">
                <a:latin typeface="Times New Roman" panose="02020603050405020304" pitchFamily="18" charset="0"/>
              </a:rPr>
              <a:t> </a:t>
            </a:r>
            <a:r>
              <a:rPr kumimoji="1" lang="el-GR" altLang="zh-CN" sz="2400" i="1">
                <a:latin typeface="宋体" panose="02010600030101010101" pitchFamily="2" charset="-122"/>
              </a:rPr>
              <a:t>β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常量，则</a:t>
            </a:r>
            <a:endParaRPr kumimoji="1" lang="zh-CN" altLang="en-US" sz="24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71696" name="AutoShape 16">
            <a:extLst>
              <a:ext uri="{FF2B5EF4-FFF2-40B4-BE49-F238E27FC236}">
                <a16:creationId xmlns:a16="http://schemas.microsoft.com/office/drawing/2014/main" id="{063FCF36-1D4F-DDC8-B390-0C089ABDF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254500"/>
            <a:ext cx="863600" cy="360363"/>
          </a:xfrm>
          <a:prstGeom prst="rightArrow">
            <a:avLst>
              <a:gd name="adj1" fmla="val 50000"/>
              <a:gd name="adj2" fmla="val 59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697" name="Object 10">
            <a:extLst>
              <a:ext uri="{FF2B5EF4-FFF2-40B4-BE49-F238E27FC236}">
                <a16:creationId xmlns:a16="http://schemas.microsoft.com/office/drawing/2014/main" id="{5C413C8B-CA2A-3984-4A0F-F512534F5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4181475"/>
          <a:ext cx="20399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60904" imgH="190528" progId="Equation.3">
                  <p:embed/>
                </p:oleObj>
              </mc:Choice>
              <mc:Fallback>
                <p:oleObj name="公式" r:id="rId18" imgW="860904" imgH="19052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181475"/>
                        <a:ext cx="203993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8" name="AutoShape 18">
            <a:extLst>
              <a:ext uri="{FF2B5EF4-FFF2-40B4-BE49-F238E27FC236}">
                <a16:creationId xmlns:a16="http://schemas.microsoft.com/office/drawing/2014/main" id="{14312627-BE6D-394C-0C45-BF81D9545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132388"/>
            <a:ext cx="863600" cy="360362"/>
          </a:xfrm>
          <a:prstGeom prst="rightArrow">
            <a:avLst>
              <a:gd name="adj1" fmla="val 50000"/>
              <a:gd name="adj2" fmla="val 59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699" name="Object 11">
            <a:extLst>
              <a:ext uri="{FF2B5EF4-FFF2-40B4-BE49-F238E27FC236}">
                <a16:creationId xmlns:a16="http://schemas.microsoft.com/office/drawing/2014/main" id="{435DF4C3-3DA7-1E2D-FE04-5C3FC9295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4887913"/>
          <a:ext cx="31591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56547" imgH="358112" progId="Equation.3">
                  <p:embed/>
                </p:oleObj>
              </mc:Choice>
              <mc:Fallback>
                <p:oleObj name="公式" r:id="rId20" imgW="1356547" imgH="358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887913"/>
                        <a:ext cx="315912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0" name="Rectangle 20">
            <a:extLst>
              <a:ext uri="{FF2B5EF4-FFF2-40B4-BE49-F238E27FC236}">
                <a16:creationId xmlns:a16="http://schemas.microsoft.com/office/drawing/2014/main" id="{38A7F512-03D6-2EE6-C9BD-CA7BF480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078288"/>
            <a:ext cx="3529012" cy="1727200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autoUpdateAnimBg="0"/>
      <p:bldP spid="71686" grpId="0" autoUpdateAnimBg="0"/>
      <p:bldP spid="71687" grpId="0" autoUpdateAnimBg="0"/>
      <p:bldP spid="71688" grpId="0" autoUpdateAnimBg="0"/>
      <p:bldP spid="71689" grpId="0" autoUpdateAnimBg="0"/>
      <p:bldP spid="71695" grpId="0" autoUpdateAnimBg="0"/>
      <p:bldP spid="71696" grpId="0" animBg="1"/>
      <p:bldP spid="71698" grpId="0" animBg="1"/>
      <p:bldP spid="717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50575572-B218-EE78-0D47-0AC1153D35C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4818063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设</a:t>
            </a:r>
            <a:r>
              <a:rPr kumimoji="1" lang="en-US" altLang="zh-CN" sz="2400" i="1">
                <a:solidFill>
                  <a:srgbClr val="66FFFF"/>
                </a:solidFill>
                <a:latin typeface="宋体" panose="02010600030101010101" pitchFamily="2" charset="-122"/>
              </a:rPr>
              <a:t>t</a:t>
            </a:r>
            <a:r>
              <a:rPr kumimoji="1" lang="en-US" altLang="zh-CN" sz="2400" baseline="30000">
                <a:solidFill>
                  <a:srgbClr val="66FFFF"/>
                </a:solidFill>
                <a:latin typeface="Times New Roman" panose="02020603050405020304" pitchFamily="18" charset="0"/>
              </a:rPr>
              <a:t>’</a:t>
            </a:r>
            <a:r>
              <a:rPr kumimoji="1" lang="en-US" altLang="zh-CN" sz="2400" baseline="30000">
                <a:solidFill>
                  <a:srgbClr val="66FFFF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时刻，质点的加速度与半径成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45</a:t>
            </a:r>
            <a:r>
              <a:rPr kumimoji="1" lang="en-US" altLang="zh-CN" sz="2400" baseline="58000">
                <a:solidFill>
                  <a:srgbClr val="66FFFF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角，则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801B453-2CAE-6106-7261-E0D51D5F72C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42950" y="1751013"/>
            <a:ext cx="633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当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?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时，质点的加速度与半径成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45</a:t>
            </a:r>
            <a:r>
              <a:rPr kumimoji="1" lang="en-US" altLang="zh-CN" sz="2400" baseline="58000">
                <a:solidFill>
                  <a:srgbClr val="66FFFF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角？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2F4A0AF8-6618-A32F-8F47-A25D339BA78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217613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当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 =2s</a:t>
            </a:r>
            <a:r>
              <a:rPr kumimoji="1" lang="en-US" altLang="zh-CN" sz="240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时，质点运动的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i="1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i="1">
                <a:solidFill>
                  <a:srgbClr val="66FFFF"/>
                </a:solidFill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和</a:t>
            </a:r>
          </a:p>
        </p:txBody>
      </p:sp>
      <p:graphicFrame>
        <p:nvGraphicFramePr>
          <p:cNvPr id="49157" name="Object 2">
            <a:extLst>
              <a:ext uri="{FF2B5EF4-FFF2-40B4-BE49-F238E27FC236}">
                <a16:creationId xmlns:a16="http://schemas.microsoft.com/office/drawing/2014/main" id="{868D7F19-BFA0-8538-9A82-C1242D4A5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213100"/>
          <a:ext cx="69611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11122" imgH="441905" progId="Equation.3">
                  <p:embed/>
                </p:oleObj>
              </mc:Choice>
              <mc:Fallback>
                <p:oleObj name="公式" r:id="rId2" imgW="6911122" imgH="44190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31913" y="3213100"/>
                        <a:ext cx="69611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3">
            <a:extLst>
              <a:ext uri="{FF2B5EF4-FFF2-40B4-BE49-F238E27FC236}">
                <a16:creationId xmlns:a16="http://schemas.microsoft.com/office/drawing/2014/main" id="{90B6509E-7D63-DDBA-6194-5C2AC255E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9925" y="777875"/>
          <a:ext cx="20478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19393" imgH="358112" progId="Equation.3">
                  <p:embed/>
                </p:oleObj>
              </mc:Choice>
              <mc:Fallback>
                <p:oleObj name="公式" r:id="rId4" imgW="2019393" imgH="358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09925" y="777875"/>
                        <a:ext cx="20478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Text Box 7">
            <a:extLst>
              <a:ext uri="{FF2B5EF4-FFF2-40B4-BE49-F238E27FC236}">
                <a16:creationId xmlns:a16="http://schemas.microsoft.com/office/drawing/2014/main" id="{B0AF823B-8A42-259B-A8B7-D32ECE48B4E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33375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一质点作半径为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0.1 m</a:t>
            </a:r>
            <a:r>
              <a:rPr kumimoji="1" lang="en-US" altLang="zh-CN" sz="2400">
                <a:solidFill>
                  <a:srgbClr val="FF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的圆周运动，已知运动学方程为</a:t>
            </a:r>
          </a:p>
        </p:txBody>
      </p:sp>
      <p:sp>
        <p:nvSpPr>
          <p:cNvPr id="49160" name="Text Box 8">
            <a:extLst>
              <a:ext uri="{FF2B5EF4-FFF2-40B4-BE49-F238E27FC236}">
                <a16:creationId xmlns:a16="http://schemas.microsoft.com/office/drawing/2014/main" id="{534CE196-33F4-FB0C-6451-4794D023BF8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55650" y="2284413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(1)  </a:t>
            </a:r>
            <a:r>
              <a:rPr kumimoji="1" lang="zh-CN" altLang="en-US" sz="2400">
                <a:solidFill>
                  <a:schemeClr val="hlink"/>
                </a:solidFill>
              </a:rPr>
              <a:t>运动学方程得</a:t>
            </a:r>
          </a:p>
        </p:txBody>
      </p:sp>
      <p:sp>
        <p:nvSpPr>
          <p:cNvPr id="49161" name="Rectangle 9">
            <a:extLst>
              <a:ext uri="{FF2B5EF4-FFF2-40B4-BE49-F238E27FC236}">
                <a16:creationId xmlns:a16="http://schemas.microsoft.com/office/drawing/2014/main" id="{34937E5C-71FC-2F9E-961B-5F7C08FB669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2176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graphicFrame>
        <p:nvGraphicFramePr>
          <p:cNvPr id="49162" name="Object 4">
            <a:extLst>
              <a:ext uri="{FF2B5EF4-FFF2-40B4-BE49-F238E27FC236}">
                <a16:creationId xmlns:a16="http://schemas.microsoft.com/office/drawing/2014/main" id="{B0238997-A06E-38CF-85E1-A8D0C8452B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1293813"/>
          <a:ext cx="2270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593" imgH="266839" progId="Equation.3">
                  <p:embed/>
                </p:oleObj>
              </mc:Choice>
              <mc:Fallback>
                <p:oleObj name="公式" r:id="rId6" imgW="190593" imgH="26683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57800" y="1293813"/>
                        <a:ext cx="2270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5">
            <a:extLst>
              <a:ext uri="{FF2B5EF4-FFF2-40B4-BE49-F238E27FC236}">
                <a16:creationId xmlns:a16="http://schemas.microsoft.com/office/drawing/2014/main" id="{0638958D-DAF2-6863-B299-75774B7EFD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133600"/>
          <a:ext cx="1936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04938" imgH="785054" progId="Equation.3">
                  <p:embed/>
                </p:oleObj>
              </mc:Choice>
              <mc:Fallback>
                <p:oleObj name="公式" r:id="rId8" imgW="1904938" imgH="7850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76600" y="2133600"/>
                        <a:ext cx="1936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6">
            <a:extLst>
              <a:ext uri="{FF2B5EF4-FFF2-40B4-BE49-F238E27FC236}">
                <a16:creationId xmlns:a16="http://schemas.microsoft.com/office/drawing/2014/main" id="{B05A0B4D-93DD-5AF4-7EF9-8D523D0BC788}"/>
              </a:ext>
            </a:extLst>
          </p:cNvPr>
          <p:cNvGraphicFramePr>
            <a:graphicFrameLocks/>
          </p:cNvGraphicFramePr>
          <p:nvPr/>
        </p:nvGraphicFramePr>
        <p:xfrm>
          <a:off x="2771775" y="5373688"/>
          <a:ext cx="101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75360" imgH="396018" progId="Equation.3">
                  <p:embed/>
                </p:oleObj>
              </mc:Choice>
              <mc:Fallback>
                <p:oleObj name="公式" r:id="rId10" imgW="975360" imgH="39601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71775" y="5373688"/>
                        <a:ext cx="1016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Rectangle 13">
            <a:extLst>
              <a:ext uri="{FF2B5EF4-FFF2-40B4-BE49-F238E27FC236}">
                <a16:creationId xmlns:a16="http://schemas.microsoft.com/office/drawing/2014/main" id="{386503CB-9A3A-62F7-0DB2-7294700A8F9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39725" y="22844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49166" name="Rectangle 14">
            <a:extLst>
              <a:ext uri="{FF2B5EF4-FFF2-40B4-BE49-F238E27FC236}">
                <a16:creationId xmlns:a16="http://schemas.microsoft.com/office/drawing/2014/main" id="{4FAEE2CC-1147-BEFD-1019-D4E7678C6D7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3333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9167" name="Rectangle 15">
            <a:extLst>
              <a:ext uri="{FF2B5EF4-FFF2-40B4-BE49-F238E27FC236}">
                <a16:creationId xmlns:a16="http://schemas.microsoft.com/office/drawing/2014/main" id="{1AE28A1E-100A-CC82-C119-891CC3E5A56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410200" y="1217613"/>
            <a:ext cx="2073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以及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66FFFF"/>
                </a:solidFill>
                <a:latin typeface="Times New Roman" panose="02020603050405020304" pitchFamily="18" charset="0"/>
              </a:rPr>
              <a:t>τ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的大小</a:t>
            </a:r>
          </a:p>
        </p:txBody>
      </p:sp>
      <p:graphicFrame>
        <p:nvGraphicFramePr>
          <p:cNvPr id="49168" name="Object 7">
            <a:extLst>
              <a:ext uri="{FF2B5EF4-FFF2-40B4-BE49-F238E27FC236}">
                <a16:creationId xmlns:a16="http://schemas.microsoft.com/office/drawing/2014/main" id="{96ED7FA5-B393-8FA9-C144-2FFBDDADA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933825"/>
          <a:ext cx="40084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62649" imgH="510734" progId="Equation.3">
                  <p:embed/>
                </p:oleObj>
              </mc:Choice>
              <mc:Fallback>
                <p:oleObj name="公式" r:id="rId12" imgW="3962649" imgH="51073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11413" y="3933825"/>
                        <a:ext cx="40084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9" name="Object 8">
            <a:extLst>
              <a:ext uri="{FF2B5EF4-FFF2-40B4-BE49-F238E27FC236}">
                <a16:creationId xmlns:a16="http://schemas.microsoft.com/office/drawing/2014/main" id="{2ABBE115-F34F-C669-DB22-7B56D89C3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5949950"/>
          <a:ext cx="36957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680491" imgH="358112" progId="Equation.3">
                  <p:embed/>
                </p:oleObj>
              </mc:Choice>
              <mc:Fallback>
                <p:oleObj name="公式" r:id="rId14" imgW="3680491" imgH="358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16013" y="5949950"/>
                        <a:ext cx="36957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0" name="Object 9">
            <a:extLst>
              <a:ext uri="{FF2B5EF4-FFF2-40B4-BE49-F238E27FC236}">
                <a16:creationId xmlns:a16="http://schemas.microsoft.com/office/drawing/2014/main" id="{DBC801C8-65C3-F197-2FEF-46736455AB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1938" y="5949950"/>
          <a:ext cx="33051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91840" imgH="358112" progId="Equation.3">
                  <p:embed/>
                </p:oleObj>
              </mc:Choice>
              <mc:Fallback>
                <p:oleObj name="公式" r:id="rId16" imgW="3291840" imgH="358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41938" y="5949950"/>
                        <a:ext cx="33051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1" name="Object 10">
            <a:extLst>
              <a:ext uri="{FF2B5EF4-FFF2-40B4-BE49-F238E27FC236}">
                <a16:creationId xmlns:a16="http://schemas.microsoft.com/office/drawing/2014/main" id="{3058FDBE-DEDE-E536-FB6F-45EE0CE62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2133600"/>
          <a:ext cx="19494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20364" imgH="838422" progId="Equation.3">
                  <p:embed/>
                </p:oleObj>
              </mc:Choice>
              <mc:Fallback>
                <p:oleObj name="公式" r:id="rId18" imgW="1920364" imgH="83842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940425" y="2133600"/>
                        <a:ext cx="19494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11">
            <a:extLst>
              <a:ext uri="{FF2B5EF4-FFF2-40B4-BE49-F238E27FC236}">
                <a16:creationId xmlns:a16="http://schemas.microsoft.com/office/drawing/2014/main" id="{F3C16575-CFEB-F2C8-FB03-241189D910F8}"/>
              </a:ext>
            </a:extLst>
          </p:cNvPr>
          <p:cNvGraphicFramePr>
            <a:graphicFrameLocks/>
          </p:cNvGraphicFramePr>
          <p:nvPr/>
        </p:nvGraphicFramePr>
        <p:xfrm>
          <a:off x="5003800" y="5445125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72447" imgH="343149" progId="Equation.3">
                  <p:embed/>
                </p:oleObj>
              </mc:Choice>
              <mc:Fallback>
                <p:oleObj name="公式" r:id="rId20" imgW="1272447" imgH="34314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03800" y="5445125"/>
                        <a:ext cx="1308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156" grpId="0" autoUpdateAnimBg="0"/>
      <p:bldP spid="49159" grpId="0" autoUpdateAnimBg="0"/>
      <p:bldP spid="49160" grpId="0" autoUpdateAnimBg="0"/>
      <p:bldP spid="49161" grpId="0" autoUpdateAnimBg="0"/>
      <p:bldP spid="49165" grpId="0" autoUpdateAnimBg="0"/>
      <p:bldP spid="49166" grpId="0" autoUpdateAnimBg="0"/>
      <p:bldP spid="4916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0C5A734C-0097-8B1E-E23E-D29E8A18521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" y="146685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F9A05C50-C3DF-70AD-24B5-B929B6377E9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476250"/>
            <a:ext cx="8202613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一质点在水平面内以顺时针方向沿半径为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2m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的圆形轨道运动。此质点的角速度与运动时间的平方成正比，即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ω=kt </a:t>
            </a:r>
            <a:r>
              <a:rPr kumimoji="1" lang="en-US" altLang="zh-CN" i="1" baseline="30000">
                <a:solidFill>
                  <a:srgbClr val="66FF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为待定常数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已知质点在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 s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末的线速度为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32 m/s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BC70A902-D65C-5F86-990B-A01B29A981A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92175" y="1916113"/>
            <a:ext cx="454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=0.5 s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时质点的线速度和加速度</a:t>
            </a:r>
          </a:p>
        </p:txBody>
      </p:sp>
      <p:graphicFrame>
        <p:nvGraphicFramePr>
          <p:cNvPr id="50181" name="Object 2">
            <a:extLst>
              <a:ext uri="{FF2B5EF4-FFF2-40B4-BE49-F238E27FC236}">
                <a16:creationId xmlns:a16="http://schemas.microsoft.com/office/drawing/2014/main" id="{EA4044FF-CCA4-1325-EC13-77F8549BCC8F}"/>
              </a:ext>
            </a:extLst>
          </p:cNvPr>
          <p:cNvGraphicFramePr>
            <a:graphicFrameLocks/>
          </p:cNvGraphicFramePr>
          <p:nvPr/>
        </p:nvGraphicFramePr>
        <p:xfrm>
          <a:off x="2555875" y="2538413"/>
          <a:ext cx="16859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53633" imgH="281801" progId="Equation.3">
                  <p:embed/>
                </p:oleObj>
              </mc:Choice>
              <mc:Fallback>
                <p:oleObj name="公式" r:id="rId2" imgW="1653633" imgH="281801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55875" y="2538413"/>
                        <a:ext cx="16859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3">
            <a:extLst>
              <a:ext uri="{FF2B5EF4-FFF2-40B4-BE49-F238E27FC236}">
                <a16:creationId xmlns:a16="http://schemas.microsoft.com/office/drawing/2014/main" id="{A972B43A-ADB1-62FA-C4CB-B080C37517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84538"/>
          <a:ext cx="20478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34322" imgH="358112" progId="Equation.3">
                  <p:embed/>
                </p:oleObj>
              </mc:Choice>
              <mc:Fallback>
                <p:oleObj name="公式" r:id="rId4" imgW="2034322" imgH="358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72000" y="3284538"/>
                        <a:ext cx="20478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4">
            <a:extLst>
              <a:ext uri="{FF2B5EF4-FFF2-40B4-BE49-F238E27FC236}">
                <a16:creationId xmlns:a16="http://schemas.microsoft.com/office/drawing/2014/main" id="{6685C3B8-3250-A0E7-11AD-BFFE7E0AD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235450"/>
          <a:ext cx="35163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67007" imgH="785054" progId="Equation.3">
                  <p:embed/>
                </p:oleObj>
              </mc:Choice>
              <mc:Fallback>
                <p:oleObj name="公式" r:id="rId6" imgW="3467007" imgH="7850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427538" y="4235450"/>
                        <a:ext cx="35163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5">
            <a:extLst>
              <a:ext uri="{FF2B5EF4-FFF2-40B4-BE49-F238E27FC236}">
                <a16:creationId xmlns:a16="http://schemas.microsoft.com/office/drawing/2014/main" id="{61AC1645-0831-2994-B275-3C7BEACD0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1188" y="5149850"/>
          <a:ext cx="3990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47222" imgH="510734" progId="Equation.3">
                  <p:embed/>
                </p:oleObj>
              </mc:Choice>
              <mc:Fallback>
                <p:oleObj name="公式" r:id="rId8" imgW="3947222" imgH="51073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421188" y="5149850"/>
                        <a:ext cx="3990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6">
            <a:extLst>
              <a:ext uri="{FF2B5EF4-FFF2-40B4-BE49-F238E27FC236}">
                <a16:creationId xmlns:a16="http://schemas.microsoft.com/office/drawing/2014/main" id="{6C4AC6A2-DDF6-6EAC-EAA0-CAA34DADC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349500"/>
          <a:ext cx="29527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72447" imgH="358112" progId="Equation.3">
                  <p:embed/>
                </p:oleObj>
              </mc:Choice>
              <mc:Fallback>
                <p:oleObj name="公式" r:id="rId10" imgW="1272447" imgH="358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00563" y="2349500"/>
                        <a:ext cx="295275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7">
            <a:extLst>
              <a:ext uri="{FF2B5EF4-FFF2-40B4-BE49-F238E27FC236}">
                <a16:creationId xmlns:a16="http://schemas.microsoft.com/office/drawing/2014/main" id="{3573718B-A5A0-03BE-A433-467FA3559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213100"/>
          <a:ext cx="11684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62" imgH="358112" progId="Equation.3">
                  <p:embed/>
                </p:oleObj>
              </mc:Choice>
              <mc:Fallback>
                <p:oleObj name="公式" r:id="rId12" imgW="1143062" imgH="358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84438" y="3213100"/>
                        <a:ext cx="11684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8">
            <a:extLst>
              <a:ext uri="{FF2B5EF4-FFF2-40B4-BE49-F238E27FC236}">
                <a16:creationId xmlns:a16="http://schemas.microsoft.com/office/drawing/2014/main" id="{E3A01F4C-A544-975B-461A-7A648F7F1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452938"/>
          <a:ext cx="28019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96696" imgH="358112" progId="Equation.3">
                  <p:embed/>
                </p:oleObj>
              </mc:Choice>
              <mc:Fallback>
                <p:oleObj name="公式" r:id="rId14" imgW="2796696" imgH="358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16013" y="4452938"/>
                        <a:ext cx="280193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9">
            <a:extLst>
              <a:ext uri="{FF2B5EF4-FFF2-40B4-BE49-F238E27FC236}">
                <a16:creationId xmlns:a16="http://schemas.microsoft.com/office/drawing/2014/main" id="{557A6404-9D47-BD71-030A-457A84BC1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4763" y="4956175"/>
          <a:ext cx="26050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52856" imgH="838422" progId="Equation.3">
                  <p:embed/>
                </p:oleObj>
              </mc:Choice>
              <mc:Fallback>
                <p:oleObj name="公式" r:id="rId16" imgW="2552856" imgH="83842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74763" y="4956175"/>
                        <a:ext cx="26050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0">
            <a:extLst>
              <a:ext uri="{FF2B5EF4-FFF2-40B4-BE49-F238E27FC236}">
                <a16:creationId xmlns:a16="http://schemas.microsoft.com/office/drawing/2014/main" id="{03AFD17B-7307-A8A8-DFED-086C6155F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4888" y="5683250"/>
          <a:ext cx="31353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101247" imgH="876328" progId="Equation.3">
                  <p:embed/>
                </p:oleObj>
              </mc:Choice>
              <mc:Fallback>
                <p:oleObj name="公式" r:id="rId18" imgW="3101247" imgH="87632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4888" y="5683250"/>
                        <a:ext cx="31353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Rectangle 14">
            <a:extLst>
              <a:ext uri="{FF2B5EF4-FFF2-40B4-BE49-F238E27FC236}">
                <a16:creationId xmlns:a16="http://schemas.microsoft.com/office/drawing/2014/main" id="{D9065381-C01B-34B9-DC74-8E52BA1CD3E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6075" y="24574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50191" name="Rectangle 15">
            <a:extLst>
              <a:ext uri="{FF2B5EF4-FFF2-40B4-BE49-F238E27FC236}">
                <a16:creationId xmlns:a16="http://schemas.microsoft.com/office/drawing/2014/main" id="{0740D7A0-4F9F-AC5E-ADDA-19BEE0B47EF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6075" y="5111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0192" name="Rectangle 16">
            <a:extLst>
              <a:ext uri="{FF2B5EF4-FFF2-40B4-BE49-F238E27FC236}">
                <a16:creationId xmlns:a16="http://schemas.microsoft.com/office/drawing/2014/main" id="{41515245-21A1-C252-23F0-2A35015BCEC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6075" y="19240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50193" name="Text Box 17">
            <a:extLst>
              <a:ext uri="{FF2B5EF4-FFF2-40B4-BE49-F238E27FC236}">
                <a16:creationId xmlns:a16="http://schemas.microsoft.com/office/drawing/2014/main" id="{80502F8B-5F09-16F4-BE07-C98A4F4503B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3275" y="3860800"/>
            <a:ext cx="177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当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=0.5 s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</a:t>
            </a:r>
          </a:p>
        </p:txBody>
      </p:sp>
      <p:sp>
        <p:nvSpPr>
          <p:cNvPr id="50194" name="Text Box 18">
            <a:extLst>
              <a:ext uri="{FF2B5EF4-FFF2-40B4-BE49-F238E27FC236}">
                <a16:creationId xmlns:a16="http://schemas.microsoft.com/office/drawing/2014/main" id="{08C134EF-308C-D7DF-5C32-A3307E15822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950913" y="249237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由题意得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utoUpdateAnimBg="0"/>
      <p:bldP spid="50179" grpId="0" autoUpdateAnimBg="0"/>
      <p:bldP spid="50180" grpId="0" autoUpdateAnimBg="0"/>
      <p:bldP spid="50190" grpId="0" autoUpdateAnimBg="0"/>
      <p:bldP spid="50191" grpId="0" autoUpdateAnimBg="0"/>
      <p:bldP spid="50192" grpId="0" autoUpdateAnimBg="0"/>
      <p:bldP spid="50193" grpId="0"/>
      <p:bldP spid="50194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813</Words>
  <Application>Microsoft Office PowerPoint</Application>
  <PresentationFormat>全屏显示(4:3)</PresentationFormat>
  <Paragraphs>152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Monotype Sorts</vt:lpstr>
      <vt:lpstr>仿宋_GB2312</vt:lpstr>
      <vt:lpstr>楷体_GB2312</vt:lpstr>
      <vt:lpstr>宋体</vt:lpstr>
      <vt:lpstr>Arial</vt:lpstr>
      <vt:lpstr>Calibri</vt:lpstr>
      <vt:lpstr>Symbol</vt:lpstr>
      <vt:lpstr>Times New Roman</vt:lpstr>
      <vt:lpstr>Wingdings</vt:lpstr>
      <vt:lpstr>1_默认设计模板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绪论</dc:subject>
  <dc:creator>zhaosm</dc:creator>
  <cp:lastModifiedBy>davidly .</cp:lastModifiedBy>
  <cp:revision>112</cp:revision>
  <dcterms:created xsi:type="dcterms:W3CDTF">2002-06-18T00:43:24Z</dcterms:created>
  <dcterms:modified xsi:type="dcterms:W3CDTF">2025-02-25T13:01:44Z</dcterms:modified>
</cp:coreProperties>
</file>