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576" r:id="rId2"/>
    <p:sldId id="570" r:id="rId3"/>
    <p:sldId id="603" r:id="rId4"/>
    <p:sldId id="560" r:id="rId5"/>
    <p:sldId id="561" r:id="rId6"/>
    <p:sldId id="591" r:id="rId7"/>
    <p:sldId id="592" r:id="rId8"/>
    <p:sldId id="593" r:id="rId9"/>
    <p:sldId id="594" r:id="rId10"/>
    <p:sldId id="569" r:id="rId11"/>
    <p:sldId id="571" r:id="rId12"/>
    <p:sldId id="572" r:id="rId13"/>
    <p:sldId id="573" r:id="rId14"/>
    <p:sldId id="574" r:id="rId15"/>
    <p:sldId id="575" r:id="rId16"/>
    <p:sldId id="588" r:id="rId17"/>
    <p:sldId id="532" r:id="rId18"/>
    <p:sldId id="590" r:id="rId19"/>
    <p:sldId id="587" r:id="rId20"/>
    <p:sldId id="455" r:id="rId21"/>
    <p:sldId id="456" r:id="rId22"/>
    <p:sldId id="457" r:id="rId23"/>
    <p:sldId id="458" r:id="rId2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>
          <p15:clr>
            <a:srgbClr val="A4A3A4"/>
          </p15:clr>
        </p15:guide>
        <p15:guide id="2" pos="5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CC"/>
    <a:srgbClr val="5C96A4"/>
    <a:srgbClr val="48ABB8"/>
    <a:srgbClr val="33CCCC"/>
    <a:srgbClr val="006699"/>
    <a:srgbClr val="336699"/>
    <a:srgbClr val="FFCC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830" autoAdjust="0"/>
  </p:normalViewPr>
  <p:slideViewPr>
    <p:cSldViewPr showGuides="1">
      <p:cViewPr varScale="1">
        <p:scale>
          <a:sx n="83" d="100"/>
          <a:sy n="83" d="100"/>
        </p:scale>
        <p:origin x="1406" y="62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77290540-C7D7-C230-1A7A-86D2F14E03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12D0F546-E929-CD34-5F1B-CAED6D489D7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>
            <a:extLst>
              <a:ext uri="{FF2B5EF4-FFF2-40B4-BE49-F238E27FC236}">
                <a16:creationId xmlns:a16="http://schemas.microsoft.com/office/drawing/2014/main" id="{3F94A289-1E4C-42E7-D258-49165CF3676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>
            <a:extLst>
              <a:ext uri="{FF2B5EF4-FFF2-40B4-BE49-F238E27FC236}">
                <a16:creationId xmlns:a16="http://schemas.microsoft.com/office/drawing/2014/main" id="{57AED5AB-9376-D6BC-B0D4-2CA4388AE1D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/>
            </a:lvl1pPr>
          </a:lstStyle>
          <a:p>
            <a:pPr>
              <a:defRPr/>
            </a:pPr>
            <a:fld id="{B6C3FC37-FC18-4453-8FA5-FD0E10D73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0CCEAE08-7BC4-3E7C-4C15-BB87294325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225284E9-24F9-DE1D-A9F5-11615EC73DF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635DD57-0D81-7613-CDC8-DF31DA41EF5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>
            <a:extLst>
              <a:ext uri="{FF2B5EF4-FFF2-40B4-BE49-F238E27FC236}">
                <a16:creationId xmlns:a16="http://schemas.microsoft.com/office/drawing/2014/main" id="{E8BC65E8-1CD3-F628-0C64-4AA65A64FED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>
            <a:extLst>
              <a:ext uri="{FF2B5EF4-FFF2-40B4-BE49-F238E27FC236}">
                <a16:creationId xmlns:a16="http://schemas.microsoft.com/office/drawing/2014/main" id="{4F011053-742F-41ED-4DAD-51D3992C0F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>
            <a:extLst>
              <a:ext uri="{FF2B5EF4-FFF2-40B4-BE49-F238E27FC236}">
                <a16:creationId xmlns:a16="http://schemas.microsoft.com/office/drawing/2014/main" id="{F3921294-DB44-2261-BD86-A1494FA5AD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/>
            </a:lvl1pPr>
          </a:lstStyle>
          <a:p>
            <a:pPr>
              <a:defRPr/>
            </a:pPr>
            <a:fld id="{6DC592B1-99D1-45A7-AFA1-D7C7C4461E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CDC0DF68-7216-7A9C-C854-C28728694A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EF7BD367-8B2F-6B5C-9062-EF66DA990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ECB25126-6278-B719-11E7-187CE667B0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3C8E1A6-01C4-401A-97BD-BCA211CF3AE1}" type="slidenum">
              <a:rPr lang="zh-CN" altLang="en-US" sz="1200"/>
              <a:pPr/>
              <a:t>3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49211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15254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5005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3491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1927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8359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45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6729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359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7199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08727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>
            <a:extLst>
              <a:ext uri="{FF2B5EF4-FFF2-40B4-BE49-F238E27FC236}">
                <a16:creationId xmlns:a16="http://schemas.microsoft.com/office/drawing/2014/main" id="{A6023915-97C7-417E-D36E-A55E789FF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1FDB1F00-9DA5-228C-2C15-958EFDF75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oleObject" Target="../embeddings/oleObject9.bin"/><Relationship Id="rId18" Type="http://schemas.openxmlformats.org/officeDocument/2006/relationships/oleObject" Target="../embeddings/oleObject11.bin"/><Relationship Id="rId26" Type="http://schemas.openxmlformats.org/officeDocument/2006/relationships/oleObject" Target="../embeddings/oleObject15.bin"/><Relationship Id="rId3" Type="http://schemas.openxmlformats.org/officeDocument/2006/relationships/oleObject" Target="../embeddings/oleObject5.bin"/><Relationship Id="rId21" Type="http://schemas.openxmlformats.org/officeDocument/2006/relationships/image" Target="../media/image16.emf"/><Relationship Id="rId7" Type="http://schemas.openxmlformats.org/officeDocument/2006/relationships/image" Target="../media/image8.emf"/><Relationship Id="rId12" Type="http://schemas.openxmlformats.org/officeDocument/2006/relationships/image" Target="../media/image11.emf"/><Relationship Id="rId17" Type="http://schemas.openxmlformats.org/officeDocument/2006/relationships/image" Target="../media/image14.emf"/><Relationship Id="rId25" Type="http://schemas.openxmlformats.org/officeDocument/2006/relationships/image" Target="../media/image18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emf"/><Relationship Id="rId20" Type="http://schemas.openxmlformats.org/officeDocument/2006/relationships/oleObject" Target="../embeddings/oleObject12.bin"/><Relationship Id="rId29" Type="http://schemas.openxmlformats.org/officeDocument/2006/relationships/image" Target="../media/image2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8.bin"/><Relationship Id="rId24" Type="http://schemas.openxmlformats.org/officeDocument/2006/relationships/oleObject" Target="../embeddings/oleObject14.bin"/><Relationship Id="rId32" Type="http://schemas.openxmlformats.org/officeDocument/2006/relationships/image" Target="../media/image22.e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0.bin"/><Relationship Id="rId23" Type="http://schemas.openxmlformats.org/officeDocument/2006/relationships/image" Target="../media/image17.emf"/><Relationship Id="rId28" Type="http://schemas.openxmlformats.org/officeDocument/2006/relationships/oleObject" Target="../embeddings/oleObject16.bin"/><Relationship Id="rId10" Type="http://schemas.openxmlformats.org/officeDocument/2006/relationships/image" Target="../media/image10.emf"/><Relationship Id="rId19" Type="http://schemas.openxmlformats.org/officeDocument/2006/relationships/image" Target="../media/image15.emf"/><Relationship Id="rId31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2.emf"/><Relationship Id="rId22" Type="http://schemas.openxmlformats.org/officeDocument/2006/relationships/oleObject" Target="../embeddings/oleObject13.bin"/><Relationship Id="rId27" Type="http://schemas.openxmlformats.org/officeDocument/2006/relationships/image" Target="../media/image19.emf"/><Relationship Id="rId30" Type="http://schemas.openxmlformats.org/officeDocument/2006/relationships/oleObject" Target="../embeddings/oleObject1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9.e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23.emf"/><Relationship Id="rId21" Type="http://schemas.openxmlformats.org/officeDocument/2006/relationships/image" Target="../media/image33.emf"/><Relationship Id="rId7" Type="http://schemas.openxmlformats.org/officeDocument/2006/relationships/image" Target="../media/image25.emf"/><Relationship Id="rId12" Type="http://schemas.openxmlformats.org/officeDocument/2006/relationships/image" Target="../media/image28.png"/><Relationship Id="rId17" Type="http://schemas.openxmlformats.org/officeDocument/2006/relationships/image" Target="../media/image31.emf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7.emf"/><Relationship Id="rId5" Type="http://schemas.openxmlformats.org/officeDocument/2006/relationships/image" Target="../media/image24.emf"/><Relationship Id="rId15" Type="http://schemas.openxmlformats.org/officeDocument/2006/relationships/image" Target="../media/image30.e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32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6.emf"/><Relationship Id="rId14" Type="http://schemas.openxmlformats.org/officeDocument/2006/relationships/oleObject" Target="../embeddings/oleObject2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9.emf"/><Relationship Id="rId18" Type="http://schemas.openxmlformats.org/officeDocument/2006/relationships/oleObject" Target="../embeddings/oleObject35.bin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41.e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5" Type="http://schemas.openxmlformats.org/officeDocument/2006/relationships/image" Target="../media/image40.e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42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7.emf"/><Relationship Id="rId14" Type="http://schemas.openxmlformats.org/officeDocument/2006/relationships/oleObject" Target="../embeddings/oleObject3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7.e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3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3.e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eg"/><Relationship Id="rId11" Type="http://schemas.openxmlformats.org/officeDocument/2006/relationships/oleObject" Target="../embeddings/oleObject43.bin"/><Relationship Id="rId5" Type="http://schemas.openxmlformats.org/officeDocument/2006/relationships/image" Target="../media/image49.png"/><Relationship Id="rId10" Type="http://schemas.openxmlformats.org/officeDocument/2006/relationships/image" Target="../media/image52.emf"/><Relationship Id="rId4" Type="http://schemas.openxmlformats.org/officeDocument/2006/relationships/image" Target="../media/image48.emf"/><Relationship Id="rId9" Type="http://schemas.openxmlformats.org/officeDocument/2006/relationships/oleObject" Target="../embeddings/oleObject4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9.emf"/><Relationship Id="rId3" Type="http://schemas.openxmlformats.org/officeDocument/2006/relationships/image" Target="../media/image54.emf"/><Relationship Id="rId7" Type="http://schemas.openxmlformats.org/officeDocument/2006/relationships/image" Target="../media/image56.emf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8.emf"/><Relationship Id="rId5" Type="http://schemas.openxmlformats.org/officeDocument/2006/relationships/image" Target="../media/image55.emf"/><Relationship Id="rId15" Type="http://schemas.openxmlformats.org/officeDocument/2006/relationships/image" Target="../media/image60.e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7.emf"/><Relationship Id="rId14" Type="http://schemas.openxmlformats.org/officeDocument/2006/relationships/oleObject" Target="../embeddings/oleObject5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6.emf"/><Relationship Id="rId3" Type="http://schemas.openxmlformats.org/officeDocument/2006/relationships/image" Target="../media/image61.emf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56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5.emf"/><Relationship Id="rId5" Type="http://schemas.openxmlformats.org/officeDocument/2006/relationships/image" Target="../media/image62.emf"/><Relationship Id="rId15" Type="http://schemas.openxmlformats.org/officeDocument/2006/relationships/image" Target="../media/image67.e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5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73.emf"/><Relationship Id="rId18" Type="http://schemas.openxmlformats.org/officeDocument/2006/relationships/oleObject" Target="../embeddings/oleObject66.bin"/><Relationship Id="rId26" Type="http://schemas.openxmlformats.org/officeDocument/2006/relationships/oleObject" Target="../embeddings/oleObject70.bin"/><Relationship Id="rId3" Type="http://schemas.openxmlformats.org/officeDocument/2006/relationships/image" Target="../media/image68.emf"/><Relationship Id="rId21" Type="http://schemas.openxmlformats.org/officeDocument/2006/relationships/image" Target="../media/image77.emf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75.emf"/><Relationship Id="rId25" Type="http://schemas.openxmlformats.org/officeDocument/2006/relationships/image" Target="../media/image79.e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72.emf"/><Relationship Id="rId24" Type="http://schemas.openxmlformats.org/officeDocument/2006/relationships/oleObject" Target="../embeddings/oleObject69.bin"/><Relationship Id="rId5" Type="http://schemas.openxmlformats.org/officeDocument/2006/relationships/image" Target="../media/image69.emf"/><Relationship Id="rId15" Type="http://schemas.openxmlformats.org/officeDocument/2006/relationships/image" Target="../media/image74.emf"/><Relationship Id="rId23" Type="http://schemas.openxmlformats.org/officeDocument/2006/relationships/image" Target="../media/image78.e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76.e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71.e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Relationship Id="rId27" Type="http://schemas.openxmlformats.org/officeDocument/2006/relationships/image" Target="../media/image80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6.emf"/><Relationship Id="rId18" Type="http://schemas.openxmlformats.org/officeDocument/2006/relationships/oleObject" Target="../embeddings/oleObject79.bin"/><Relationship Id="rId3" Type="http://schemas.openxmlformats.org/officeDocument/2006/relationships/image" Target="../media/image81.emf"/><Relationship Id="rId7" Type="http://schemas.openxmlformats.org/officeDocument/2006/relationships/image" Target="../media/image83.e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88.emf"/><Relationship Id="rId2" Type="http://schemas.openxmlformats.org/officeDocument/2006/relationships/oleObject" Target="../embeddings/oleObject71.bin"/><Relationship Id="rId16" Type="http://schemas.openxmlformats.org/officeDocument/2006/relationships/oleObject" Target="../embeddings/oleObject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5.emf"/><Relationship Id="rId5" Type="http://schemas.openxmlformats.org/officeDocument/2006/relationships/image" Target="../media/image82.emf"/><Relationship Id="rId15" Type="http://schemas.openxmlformats.org/officeDocument/2006/relationships/image" Target="../media/image87.emf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89.e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84.emf"/><Relationship Id="rId14" Type="http://schemas.openxmlformats.org/officeDocument/2006/relationships/oleObject" Target="../embeddings/oleObject7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95.emf"/><Relationship Id="rId3" Type="http://schemas.openxmlformats.org/officeDocument/2006/relationships/image" Target="../media/image90.emf"/><Relationship Id="rId7" Type="http://schemas.openxmlformats.org/officeDocument/2006/relationships/image" Target="../media/image92.emf"/><Relationship Id="rId12" Type="http://schemas.openxmlformats.org/officeDocument/2006/relationships/oleObject" Target="../embeddings/oleObject85.bin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94.emf"/><Relationship Id="rId5" Type="http://schemas.openxmlformats.org/officeDocument/2006/relationships/image" Target="../media/image91.e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9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101.emf"/><Relationship Id="rId3" Type="http://schemas.openxmlformats.org/officeDocument/2006/relationships/image" Target="../media/image96.emf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103.emf"/><Relationship Id="rId2" Type="http://schemas.openxmlformats.org/officeDocument/2006/relationships/oleObject" Target="../embeddings/oleObject86.bin"/><Relationship Id="rId16" Type="http://schemas.openxmlformats.org/officeDocument/2006/relationships/oleObject" Target="../embeddings/oleObject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100.emf"/><Relationship Id="rId5" Type="http://schemas.openxmlformats.org/officeDocument/2006/relationships/image" Target="../media/image97.emf"/><Relationship Id="rId15" Type="http://schemas.openxmlformats.org/officeDocument/2006/relationships/image" Target="../media/image102.e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99.emf"/><Relationship Id="rId14" Type="http://schemas.openxmlformats.org/officeDocument/2006/relationships/oleObject" Target="../embeddings/oleObject9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109.emf"/><Relationship Id="rId18" Type="http://schemas.openxmlformats.org/officeDocument/2006/relationships/oleObject" Target="../embeddings/oleObject102.bin"/><Relationship Id="rId26" Type="http://schemas.openxmlformats.org/officeDocument/2006/relationships/oleObject" Target="../embeddings/oleObject106.bin"/><Relationship Id="rId3" Type="http://schemas.openxmlformats.org/officeDocument/2006/relationships/image" Target="../media/image104.emf"/><Relationship Id="rId21" Type="http://schemas.openxmlformats.org/officeDocument/2006/relationships/image" Target="../media/image113.emf"/><Relationship Id="rId7" Type="http://schemas.openxmlformats.org/officeDocument/2006/relationships/image" Target="../media/image106.e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111.wmf"/><Relationship Id="rId25" Type="http://schemas.openxmlformats.org/officeDocument/2006/relationships/image" Target="../media/image115.e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29" Type="http://schemas.openxmlformats.org/officeDocument/2006/relationships/image" Target="../media/image11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108.e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105.emf"/><Relationship Id="rId15" Type="http://schemas.openxmlformats.org/officeDocument/2006/relationships/image" Target="../media/image110.emf"/><Relationship Id="rId23" Type="http://schemas.openxmlformats.org/officeDocument/2006/relationships/image" Target="../media/image114.emf"/><Relationship Id="rId28" Type="http://schemas.openxmlformats.org/officeDocument/2006/relationships/oleObject" Target="../embeddings/oleObject107.bin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112.e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07.e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Relationship Id="rId27" Type="http://schemas.openxmlformats.org/officeDocument/2006/relationships/image" Target="../media/image1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27.emf"/><Relationship Id="rId3" Type="http://schemas.openxmlformats.org/officeDocument/2006/relationships/oleObject" Target="../embeddings/oleObject108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24.png"/><Relationship Id="rId17" Type="http://schemas.openxmlformats.org/officeDocument/2006/relationships/oleObject" Target="../embeddings/oleObject113.bin"/><Relationship Id="rId2" Type="http://schemas.openxmlformats.org/officeDocument/2006/relationships/audio" Target="../media/audio3.wav"/><Relationship Id="rId16" Type="http://schemas.openxmlformats.org/officeDocument/2006/relationships/image" Target="../media/image126.emf"/><Relationship Id="rId20" Type="http://schemas.openxmlformats.org/officeDocument/2006/relationships/image" Target="../media/image12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emf"/><Relationship Id="rId11" Type="http://schemas.openxmlformats.org/officeDocument/2006/relationships/image" Target="../media/image123.png"/><Relationship Id="rId24" Type="http://schemas.openxmlformats.org/officeDocument/2006/relationships/image" Target="../media/image130.emf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10" Type="http://schemas.openxmlformats.org/officeDocument/2006/relationships/image" Target="../media/image122.png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18.emf"/><Relationship Id="rId9" Type="http://schemas.openxmlformats.org/officeDocument/2006/relationships/image" Target="../media/image121.png"/><Relationship Id="rId14" Type="http://schemas.openxmlformats.org/officeDocument/2006/relationships/image" Target="../media/image125.emf"/><Relationship Id="rId22" Type="http://schemas.openxmlformats.org/officeDocument/2006/relationships/image" Target="../media/image12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7" Type="http://schemas.openxmlformats.org/officeDocument/2006/relationships/image" Target="../media/image135.jpe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jpeg"/><Relationship Id="rId5" Type="http://schemas.openxmlformats.org/officeDocument/2006/relationships/image" Target="../media/image133.jpeg"/><Relationship Id="rId4" Type="http://schemas.openxmlformats.org/officeDocument/2006/relationships/image" Target="../media/image13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139.emf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38.emf"/><Relationship Id="rId4" Type="http://schemas.openxmlformats.org/officeDocument/2006/relationships/oleObject" Target="../embeddings/oleObject11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3" Type="http://schemas.openxmlformats.org/officeDocument/2006/relationships/image" Target="../media/image141.png"/><Relationship Id="rId7" Type="http://schemas.openxmlformats.org/officeDocument/2006/relationships/image" Target="../media/image143.emf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45.emf"/><Relationship Id="rId5" Type="http://schemas.openxmlformats.org/officeDocument/2006/relationships/image" Target="../media/image142.e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4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9.jpeg"/><Relationship Id="rId4" Type="http://schemas.openxmlformats.org/officeDocument/2006/relationships/image" Target="../media/image148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image" Target="../media/image150.emf"/><Relationship Id="rId7" Type="http://schemas.openxmlformats.org/officeDocument/2006/relationships/image" Target="../media/image152.emf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5" Type="http://schemas.openxmlformats.org/officeDocument/2006/relationships/image" Target="../media/image151.emf"/><Relationship Id="rId4" Type="http://schemas.openxmlformats.org/officeDocument/2006/relationships/oleObject" Target="../embeddings/oleObject12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59.emf"/><Relationship Id="rId18" Type="http://schemas.openxmlformats.org/officeDocument/2006/relationships/oleObject" Target="../embeddings/oleObject134.bin"/><Relationship Id="rId3" Type="http://schemas.openxmlformats.org/officeDocument/2006/relationships/image" Target="../media/image154.emf"/><Relationship Id="rId21" Type="http://schemas.openxmlformats.org/officeDocument/2006/relationships/image" Target="../media/image163.emf"/><Relationship Id="rId7" Type="http://schemas.openxmlformats.org/officeDocument/2006/relationships/image" Target="../media/image156.e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61.emf"/><Relationship Id="rId25" Type="http://schemas.openxmlformats.org/officeDocument/2006/relationships/image" Target="../media/image165.emf"/><Relationship Id="rId2" Type="http://schemas.openxmlformats.org/officeDocument/2006/relationships/oleObject" Target="../embeddings/oleObject126.bin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1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58.emf"/><Relationship Id="rId24" Type="http://schemas.openxmlformats.org/officeDocument/2006/relationships/oleObject" Target="../embeddings/oleObject137.bin"/><Relationship Id="rId5" Type="http://schemas.openxmlformats.org/officeDocument/2006/relationships/image" Target="../media/image155.emf"/><Relationship Id="rId15" Type="http://schemas.openxmlformats.org/officeDocument/2006/relationships/image" Target="../media/image160.emf"/><Relationship Id="rId23" Type="http://schemas.openxmlformats.org/officeDocument/2006/relationships/image" Target="../media/image164.e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62.emf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57.e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71.emf"/><Relationship Id="rId18" Type="http://schemas.openxmlformats.org/officeDocument/2006/relationships/oleObject" Target="../embeddings/oleObject146.bin"/><Relationship Id="rId26" Type="http://schemas.openxmlformats.org/officeDocument/2006/relationships/oleObject" Target="../embeddings/oleObject150.bin"/><Relationship Id="rId3" Type="http://schemas.openxmlformats.org/officeDocument/2006/relationships/image" Target="../media/image166.emf"/><Relationship Id="rId21" Type="http://schemas.openxmlformats.org/officeDocument/2006/relationships/image" Target="../media/image175.emf"/><Relationship Id="rId7" Type="http://schemas.openxmlformats.org/officeDocument/2006/relationships/image" Target="../media/image168.e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73.emf"/><Relationship Id="rId25" Type="http://schemas.openxmlformats.org/officeDocument/2006/relationships/image" Target="../media/image177.emf"/><Relationship Id="rId33" Type="http://schemas.openxmlformats.org/officeDocument/2006/relationships/image" Target="../media/image181.e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7.bin"/><Relationship Id="rId29" Type="http://schemas.openxmlformats.org/officeDocument/2006/relationships/image" Target="../media/image17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70.emf"/><Relationship Id="rId24" Type="http://schemas.openxmlformats.org/officeDocument/2006/relationships/oleObject" Target="../embeddings/oleObject149.bin"/><Relationship Id="rId32" Type="http://schemas.openxmlformats.org/officeDocument/2006/relationships/oleObject" Target="../embeddings/oleObject153.bin"/><Relationship Id="rId5" Type="http://schemas.openxmlformats.org/officeDocument/2006/relationships/image" Target="../media/image167.emf"/><Relationship Id="rId15" Type="http://schemas.openxmlformats.org/officeDocument/2006/relationships/image" Target="../media/image172.emf"/><Relationship Id="rId23" Type="http://schemas.openxmlformats.org/officeDocument/2006/relationships/image" Target="../media/image176.emf"/><Relationship Id="rId28" Type="http://schemas.openxmlformats.org/officeDocument/2006/relationships/oleObject" Target="../embeddings/oleObject151.bin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74.emf"/><Relationship Id="rId31" Type="http://schemas.openxmlformats.org/officeDocument/2006/relationships/image" Target="../media/image180.e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69.emf"/><Relationship Id="rId14" Type="http://schemas.openxmlformats.org/officeDocument/2006/relationships/oleObject" Target="../embeddings/oleObject144.bin"/><Relationship Id="rId22" Type="http://schemas.openxmlformats.org/officeDocument/2006/relationships/oleObject" Target="../embeddings/oleObject148.bin"/><Relationship Id="rId27" Type="http://schemas.openxmlformats.org/officeDocument/2006/relationships/image" Target="../media/image178.emf"/><Relationship Id="rId30" Type="http://schemas.openxmlformats.org/officeDocument/2006/relationships/oleObject" Target="../embeddings/oleObject15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87.emf"/><Relationship Id="rId3" Type="http://schemas.openxmlformats.org/officeDocument/2006/relationships/image" Target="../media/image182.emf"/><Relationship Id="rId7" Type="http://schemas.openxmlformats.org/officeDocument/2006/relationships/image" Target="../media/image184.emf"/><Relationship Id="rId12" Type="http://schemas.openxmlformats.org/officeDocument/2006/relationships/oleObject" Target="../embeddings/oleObject159.bin"/><Relationship Id="rId17" Type="http://schemas.openxmlformats.org/officeDocument/2006/relationships/image" Target="../media/image189.emf"/><Relationship Id="rId2" Type="http://schemas.openxmlformats.org/officeDocument/2006/relationships/oleObject" Target="../embeddings/oleObject154.bin"/><Relationship Id="rId16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86.emf"/><Relationship Id="rId5" Type="http://schemas.openxmlformats.org/officeDocument/2006/relationships/image" Target="../media/image183.emf"/><Relationship Id="rId15" Type="http://schemas.openxmlformats.org/officeDocument/2006/relationships/image" Target="../media/image188.e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85.emf"/><Relationship Id="rId14" Type="http://schemas.openxmlformats.org/officeDocument/2006/relationships/oleObject" Target="../embeddings/oleObject16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6A921A2B-3C58-4D87-B191-B383946E97F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11188" y="571500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闪电击中德拜塔</a:t>
            </a:r>
          </a:p>
        </p:txBody>
      </p:sp>
      <p:pic>
        <p:nvPicPr>
          <p:cNvPr id="5123" name="Picture 2" descr="E:\备课\大学物理\闪电击中德拜塔.jpg">
            <a:extLst>
              <a:ext uri="{FF2B5EF4-FFF2-40B4-BE49-F238E27FC236}">
                <a16:creationId xmlns:a16="http://schemas.microsoft.com/office/drawing/2014/main" id="{F058D911-C460-0EF3-BD28-B41032DF6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549275"/>
            <a:ext cx="7345362" cy="480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60">
            <a:extLst>
              <a:ext uri="{FF2B5EF4-FFF2-40B4-BE49-F238E27FC236}">
                <a16:creationId xmlns:a16="http://schemas.microsoft.com/office/drawing/2014/main" id="{13F06F7B-8CD9-B76B-B508-F09F1223C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1582738"/>
            <a:ext cx="2881312" cy="719137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Text Box 62">
            <a:extLst>
              <a:ext uri="{FF2B5EF4-FFF2-40B4-BE49-F238E27FC236}">
                <a16:creationId xmlns:a16="http://schemas.microsoft.com/office/drawing/2014/main" id="{E64ACC2C-E629-3572-8D5E-ADBE099BE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362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66FFFF"/>
                </a:solidFill>
              </a:rPr>
              <a:t>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导体静电平衡的条件</a:t>
            </a:r>
            <a:endParaRPr lang="zh-CN" altLang="en-US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46EEA1F9-85A0-DF43-912C-9305C8B94E8B}"/>
              </a:ext>
            </a:extLst>
          </p:cNvPr>
          <p:cNvGraphicFramePr>
            <a:graphicFrameLocks/>
          </p:cNvGraphicFramePr>
          <p:nvPr/>
        </p:nvGraphicFramePr>
        <p:xfrm>
          <a:off x="1501775" y="935038"/>
          <a:ext cx="989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7042" imgH="403999" progId="Equation.3">
                  <p:embed/>
                </p:oleObj>
              </mc:Choice>
              <mc:Fallback>
                <p:oleObj name="Equation" r:id="rId3" imgW="937042" imgH="403999" progId="Equation.3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46EEA1F9-85A0-DF43-912C-9305C8B94E8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935038"/>
                        <a:ext cx="989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2A32A103-735C-4DD5-1D63-C7C919D66F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8738" y="1779588"/>
          <a:ext cx="7239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0809" imgH="418961" progId="Equation.3">
                  <p:embed/>
                </p:oleObj>
              </mc:Choice>
              <mc:Fallback>
                <p:oleObj name="Equation" r:id="rId5" imgW="670809" imgH="418961" progId="Equation.3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2A32A103-735C-4DD5-1D63-C7C919D66F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1779588"/>
                        <a:ext cx="7239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5">
            <a:extLst>
              <a:ext uri="{FF2B5EF4-FFF2-40B4-BE49-F238E27FC236}">
                <a16:creationId xmlns:a16="http://schemas.microsoft.com/office/drawing/2014/main" id="{EEB04464-99AD-8A13-A8D6-890D93379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25" y="1727200"/>
            <a:ext cx="243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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导体表面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87E4C52D-97AD-5997-B929-327A86E197E1}"/>
              </a:ext>
            </a:extLst>
          </p:cNvPr>
          <p:cNvGraphicFramePr>
            <a:graphicFrameLocks/>
          </p:cNvGraphicFramePr>
          <p:nvPr/>
        </p:nvGraphicFramePr>
        <p:xfrm>
          <a:off x="3230563" y="933450"/>
          <a:ext cx="9636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14649" imgH="403999" progId="Equation.3">
                  <p:embed/>
                </p:oleObj>
              </mc:Choice>
              <mc:Fallback>
                <p:oleObj name="公式" r:id="rId7" imgW="914649" imgH="403999" progId="Equation.3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87E4C52D-97AD-5997-B929-327A86E197E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933450"/>
                        <a:ext cx="9636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9DBAEC6F-618A-3322-BAE8-27093913C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3" y="2349500"/>
            <a:ext cx="4122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66FFFF"/>
                </a:solidFill>
              </a:rPr>
              <a:t>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静电平衡导体的电势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D94BE48-1D3E-2EF2-6C9B-11A076C52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852738"/>
            <a:ext cx="82931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导体静电平衡时，导体上各点电势相等，即导体是等势体，表面是等势面。</a:t>
            </a:r>
          </a:p>
        </p:txBody>
      </p:sp>
      <p:sp>
        <p:nvSpPr>
          <p:cNvPr id="10" name="Text Box 45">
            <a:extLst>
              <a:ext uri="{FF2B5EF4-FFF2-40B4-BE49-F238E27FC236}">
                <a16:creationId xmlns:a16="http://schemas.microsoft.com/office/drawing/2014/main" id="{E20E803E-CABA-D980-47EF-7145EED05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60800"/>
            <a:ext cx="624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85FFE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rgbClr val="85FFE0"/>
                </a:solidFill>
                <a:latin typeface="楷体_GB2312" pitchFamily="49" charset="-122"/>
                <a:ea typeface="楷体_GB2312" pitchFamily="49" charset="-122"/>
              </a:rPr>
              <a:t>导体中的净电荷只能分布在导体的表面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117776E-6410-79D3-4AF1-8CC90911A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08500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静电平衡导体表面附近的电场强度与导体表面电荷的关系</a:t>
            </a: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2116C9CC-CFC1-A8C5-DDEF-C3933217E3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5373688"/>
          <a:ext cx="134461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65953" imgH="860866" progId="Equation.3">
                  <p:embed/>
                </p:oleObj>
              </mc:Choice>
              <mc:Fallback>
                <p:oleObj name="公式" r:id="rId9" imgW="1165953" imgH="860866" progId="Equation.3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2116C9CC-CFC1-A8C5-DDEF-C3933217E3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373688"/>
                        <a:ext cx="1344612" cy="9080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4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utoUpdateAnimBg="0"/>
      <p:bldP spid="6" grpId="0" autoUpdateAnimBg="0"/>
      <p:bldP spid="8" grpId="0" autoUpdateAnimBg="0"/>
      <p:bldP spid="9" grpId="0" autoUpdateAnimBg="0"/>
      <p:bldP spid="10" grpId="0" build="p" autoUpdateAnimBg="0"/>
      <p:bldP spid="1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Text Box 2">
            <a:extLst>
              <a:ext uri="{FF2B5EF4-FFF2-40B4-BE49-F238E27FC236}">
                <a16:creationId xmlns:a16="http://schemas.microsoft.com/office/drawing/2014/main" id="{50F6FCC5-E859-87AA-9C54-97A6C09D1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05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endParaRPr lang="en-US" altLang="zh-CN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6D7F9445-E4EF-645B-A97A-228982466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190500"/>
            <a:ext cx="815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一接地无限大厚导体板的一侧有一半无限长均匀带电直线，</a:t>
            </a:r>
            <a:endParaRPr lang="zh-CN" altLang="en-US">
              <a:solidFill>
                <a:schemeClr val="hlink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74788" name="Rectangle 4">
            <a:extLst>
              <a:ext uri="{FF2B5EF4-FFF2-40B4-BE49-F238E27FC236}">
                <a16:creationId xmlns:a16="http://schemas.microsoft.com/office/drawing/2014/main" id="{1498A8D4-9B10-4CB1-1A0E-B1CE110BF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85800"/>
            <a:ext cx="891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垂直于导体板放置，带电直线的一端距板为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，已知带电直线</a:t>
            </a:r>
            <a:endParaRPr lang="zh-CN" altLang="en-US">
              <a:solidFill>
                <a:schemeClr val="hlink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74789" name="Rectangle 5">
            <a:extLst>
              <a:ext uri="{FF2B5EF4-FFF2-40B4-BE49-F238E27FC236}">
                <a16:creationId xmlns:a16="http://schemas.microsoft.com/office/drawing/2014/main" id="{D95F52B2-A9AA-4D64-3404-D1F67F9C4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上电荷线密度为</a:t>
            </a:r>
          </a:p>
        </p:txBody>
      </p:sp>
      <p:graphicFrame>
        <p:nvGraphicFramePr>
          <p:cNvPr id="374790" name="Object 2">
            <a:extLst>
              <a:ext uri="{FF2B5EF4-FFF2-40B4-BE49-F238E27FC236}">
                <a16:creationId xmlns:a16="http://schemas.microsoft.com/office/drawing/2014/main" id="{A2BD5845-08EB-8AC8-045A-9D06ACBC5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7138" y="1143000"/>
          <a:ext cx="3222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9029" imgH="137160" progId="Equation.3">
                  <p:embed/>
                </p:oleObj>
              </mc:Choice>
              <mc:Fallback>
                <p:oleObj name="公式" r:id="rId3" imgW="99029" imgH="137160" progId="Equation.3">
                  <p:embed/>
                  <p:pic>
                    <p:nvPicPr>
                      <p:cNvPr id="374790" name="Object 2">
                        <a:extLst>
                          <a:ext uri="{FF2B5EF4-FFF2-40B4-BE49-F238E27FC236}">
                            <a16:creationId xmlns:a16="http://schemas.microsoft.com/office/drawing/2014/main" id="{A2BD5845-08EB-8AC8-045A-9D06ACBC5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1143000"/>
                        <a:ext cx="3222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91" name="Rectangle 7">
            <a:extLst>
              <a:ext uri="{FF2B5EF4-FFF2-40B4-BE49-F238E27FC236}">
                <a16:creationId xmlns:a16="http://schemas.microsoft.com/office/drawing/2014/main" id="{33709959-F711-6482-11B3-491BF839E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588" y="1143000"/>
            <a:ext cx="4722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，求板面上垂足</a:t>
            </a:r>
          </a:p>
        </p:txBody>
      </p:sp>
      <p:graphicFrame>
        <p:nvGraphicFramePr>
          <p:cNvPr id="374792" name="Object 3">
            <a:extLst>
              <a:ext uri="{FF2B5EF4-FFF2-40B4-BE49-F238E27FC236}">
                <a16:creationId xmlns:a16="http://schemas.microsoft.com/office/drawing/2014/main" id="{32C5FC59-3FA8-DF7C-6F62-93CB37180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4588" y="1143000"/>
          <a:ext cx="3508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4456" imgH="137160" progId="Equation.3">
                  <p:embed/>
                </p:oleObj>
              </mc:Choice>
              <mc:Fallback>
                <p:oleObj name="公式" r:id="rId5" imgW="114456" imgH="137160" progId="Equation.3">
                  <p:embed/>
                  <p:pic>
                    <p:nvPicPr>
                      <p:cNvPr id="374792" name="Object 3">
                        <a:extLst>
                          <a:ext uri="{FF2B5EF4-FFF2-40B4-BE49-F238E27FC236}">
                            <a16:creationId xmlns:a16="http://schemas.microsoft.com/office/drawing/2014/main" id="{32C5FC59-3FA8-DF7C-6F62-93CB371804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588" y="1143000"/>
                        <a:ext cx="3508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93" name="Rectangle 9">
            <a:extLst>
              <a:ext uri="{FF2B5EF4-FFF2-40B4-BE49-F238E27FC236}">
                <a16:creationId xmlns:a16="http://schemas.microsoft.com/office/drawing/2014/main" id="{7F05BB5A-7A24-479B-B58A-B80D7D111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676400"/>
            <a:ext cx="457200" cy="26670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76471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endParaRPr lang="zh-CN" altLang="en-US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92C33746-0D50-C82A-C280-B25341E3757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19600" y="3733800"/>
            <a:ext cx="609600" cy="381000"/>
            <a:chOff x="3024" y="3696"/>
            <a:chExt cx="432" cy="240"/>
          </a:xfrm>
        </p:grpSpPr>
        <p:sp>
          <p:nvSpPr>
            <p:cNvPr id="21547" name="Line 11">
              <a:extLst>
                <a:ext uri="{FF2B5EF4-FFF2-40B4-BE49-F238E27FC236}">
                  <a16:creationId xmlns:a16="http://schemas.microsoft.com/office/drawing/2014/main" id="{AB66C032-47B8-7E19-0CA2-3FDF5C04C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96"/>
              <a:ext cx="336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8" name="Line 12">
              <a:extLst>
                <a:ext uri="{FF2B5EF4-FFF2-40B4-BE49-F238E27FC236}">
                  <a16:creationId xmlns:a16="http://schemas.microsoft.com/office/drawing/2014/main" id="{F2C406BC-65C7-2F5C-660E-5D5A5ECE2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696"/>
              <a:ext cx="0" cy="14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9" name="Line 13">
              <a:extLst>
                <a:ext uri="{FF2B5EF4-FFF2-40B4-BE49-F238E27FC236}">
                  <a16:creationId xmlns:a16="http://schemas.microsoft.com/office/drawing/2014/main" id="{02812C1C-9E31-8C94-328F-F8BB5D635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840"/>
              <a:ext cx="240" cy="0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0" name="Line 14">
              <a:extLst>
                <a:ext uri="{FF2B5EF4-FFF2-40B4-BE49-F238E27FC236}">
                  <a16:creationId xmlns:a16="http://schemas.microsoft.com/office/drawing/2014/main" id="{BA624BDE-E911-7F5A-507A-1842A92A4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936"/>
              <a:ext cx="144" cy="0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74799" name="Rectangle 15">
            <a:extLst>
              <a:ext uri="{FF2B5EF4-FFF2-40B4-BE49-F238E27FC236}">
                <a16:creationId xmlns:a16="http://schemas.microsoft.com/office/drawing/2014/main" id="{23F70CC9-453D-48E0-E8DE-B487AC210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0"/>
            <a:ext cx="1981200" cy="15240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74800" name="Line 16">
            <a:extLst>
              <a:ext uri="{FF2B5EF4-FFF2-40B4-BE49-F238E27FC236}">
                <a16:creationId xmlns:a16="http://schemas.microsoft.com/office/drawing/2014/main" id="{13094440-949F-E615-4AAA-0C2323134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2438400"/>
            <a:ext cx="0" cy="685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74801" name="Line 17">
            <a:extLst>
              <a:ext uri="{FF2B5EF4-FFF2-40B4-BE49-F238E27FC236}">
                <a16:creationId xmlns:a16="http://schemas.microsoft.com/office/drawing/2014/main" id="{7D983A22-9475-A221-AED7-89EFEE350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590800"/>
            <a:ext cx="7620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74802" name="Rectangle 18">
            <a:extLst>
              <a:ext uri="{FF2B5EF4-FFF2-40B4-BE49-F238E27FC236}">
                <a16:creationId xmlns:a16="http://schemas.microsoft.com/office/drawing/2014/main" id="{BBD839CE-86BA-4692-F41F-93584F16E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057400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</a:p>
        </p:txBody>
      </p:sp>
      <p:graphicFrame>
        <p:nvGraphicFramePr>
          <p:cNvPr id="374803" name="Object 4">
            <a:extLst>
              <a:ext uri="{FF2B5EF4-FFF2-40B4-BE49-F238E27FC236}">
                <a16:creationId xmlns:a16="http://schemas.microsoft.com/office/drawing/2014/main" id="{0503557B-68D6-D48B-269E-1086A263F1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7513" y="3048000"/>
          <a:ext cx="2936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4456" imgH="137160" progId="Equation.3">
                  <p:embed/>
                </p:oleObj>
              </mc:Choice>
              <mc:Fallback>
                <p:oleObj name="公式" r:id="rId5" imgW="114456" imgH="137160" progId="Equation.3">
                  <p:embed/>
                  <p:pic>
                    <p:nvPicPr>
                      <p:cNvPr id="374803" name="Object 4">
                        <a:extLst>
                          <a:ext uri="{FF2B5EF4-FFF2-40B4-BE49-F238E27FC236}">
                            <a16:creationId xmlns:a16="http://schemas.microsoft.com/office/drawing/2014/main" id="{0503557B-68D6-D48B-269E-1086A263F1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513" y="3048000"/>
                        <a:ext cx="2936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04" name="Line 20">
            <a:extLst>
              <a:ext uri="{FF2B5EF4-FFF2-40B4-BE49-F238E27FC236}">
                <a16:creationId xmlns:a16="http://schemas.microsoft.com/office/drawing/2014/main" id="{1AEB9C02-FE7F-F98A-CB2D-7304091FF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048000"/>
            <a:ext cx="762000" cy="0"/>
          </a:xfrm>
          <a:prstGeom prst="line">
            <a:avLst/>
          </a:prstGeom>
          <a:noFill/>
          <a:ln w="222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374805" name="Object 5">
            <a:extLst>
              <a:ext uri="{FF2B5EF4-FFF2-40B4-BE49-F238E27FC236}">
                <a16:creationId xmlns:a16="http://schemas.microsoft.com/office/drawing/2014/main" id="{E51BE0F2-1FAA-3941-5F72-D8A0871468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2514600"/>
          <a:ext cx="3222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9029" imgH="137160" progId="Equation.3">
                  <p:embed/>
                </p:oleObj>
              </mc:Choice>
              <mc:Fallback>
                <p:oleObj name="公式" r:id="rId3" imgW="99029" imgH="137160" progId="Equation.3">
                  <p:embed/>
                  <p:pic>
                    <p:nvPicPr>
                      <p:cNvPr id="374805" name="Object 5">
                        <a:extLst>
                          <a:ext uri="{FF2B5EF4-FFF2-40B4-BE49-F238E27FC236}">
                            <a16:creationId xmlns:a16="http://schemas.microsoft.com/office/drawing/2014/main" id="{E51BE0F2-1FAA-3941-5F72-D8A0871468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514600"/>
                        <a:ext cx="3222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06" name="Text Box 22">
            <a:extLst>
              <a:ext uri="{FF2B5EF4-FFF2-40B4-BE49-F238E27FC236}">
                <a16:creationId xmlns:a16="http://schemas.microsoft.com/office/drawing/2014/main" id="{4DC51091-1C9A-1A04-CE62-3D80C316C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002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解： </a:t>
            </a:r>
          </a:p>
        </p:txBody>
      </p:sp>
      <p:sp>
        <p:nvSpPr>
          <p:cNvPr id="374807" name="Line 23">
            <a:extLst>
              <a:ext uri="{FF2B5EF4-FFF2-40B4-BE49-F238E27FC236}">
                <a16:creationId xmlns:a16="http://schemas.microsoft.com/office/drawing/2014/main" id="{16AADC4D-5741-30CF-FCB8-CC58B4236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048000"/>
            <a:ext cx="6096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74808" name="Object 6">
            <a:extLst>
              <a:ext uri="{FF2B5EF4-FFF2-40B4-BE49-F238E27FC236}">
                <a16:creationId xmlns:a16="http://schemas.microsoft.com/office/drawing/2014/main" id="{8323DD1F-71F3-5550-C1BF-9CC110803F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8200" y="2590800"/>
          <a:ext cx="2921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1564" imgH="99254" progId="Equation.3">
                  <p:embed/>
                </p:oleObj>
              </mc:Choice>
              <mc:Fallback>
                <p:oleObj name="公式" r:id="rId9" imgW="91564" imgH="99254" progId="Equation.3">
                  <p:embed/>
                  <p:pic>
                    <p:nvPicPr>
                      <p:cNvPr id="374808" name="Object 6">
                        <a:extLst>
                          <a:ext uri="{FF2B5EF4-FFF2-40B4-BE49-F238E27FC236}">
                            <a16:creationId xmlns:a16="http://schemas.microsoft.com/office/drawing/2014/main" id="{8323DD1F-71F3-5550-C1BF-9CC110803F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2590800"/>
                        <a:ext cx="2921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09" name="Object 7">
            <a:extLst>
              <a:ext uri="{FF2B5EF4-FFF2-40B4-BE49-F238E27FC236}">
                <a16:creationId xmlns:a16="http://schemas.microsoft.com/office/drawing/2014/main" id="{0E6D94EE-657F-B27B-EE49-B10486398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676400"/>
          <a:ext cx="3508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4456" imgH="137160" progId="Equation.3">
                  <p:embed/>
                </p:oleObj>
              </mc:Choice>
              <mc:Fallback>
                <p:oleObj name="公式" r:id="rId11" imgW="114456" imgH="137160" progId="Equation.3">
                  <p:embed/>
                  <p:pic>
                    <p:nvPicPr>
                      <p:cNvPr id="374809" name="Object 7">
                        <a:extLst>
                          <a:ext uri="{FF2B5EF4-FFF2-40B4-BE49-F238E27FC236}">
                            <a16:creationId xmlns:a16="http://schemas.microsoft.com/office/drawing/2014/main" id="{0E6D94EE-657F-B27B-EE49-B10486398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76400"/>
                        <a:ext cx="350838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0" name="Rectangle 26">
            <a:extLst>
              <a:ext uri="{FF2B5EF4-FFF2-40B4-BE49-F238E27FC236}">
                <a16:creationId xmlns:a16="http://schemas.microsoft.com/office/drawing/2014/main" id="{0311D466-169A-370E-74A0-05D9501DD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600200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点处的面密度</a:t>
            </a:r>
          </a:p>
        </p:txBody>
      </p:sp>
      <p:graphicFrame>
        <p:nvGraphicFramePr>
          <p:cNvPr id="374811" name="Object 8">
            <a:extLst>
              <a:ext uri="{FF2B5EF4-FFF2-40B4-BE49-F238E27FC236}">
                <a16:creationId xmlns:a16="http://schemas.microsoft.com/office/drawing/2014/main" id="{207AA2C4-44A8-A5AB-E7B9-1A1D74FA9A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1600200"/>
          <a:ext cx="4984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75167" imgH="190528" progId="Equation.3">
                  <p:embed/>
                </p:oleObj>
              </mc:Choice>
              <mc:Fallback>
                <p:oleObj name="公式" r:id="rId13" imgW="175167" imgH="190528" progId="Equation.3">
                  <p:embed/>
                  <p:pic>
                    <p:nvPicPr>
                      <p:cNvPr id="374811" name="Object 8">
                        <a:extLst>
                          <a:ext uri="{FF2B5EF4-FFF2-40B4-BE49-F238E27FC236}">
                            <a16:creationId xmlns:a16="http://schemas.microsoft.com/office/drawing/2014/main" id="{207AA2C4-44A8-A5AB-E7B9-1A1D74FA9A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00200"/>
                        <a:ext cx="4984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2" name="Oval 28">
            <a:extLst>
              <a:ext uri="{FF2B5EF4-FFF2-40B4-BE49-F238E27FC236}">
                <a16:creationId xmlns:a16="http://schemas.microsoft.com/office/drawing/2014/main" id="{833418F0-D45C-D9B7-D8F2-E5E9914B0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971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74813" name="Object 9">
            <a:extLst>
              <a:ext uri="{FF2B5EF4-FFF2-40B4-BE49-F238E27FC236}">
                <a16:creationId xmlns:a16="http://schemas.microsoft.com/office/drawing/2014/main" id="{D3649005-C26B-FCDB-E140-31ACB9D446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124200"/>
          <a:ext cx="5143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2276" imgH="137160" progId="Equation.3">
                  <p:embed/>
                </p:oleObj>
              </mc:Choice>
              <mc:Fallback>
                <p:oleObj name="公式" r:id="rId15" imgW="152276" imgH="137160" progId="Equation.3">
                  <p:embed/>
                  <p:pic>
                    <p:nvPicPr>
                      <p:cNvPr id="374813" name="Object 9">
                        <a:extLst>
                          <a:ext uri="{FF2B5EF4-FFF2-40B4-BE49-F238E27FC236}">
                            <a16:creationId xmlns:a16="http://schemas.microsoft.com/office/drawing/2014/main" id="{D3649005-C26B-FCDB-E140-31ACB9D44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24200"/>
                        <a:ext cx="5143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14" name="Object 10">
            <a:extLst>
              <a:ext uri="{FF2B5EF4-FFF2-40B4-BE49-F238E27FC236}">
                <a16:creationId xmlns:a16="http://schemas.microsoft.com/office/drawing/2014/main" id="{895F575B-48A0-C532-FEC2-DD738D5EA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8" y="2133600"/>
          <a:ext cx="6096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2276" imgH="137160" progId="Equation.3">
                  <p:embed/>
                </p:oleObj>
              </mc:Choice>
              <mc:Fallback>
                <p:oleObj name="公式" r:id="rId15" imgW="152276" imgH="137160" progId="Equation.3">
                  <p:embed/>
                  <p:pic>
                    <p:nvPicPr>
                      <p:cNvPr id="374814" name="Object 10">
                        <a:extLst>
                          <a:ext uri="{FF2B5EF4-FFF2-40B4-BE49-F238E27FC236}">
                            <a16:creationId xmlns:a16="http://schemas.microsoft.com/office/drawing/2014/main" id="{895F575B-48A0-C532-FEC2-DD738D5EA5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2133600"/>
                        <a:ext cx="6096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5" name="Rectangle 31">
            <a:extLst>
              <a:ext uri="{FF2B5EF4-FFF2-40B4-BE49-F238E27FC236}">
                <a16:creationId xmlns:a16="http://schemas.microsoft.com/office/drawing/2014/main" id="{D8BA7CE9-1E19-AE3D-649D-7C8771CA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574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点处的电场强度</a:t>
            </a:r>
          </a:p>
        </p:txBody>
      </p:sp>
      <p:graphicFrame>
        <p:nvGraphicFramePr>
          <p:cNvPr id="374816" name="Object 11">
            <a:extLst>
              <a:ext uri="{FF2B5EF4-FFF2-40B4-BE49-F238E27FC236}">
                <a16:creationId xmlns:a16="http://schemas.microsoft.com/office/drawing/2014/main" id="{26CE9C9A-9473-CB4F-4B11-4C5D8B9EC5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438" y="2544763"/>
          <a:ext cx="14859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324" imgH="190528" progId="Equation.3">
                  <p:embed/>
                </p:oleObj>
              </mc:Choice>
              <mc:Fallback>
                <p:oleObj name="Equation" r:id="rId18" imgW="457324" imgH="190528" progId="Equation.3">
                  <p:embed/>
                  <p:pic>
                    <p:nvPicPr>
                      <p:cNvPr id="374816" name="Object 11">
                        <a:extLst>
                          <a:ext uri="{FF2B5EF4-FFF2-40B4-BE49-F238E27FC236}">
                            <a16:creationId xmlns:a16="http://schemas.microsoft.com/office/drawing/2014/main" id="{26CE9C9A-9473-CB4F-4B11-4C5D8B9EC5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8" y="2544763"/>
                        <a:ext cx="14859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17" name="Object 12">
            <a:extLst>
              <a:ext uri="{FF2B5EF4-FFF2-40B4-BE49-F238E27FC236}">
                <a16:creationId xmlns:a16="http://schemas.microsoft.com/office/drawing/2014/main" id="{9577F68D-CAD7-98F8-E988-2D0AB49966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788" y="3581400"/>
          <a:ext cx="2743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76331" imgH="190528" progId="Equation.3">
                  <p:embed/>
                </p:oleObj>
              </mc:Choice>
              <mc:Fallback>
                <p:oleObj name="公式" r:id="rId20" imgW="876331" imgH="190528" progId="Equation.3">
                  <p:embed/>
                  <p:pic>
                    <p:nvPicPr>
                      <p:cNvPr id="374817" name="Object 12">
                        <a:extLst>
                          <a:ext uri="{FF2B5EF4-FFF2-40B4-BE49-F238E27FC236}">
                            <a16:creationId xmlns:a16="http://schemas.microsoft.com/office/drawing/2014/main" id="{9577F68D-CAD7-98F8-E988-2D0AB49966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3581400"/>
                        <a:ext cx="2743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8" name="Rectangle 34">
            <a:extLst>
              <a:ext uri="{FF2B5EF4-FFF2-40B4-BE49-F238E27FC236}">
                <a16:creationId xmlns:a16="http://schemas.microsoft.com/office/drawing/2014/main" id="{BCCDC979-1005-A1B8-7D54-498B68863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31242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由电场叠加原理可知</a:t>
            </a:r>
          </a:p>
        </p:txBody>
      </p:sp>
      <p:graphicFrame>
        <p:nvGraphicFramePr>
          <p:cNvPr id="374819" name="Object 13">
            <a:extLst>
              <a:ext uri="{FF2B5EF4-FFF2-40B4-BE49-F238E27FC236}">
                <a16:creationId xmlns:a16="http://schemas.microsoft.com/office/drawing/2014/main" id="{83D9A165-6586-EF2F-9709-934BBE2263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8" y="4191000"/>
          <a:ext cx="2514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76331" imgH="396018" progId="Equation.3">
                  <p:embed/>
                </p:oleObj>
              </mc:Choice>
              <mc:Fallback>
                <p:oleObj name="公式" r:id="rId22" imgW="876331" imgH="396018" progId="Equation.3">
                  <p:embed/>
                  <p:pic>
                    <p:nvPicPr>
                      <p:cNvPr id="374819" name="Object 13">
                        <a:extLst>
                          <a:ext uri="{FF2B5EF4-FFF2-40B4-BE49-F238E27FC236}">
                            <a16:creationId xmlns:a16="http://schemas.microsoft.com/office/drawing/2014/main" id="{83D9A165-6586-EF2F-9709-934BBE2263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4191000"/>
                        <a:ext cx="2514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20" name="Object 14">
            <a:extLst>
              <a:ext uri="{FF2B5EF4-FFF2-40B4-BE49-F238E27FC236}">
                <a16:creationId xmlns:a16="http://schemas.microsoft.com/office/drawing/2014/main" id="{46648EBF-8298-CA65-741D-4EC988F71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8588" y="4191000"/>
          <a:ext cx="1371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57324" imgH="403999" progId="Equation.3">
                  <p:embed/>
                </p:oleObj>
              </mc:Choice>
              <mc:Fallback>
                <p:oleObj name="公式" r:id="rId24" imgW="457324" imgH="403999" progId="Equation.3">
                  <p:embed/>
                  <p:pic>
                    <p:nvPicPr>
                      <p:cNvPr id="374820" name="Object 14">
                        <a:extLst>
                          <a:ext uri="{FF2B5EF4-FFF2-40B4-BE49-F238E27FC236}">
                            <a16:creationId xmlns:a16="http://schemas.microsoft.com/office/drawing/2014/main" id="{46648EBF-8298-CA65-741D-4EC988F71C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4191000"/>
                        <a:ext cx="1371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21" name="Rectangle 37">
            <a:extLst>
              <a:ext uri="{FF2B5EF4-FFF2-40B4-BE49-F238E27FC236}">
                <a16:creationId xmlns:a16="http://schemas.microsoft.com/office/drawing/2014/main" id="{AB98BD0F-D0AC-DD27-2AE2-2EEE4B6C2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971800"/>
            <a:ext cx="304800" cy="15240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74822" name="Object 15">
            <a:extLst>
              <a:ext uri="{FF2B5EF4-FFF2-40B4-BE49-F238E27FC236}">
                <a16:creationId xmlns:a16="http://schemas.microsoft.com/office/drawing/2014/main" id="{128C0D84-B7AE-AC4A-AFED-5053A6126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2514600"/>
          <a:ext cx="762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43840" imgH="137160" progId="Equation.3">
                  <p:embed/>
                </p:oleObj>
              </mc:Choice>
              <mc:Fallback>
                <p:oleObj name="公式" r:id="rId26" imgW="243840" imgH="137160" progId="Equation.3">
                  <p:embed/>
                  <p:pic>
                    <p:nvPicPr>
                      <p:cNvPr id="374822" name="Object 15">
                        <a:extLst>
                          <a:ext uri="{FF2B5EF4-FFF2-40B4-BE49-F238E27FC236}">
                            <a16:creationId xmlns:a16="http://schemas.microsoft.com/office/drawing/2014/main" id="{128C0D84-B7AE-AC4A-AFED-5053A61266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514600"/>
                        <a:ext cx="7620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23" name="Object 16">
            <a:extLst>
              <a:ext uri="{FF2B5EF4-FFF2-40B4-BE49-F238E27FC236}">
                <a16:creationId xmlns:a16="http://schemas.microsoft.com/office/drawing/2014/main" id="{FCD592B6-DF00-310C-497E-01D13EAA5D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0188" y="4495800"/>
          <a:ext cx="723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05522" imgH="137160" progId="Equation.3">
                  <p:embed/>
                </p:oleObj>
              </mc:Choice>
              <mc:Fallback>
                <p:oleObj name="公式" r:id="rId28" imgW="205522" imgH="137160" progId="Equation.3">
                  <p:embed/>
                  <p:pic>
                    <p:nvPicPr>
                      <p:cNvPr id="374823" name="Object 16">
                        <a:extLst>
                          <a:ext uri="{FF2B5EF4-FFF2-40B4-BE49-F238E27FC236}">
                            <a16:creationId xmlns:a16="http://schemas.microsoft.com/office/drawing/2014/main" id="{FCD592B6-DF00-310C-497E-01D13EAA5D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88" y="4495800"/>
                        <a:ext cx="723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24" name="AutoShape 40">
            <a:extLst>
              <a:ext uri="{FF2B5EF4-FFF2-40B4-BE49-F238E27FC236}">
                <a16:creationId xmlns:a16="http://schemas.microsoft.com/office/drawing/2014/main" id="{88F19DB7-98E9-EE96-702D-F646ABEAA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45125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74825" name="AutoShape 41">
            <a:extLst>
              <a:ext uri="{FF2B5EF4-FFF2-40B4-BE49-F238E27FC236}">
                <a16:creationId xmlns:a16="http://schemas.microsoft.com/office/drawing/2014/main" id="{6966A7B0-F065-E96A-80A9-2F710EEC7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429000"/>
            <a:ext cx="1447800" cy="533400"/>
          </a:xfrm>
          <a:prstGeom prst="wedgeRectCallout">
            <a:avLst>
              <a:gd name="adj1" fmla="val -74560"/>
              <a:gd name="adj2" fmla="val -10922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2"/>
                </a:solidFill>
                <a:ea typeface="楷体_GB2312" pitchFamily="49" charset="-122"/>
              </a:rPr>
              <a:t>取电荷元</a:t>
            </a:r>
          </a:p>
        </p:txBody>
      </p:sp>
      <p:graphicFrame>
        <p:nvGraphicFramePr>
          <p:cNvPr id="374826" name="Object 17">
            <a:extLst>
              <a:ext uri="{FF2B5EF4-FFF2-40B4-BE49-F238E27FC236}">
                <a16:creationId xmlns:a16="http://schemas.microsoft.com/office/drawing/2014/main" id="{56C13018-23E4-BDA4-DA4E-1F3BA6DA73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516563"/>
          <a:ext cx="1981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738984" imgH="358112" progId="Equation.3">
                  <p:embed/>
                </p:oleObj>
              </mc:Choice>
              <mc:Fallback>
                <p:oleObj name="公式" r:id="rId30" imgW="738984" imgH="358112" progId="Equation.3">
                  <p:embed/>
                  <p:pic>
                    <p:nvPicPr>
                      <p:cNvPr id="374826" name="Object 17">
                        <a:extLst>
                          <a:ext uri="{FF2B5EF4-FFF2-40B4-BE49-F238E27FC236}">
                            <a16:creationId xmlns:a16="http://schemas.microsoft.com/office/drawing/2014/main" id="{56C13018-23E4-BDA4-DA4E-1F3BA6DA7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516563"/>
                        <a:ext cx="19812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3">
            <a:extLst>
              <a:ext uri="{FF2B5EF4-FFF2-40B4-BE49-F238E27FC236}">
                <a16:creationId xmlns:a16="http://schemas.microsoft.com/office/drawing/2014/main" id="{6CB8C90B-3F82-7DE7-21E3-19B34D9A5380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209800"/>
            <a:ext cx="1676400" cy="533400"/>
            <a:chOff x="1968" y="1392"/>
            <a:chExt cx="1056" cy="336"/>
          </a:xfrm>
        </p:grpSpPr>
        <p:sp>
          <p:nvSpPr>
            <p:cNvPr id="21545" name="AutoShape 44">
              <a:extLst>
                <a:ext uri="{FF2B5EF4-FFF2-40B4-BE49-F238E27FC236}">
                  <a16:creationId xmlns:a16="http://schemas.microsoft.com/office/drawing/2014/main" id="{1513EC84-5AF5-C4AD-CB2D-5FA99C56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392"/>
              <a:ext cx="1056" cy="336"/>
            </a:xfrm>
            <a:prstGeom prst="wedgeRoundRectCallout">
              <a:avLst>
                <a:gd name="adj1" fmla="val 66574"/>
                <a:gd name="adj2" fmla="val 95236"/>
                <a:gd name="adj3" fmla="val 16667"/>
              </a:avLst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chemeClr val="tx2"/>
                  </a:solidFill>
                  <a:ea typeface="楷体_GB2312" pitchFamily="49" charset="-122"/>
                </a:rPr>
                <a:t>靠近     点</a:t>
              </a:r>
            </a:p>
          </p:txBody>
        </p:sp>
        <p:graphicFrame>
          <p:nvGraphicFramePr>
            <p:cNvPr id="21546" name="Object 18">
              <a:extLst>
                <a:ext uri="{FF2B5EF4-FFF2-40B4-BE49-F238E27FC236}">
                  <a16:creationId xmlns:a16="http://schemas.microsoft.com/office/drawing/2014/main" id="{63A2C23C-0090-1EEA-A463-058490E59A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5" y="1392"/>
            <a:ext cx="19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14456" imgH="137160" progId="Equation.3">
                    <p:embed/>
                  </p:oleObj>
                </mc:Choice>
                <mc:Fallback>
                  <p:oleObj name="公式" r:id="rId11" imgW="114456" imgH="137160" progId="Equation.3">
                    <p:embed/>
                    <p:pic>
                      <p:nvPicPr>
                        <p:cNvPr id="21546" name="Object 18">
                          <a:extLst>
                            <a:ext uri="{FF2B5EF4-FFF2-40B4-BE49-F238E27FC236}">
                              <a16:creationId xmlns:a16="http://schemas.microsoft.com/office/drawing/2014/main" id="{63A2C23C-0090-1EEA-A463-058490E59A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5" y="1392"/>
                          <a:ext cx="194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4836" name="Rectangle 52">
            <a:extLst>
              <a:ext uri="{FF2B5EF4-FFF2-40B4-BE49-F238E27FC236}">
                <a16:creationId xmlns:a16="http://schemas.microsoft.com/office/drawing/2014/main" id="{8CB6C11B-9F4D-68E7-673F-37806B46B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1430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点处的感应电荷面密度？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4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4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4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4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4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37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7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4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7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4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7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7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74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7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7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37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74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37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7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37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7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37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37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37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37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37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37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37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6" grpId="0" build="p" autoUpdateAnimBg="0"/>
      <p:bldP spid="374787" grpId="0" build="p" autoUpdateAnimBg="0"/>
      <p:bldP spid="374788" grpId="0" build="p" autoUpdateAnimBg="0"/>
      <p:bldP spid="374789" grpId="0" build="p" autoUpdateAnimBg="0"/>
      <p:bldP spid="374791" grpId="0" build="p" autoUpdateAnimBg="0"/>
      <p:bldP spid="374793" grpId="0" animBg="1"/>
      <p:bldP spid="374799" grpId="0" animBg="1"/>
      <p:bldP spid="374802" grpId="0" build="p" autoUpdateAnimBg="0"/>
      <p:bldP spid="374806" grpId="0" build="p" autoUpdateAnimBg="0"/>
      <p:bldP spid="374810" grpId="0" build="p" autoUpdateAnimBg="0"/>
      <p:bldP spid="374812" grpId="0" animBg="1"/>
      <p:bldP spid="374815" grpId="0" build="p" autoUpdateAnimBg="0" advAuto="0"/>
      <p:bldP spid="374818" grpId="0" build="p" autoUpdateAnimBg="0"/>
      <p:bldP spid="374821" grpId="0" animBg="1"/>
      <p:bldP spid="374824" grpId="0" animBg="1"/>
      <p:bldP spid="374825" grpId="0" animBg="1" autoUpdateAnimBg="0"/>
      <p:bldP spid="374836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Text Box 2">
            <a:extLst>
              <a:ext uri="{FF2B5EF4-FFF2-40B4-BE49-F238E27FC236}">
                <a16:creationId xmlns:a16="http://schemas.microsoft.com/office/drawing/2014/main" id="{5E19E0B9-5EE2-EF15-E25A-9685A90D2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42888"/>
            <a:ext cx="7491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已知导体球壳</a:t>
            </a:r>
            <a:r>
              <a:rPr lang="en-US" altLang="zh-CN" b="1" i="1">
                <a:solidFill>
                  <a:srgbClr val="66FFFF"/>
                </a:solidFill>
              </a:rPr>
              <a:t>A</a:t>
            </a:r>
            <a:r>
              <a:rPr lang="zh-CN" altLang="en-US" b="1">
                <a:solidFill>
                  <a:schemeClr val="bg1"/>
                </a:solidFill>
              </a:rPr>
              <a:t>带电量为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，导体球</a:t>
            </a:r>
            <a:r>
              <a:rPr lang="en-US" altLang="zh-CN" b="1" i="1">
                <a:solidFill>
                  <a:srgbClr val="66FFFF"/>
                </a:solidFill>
              </a:rPr>
              <a:t>B</a:t>
            </a:r>
            <a:r>
              <a:rPr lang="zh-CN" altLang="en-US" b="1">
                <a:solidFill>
                  <a:schemeClr val="bg1"/>
                </a:solidFill>
              </a:rPr>
              <a:t>带电量为</a:t>
            </a:r>
            <a:r>
              <a:rPr lang="en-US" altLang="zh-CN" b="1" i="1">
                <a:solidFill>
                  <a:srgbClr val="66FFFF"/>
                </a:solidFill>
              </a:rPr>
              <a:t>q </a:t>
            </a:r>
            <a:r>
              <a:rPr lang="en-US" altLang="zh-CN" sz="2800" b="1" i="1">
                <a:solidFill>
                  <a:srgbClr val="66FFFF"/>
                </a:solidFill>
              </a:rPr>
              <a:t>  </a:t>
            </a:r>
            <a:r>
              <a:rPr lang="en-US" altLang="zh-CN" sz="2800" b="1">
                <a:solidFill>
                  <a:srgbClr val="66FFFF"/>
                </a:solidFill>
              </a:rPr>
              <a:t>        </a:t>
            </a:r>
            <a:endParaRPr lang="en-US" altLang="zh-CN" sz="2800" b="1">
              <a:solidFill>
                <a:srgbClr val="FFFF00"/>
              </a:solidFill>
            </a:endParaRPr>
          </a:p>
        </p:txBody>
      </p:sp>
      <p:sp>
        <p:nvSpPr>
          <p:cNvPr id="331779" name="Text Box 3">
            <a:extLst>
              <a:ext uri="{FF2B5EF4-FFF2-40B4-BE49-F238E27FC236}">
                <a16:creationId xmlns:a16="http://schemas.microsoft.com/office/drawing/2014/main" id="{7EAE62A4-42F1-E563-51A0-C0148F053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27075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(1) </a:t>
            </a:r>
            <a:r>
              <a:rPr lang="zh-CN" altLang="en-US" b="1">
                <a:solidFill>
                  <a:schemeClr val="bg1"/>
                </a:solidFill>
              </a:rPr>
              <a:t>将</a:t>
            </a:r>
            <a:r>
              <a:rPr lang="en-US" altLang="zh-CN" b="1" i="1">
                <a:solidFill>
                  <a:srgbClr val="66FFFF"/>
                </a:solidFill>
              </a:rPr>
              <a:t>A</a:t>
            </a:r>
            <a:r>
              <a:rPr lang="zh-CN" altLang="en-US" b="1">
                <a:solidFill>
                  <a:schemeClr val="bg1"/>
                </a:solidFill>
              </a:rPr>
              <a:t>接地后再断开，电荷和电势的分布；</a:t>
            </a:r>
          </a:p>
        </p:txBody>
      </p:sp>
      <p:sp>
        <p:nvSpPr>
          <p:cNvPr id="331780" name="Text Box 4">
            <a:extLst>
              <a:ext uri="{FF2B5EF4-FFF2-40B4-BE49-F238E27FC236}">
                <a16:creationId xmlns:a16="http://schemas.microsoft.com/office/drawing/2014/main" id="{0A1119BA-8B7A-C707-491E-91F7A2B31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6700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8126448F-2EBF-54B5-9BD6-60B67E9A166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3495675"/>
            <a:ext cx="381000" cy="533400"/>
            <a:chOff x="4213" y="2016"/>
            <a:chExt cx="240" cy="336"/>
          </a:xfrm>
        </p:grpSpPr>
        <p:sp>
          <p:nvSpPr>
            <p:cNvPr id="7217" name="Line 6">
              <a:extLst>
                <a:ext uri="{FF2B5EF4-FFF2-40B4-BE49-F238E27FC236}">
                  <a16:creationId xmlns:a16="http://schemas.microsoft.com/office/drawing/2014/main" id="{2BE01633-8CBA-F659-6C61-B53EB9B48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2016"/>
              <a:ext cx="0" cy="20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8" name="Line 7">
              <a:extLst>
                <a:ext uri="{FF2B5EF4-FFF2-40B4-BE49-F238E27FC236}">
                  <a16:creationId xmlns:a16="http://schemas.microsoft.com/office/drawing/2014/main" id="{2C9BF085-7D14-2900-2DA4-646C8F567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3" y="2251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9" name="Line 8">
              <a:extLst>
                <a:ext uri="{FF2B5EF4-FFF2-40B4-BE49-F238E27FC236}">
                  <a16:creationId xmlns:a16="http://schemas.microsoft.com/office/drawing/2014/main" id="{7C4A399B-0B8A-DBB3-891E-9F590BA4A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07"/>
              <a:ext cx="133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0" name="Line 9">
              <a:extLst>
                <a:ext uri="{FF2B5EF4-FFF2-40B4-BE49-F238E27FC236}">
                  <a16:creationId xmlns:a16="http://schemas.microsoft.com/office/drawing/2014/main" id="{B292AA30-D9A1-D22D-74DC-F4E034CCC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7" y="2352"/>
              <a:ext cx="8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31786" name="Object 10">
            <a:extLst>
              <a:ext uri="{FF2B5EF4-FFF2-40B4-BE49-F238E27FC236}">
                <a16:creationId xmlns:a16="http://schemas.microsoft.com/office/drawing/2014/main" id="{47D01A2A-37A6-3116-2B45-65988DF52318}"/>
              </a:ext>
            </a:extLst>
          </p:cNvPr>
          <p:cNvGraphicFramePr>
            <a:graphicFrameLocks/>
          </p:cNvGraphicFramePr>
          <p:nvPr/>
        </p:nvGraphicFramePr>
        <p:xfrm>
          <a:off x="1131888" y="2659063"/>
          <a:ext cx="2654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90676" imgH="860866" progId="Equation.3">
                  <p:embed/>
                </p:oleObj>
              </mc:Choice>
              <mc:Fallback>
                <p:oleObj name="公式" r:id="rId2" imgW="2590676" imgH="860866" progId="Equation.3">
                  <p:embed/>
                  <p:pic>
                    <p:nvPicPr>
                      <p:cNvPr id="331786" name="Object 10">
                        <a:extLst>
                          <a:ext uri="{FF2B5EF4-FFF2-40B4-BE49-F238E27FC236}">
                            <a16:creationId xmlns:a16="http://schemas.microsoft.com/office/drawing/2014/main" id="{47D01A2A-37A6-3116-2B45-65988DF523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2659063"/>
                        <a:ext cx="2654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7" name="Object 11">
            <a:extLst>
              <a:ext uri="{FF2B5EF4-FFF2-40B4-BE49-F238E27FC236}">
                <a16:creationId xmlns:a16="http://schemas.microsoft.com/office/drawing/2014/main" id="{F6D8C8DA-68B7-0E12-888D-3DA530BF97BB}"/>
              </a:ext>
            </a:extLst>
          </p:cNvPr>
          <p:cNvGraphicFramePr>
            <a:graphicFrameLocks/>
          </p:cNvGraphicFramePr>
          <p:nvPr/>
        </p:nvGraphicFramePr>
        <p:xfrm>
          <a:off x="5657850" y="2860675"/>
          <a:ext cx="3667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5049" imgH="343149" progId="Equation.3">
                  <p:embed/>
                </p:oleObj>
              </mc:Choice>
              <mc:Fallback>
                <p:oleObj name="Equation" r:id="rId4" imgW="305049" imgH="343149" progId="Equation.3">
                  <p:embed/>
                  <p:pic>
                    <p:nvPicPr>
                      <p:cNvPr id="331787" name="Object 11">
                        <a:extLst>
                          <a:ext uri="{FF2B5EF4-FFF2-40B4-BE49-F238E27FC236}">
                            <a16:creationId xmlns:a16="http://schemas.microsoft.com/office/drawing/2014/main" id="{F6D8C8DA-68B7-0E12-888D-3DA530BF97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2860675"/>
                        <a:ext cx="3667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8" name="Object 12">
            <a:extLst>
              <a:ext uri="{FF2B5EF4-FFF2-40B4-BE49-F238E27FC236}">
                <a16:creationId xmlns:a16="http://schemas.microsoft.com/office/drawing/2014/main" id="{1AC76637-4569-0857-832F-9F531762EC42}"/>
              </a:ext>
            </a:extLst>
          </p:cNvPr>
          <p:cNvGraphicFramePr>
            <a:graphicFrameLocks/>
          </p:cNvGraphicFramePr>
          <p:nvPr/>
        </p:nvGraphicFramePr>
        <p:xfrm>
          <a:off x="4330700" y="2878138"/>
          <a:ext cx="88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0549" imgH="343149" progId="Equation.3">
                  <p:embed/>
                </p:oleObj>
              </mc:Choice>
              <mc:Fallback>
                <p:oleObj name="Equation" r:id="rId6" imgW="830549" imgH="343149" progId="Equation.3">
                  <p:embed/>
                  <p:pic>
                    <p:nvPicPr>
                      <p:cNvPr id="331788" name="Object 12">
                        <a:extLst>
                          <a:ext uri="{FF2B5EF4-FFF2-40B4-BE49-F238E27FC236}">
                            <a16:creationId xmlns:a16="http://schemas.microsoft.com/office/drawing/2014/main" id="{1AC76637-4569-0857-832F-9F531762EC4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2878138"/>
                        <a:ext cx="889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9" name="Rectangle 13">
            <a:extLst>
              <a:ext uri="{FF2B5EF4-FFF2-40B4-BE49-F238E27FC236}">
                <a16:creationId xmlns:a16="http://schemas.microsoft.com/office/drawing/2014/main" id="{74D428DE-8E72-3265-70B5-2708D444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938" y="3500438"/>
            <a:ext cx="457200" cy="6858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1790" name="Text Box 14">
            <a:extLst>
              <a:ext uri="{FF2B5EF4-FFF2-40B4-BE49-F238E27FC236}">
                <a16:creationId xmlns:a16="http://schemas.microsoft.com/office/drawing/2014/main" id="{4BE3E36E-2447-38C1-BDD5-920074619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763" y="3702050"/>
            <a:ext cx="2076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66FFFF"/>
                </a:solidFill>
              </a:rPr>
              <a:t>A</a:t>
            </a:r>
            <a:r>
              <a:rPr lang="zh-CN" altLang="en-US" b="1">
                <a:solidFill>
                  <a:schemeClr val="bg1"/>
                </a:solidFill>
              </a:rPr>
              <a:t>与地断开后</a:t>
            </a:r>
            <a:r>
              <a:rPr lang="en-US" altLang="zh-CN" b="1">
                <a:solidFill>
                  <a:schemeClr val="bg1"/>
                </a:solidFill>
              </a:rPr>
              <a:t>,</a:t>
            </a:r>
            <a:r>
              <a:rPr lang="en-US" altLang="zh-CN" sz="2800" b="1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331791" name="Object 15">
            <a:extLst>
              <a:ext uri="{FF2B5EF4-FFF2-40B4-BE49-F238E27FC236}">
                <a16:creationId xmlns:a16="http://schemas.microsoft.com/office/drawing/2014/main" id="{B9B1BF06-0FE3-2AE0-81BF-E9BEEC5C3617}"/>
              </a:ext>
            </a:extLst>
          </p:cNvPr>
          <p:cNvGraphicFramePr>
            <a:graphicFrameLocks/>
          </p:cNvGraphicFramePr>
          <p:nvPr/>
        </p:nvGraphicFramePr>
        <p:xfrm>
          <a:off x="1187450" y="4449763"/>
          <a:ext cx="11953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5598" imgH="365594" progId="Equation.3">
                  <p:embed/>
                </p:oleObj>
              </mc:Choice>
              <mc:Fallback>
                <p:oleObj name="Equation" r:id="rId8" imgW="1135598" imgH="365594" progId="Equation.3">
                  <p:embed/>
                  <p:pic>
                    <p:nvPicPr>
                      <p:cNvPr id="331791" name="Object 15">
                        <a:extLst>
                          <a:ext uri="{FF2B5EF4-FFF2-40B4-BE49-F238E27FC236}">
                            <a16:creationId xmlns:a16="http://schemas.microsoft.com/office/drawing/2014/main" id="{B9B1BF06-0FE3-2AE0-81BF-E9BEEC5C36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449763"/>
                        <a:ext cx="11953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92" name="Object 16">
            <a:extLst>
              <a:ext uri="{FF2B5EF4-FFF2-40B4-BE49-F238E27FC236}">
                <a16:creationId xmlns:a16="http://schemas.microsoft.com/office/drawing/2014/main" id="{551157DD-77EE-F415-30C6-7A5ED35E1619}"/>
              </a:ext>
            </a:extLst>
          </p:cNvPr>
          <p:cNvGraphicFramePr>
            <a:graphicFrameLocks/>
          </p:cNvGraphicFramePr>
          <p:nvPr/>
        </p:nvGraphicFramePr>
        <p:xfrm>
          <a:off x="2771775" y="4221163"/>
          <a:ext cx="302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64398" imgH="860866" progId="Equation.3">
                  <p:embed/>
                </p:oleObj>
              </mc:Choice>
              <mc:Fallback>
                <p:oleObj name="Equation" r:id="rId10" imgW="2964398" imgH="860866" progId="Equation.3">
                  <p:embed/>
                  <p:pic>
                    <p:nvPicPr>
                      <p:cNvPr id="331792" name="Object 16">
                        <a:extLst>
                          <a:ext uri="{FF2B5EF4-FFF2-40B4-BE49-F238E27FC236}">
                            <a16:creationId xmlns:a16="http://schemas.microsoft.com/office/drawing/2014/main" id="{551157DD-77EE-F415-30C6-7A5ED35E16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221163"/>
                        <a:ext cx="3022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7">
            <a:extLst>
              <a:ext uri="{FF2B5EF4-FFF2-40B4-BE49-F238E27FC236}">
                <a16:creationId xmlns:a16="http://schemas.microsoft.com/office/drawing/2014/main" id="{A5260FCF-2B55-173B-22FA-5EF194C675CE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981075"/>
            <a:ext cx="2757488" cy="2514600"/>
            <a:chOff x="3744" y="1104"/>
            <a:chExt cx="1737" cy="1584"/>
          </a:xfrm>
        </p:grpSpPr>
        <p:grpSp>
          <p:nvGrpSpPr>
            <p:cNvPr id="7205" name="Group 18">
              <a:extLst>
                <a:ext uri="{FF2B5EF4-FFF2-40B4-BE49-F238E27FC236}">
                  <a16:creationId xmlns:a16="http://schemas.microsoft.com/office/drawing/2014/main" id="{A0273E67-7F1C-EAE4-3C01-7A97B69C65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104"/>
              <a:ext cx="1737" cy="1584"/>
              <a:chOff x="3744" y="1104"/>
              <a:chExt cx="1737" cy="1584"/>
            </a:xfrm>
          </p:grpSpPr>
          <p:sp>
            <p:nvSpPr>
              <p:cNvPr id="7207" name="Oval 19" descr="浅色上对角线">
                <a:extLst>
                  <a:ext uri="{FF2B5EF4-FFF2-40B4-BE49-F238E27FC236}">
                    <a16:creationId xmlns:a16="http://schemas.microsoft.com/office/drawing/2014/main" id="{086256C5-8F07-2D8E-2022-5433FCEB9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104"/>
                <a:ext cx="1584" cy="1584"/>
              </a:xfrm>
              <a:prstGeom prst="ellipse">
                <a:avLst/>
              </a:prstGeom>
              <a:blipFill dpi="0" rotWithShape="0">
                <a:blip r:embed="rId12"/>
                <a:srcRect/>
                <a:tile tx="0" ty="0" sx="100000" sy="100000" flip="none" algn="tl"/>
              </a:blip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08" name="Oval 20">
                <a:extLst>
                  <a:ext uri="{FF2B5EF4-FFF2-40B4-BE49-F238E27FC236}">
                    <a16:creationId xmlns:a16="http://schemas.microsoft.com/office/drawing/2014/main" id="{CCDA70B4-4386-A0E0-ACC2-AFA0EE10E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1393"/>
                <a:ext cx="1008" cy="1007"/>
              </a:xfrm>
              <a:prstGeom prst="ellipse">
                <a:avLst/>
              </a:prstGeom>
              <a:solidFill>
                <a:srgbClr val="006699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00"/>
                  </a:solidFill>
                </a:endParaRPr>
              </a:p>
            </p:txBody>
          </p:sp>
          <p:sp>
            <p:nvSpPr>
              <p:cNvPr id="7209" name="Oval 21">
                <a:extLst>
                  <a:ext uri="{FF2B5EF4-FFF2-40B4-BE49-F238E27FC236}">
                    <a16:creationId xmlns:a16="http://schemas.microsoft.com/office/drawing/2014/main" id="{2F7E3606-71D0-AA15-D258-E67DEE952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1" y="1680"/>
                <a:ext cx="432" cy="432"/>
              </a:xfrm>
              <a:prstGeom prst="ellipse">
                <a:avLst/>
              </a:prstGeom>
              <a:gradFill rotWithShape="0">
                <a:gsLst>
                  <a:gs pos="0">
                    <a:srgbClr val="FF99FF"/>
                  </a:gs>
                  <a:gs pos="100000">
                    <a:srgbClr val="D60093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10" name="Text Box 22">
                <a:extLst>
                  <a:ext uri="{FF2B5EF4-FFF2-40B4-BE49-F238E27FC236}">
                    <a16:creationId xmlns:a16="http://schemas.microsoft.com/office/drawing/2014/main" id="{EB950A13-62F9-DA3A-895E-54BBDA89D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9" y="144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7211" name="Line 23">
                <a:extLst>
                  <a:ext uri="{FF2B5EF4-FFF2-40B4-BE49-F238E27FC236}">
                    <a16:creationId xmlns:a16="http://schemas.microsoft.com/office/drawing/2014/main" id="{8693C38A-10DC-C461-CA79-1E9B84762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49" y="1713"/>
                <a:ext cx="144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2" name="Line 24">
                <a:extLst>
                  <a:ext uri="{FF2B5EF4-FFF2-40B4-BE49-F238E27FC236}">
                    <a16:creationId xmlns:a16="http://schemas.microsoft.com/office/drawing/2014/main" id="{5D33411C-EF65-AD56-9EF5-7850AF1A7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9" y="1909"/>
                <a:ext cx="672" cy="43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3" name="Text Box 25">
                <a:extLst>
                  <a:ext uri="{FF2B5EF4-FFF2-40B4-BE49-F238E27FC236}">
                    <a16:creationId xmlns:a16="http://schemas.microsoft.com/office/drawing/2014/main" id="{59DB15B1-1F01-600A-2741-1B2B2F5187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3" y="1429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>
                    <a:solidFill>
                      <a:srgbClr val="FFFF00"/>
                    </a:solidFill>
                  </a:rPr>
                  <a:t>r</a:t>
                </a:r>
              </a:p>
            </p:txBody>
          </p:sp>
          <p:sp>
            <p:nvSpPr>
              <p:cNvPr id="7214" name="Text Box 26">
                <a:extLst>
                  <a:ext uri="{FF2B5EF4-FFF2-40B4-BE49-F238E27FC236}">
                    <a16:creationId xmlns:a16="http://schemas.microsoft.com/office/drawing/2014/main" id="{4C7940A3-E3A4-C5E9-12C5-527E888D3F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9" y="177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00"/>
                    </a:solidFill>
                  </a:rPr>
                  <a:t>R</a:t>
                </a:r>
                <a:r>
                  <a:rPr lang="en-US" altLang="zh-CN" baseline="-25000">
                    <a:solidFill>
                      <a:srgbClr val="FFFF00"/>
                    </a:solidFill>
                  </a:rPr>
                  <a:t>1</a:t>
                </a:r>
              </a:p>
            </p:txBody>
          </p:sp>
          <p:sp>
            <p:nvSpPr>
              <p:cNvPr id="7215" name="Text Box 27">
                <a:extLst>
                  <a:ext uri="{FF2B5EF4-FFF2-40B4-BE49-F238E27FC236}">
                    <a16:creationId xmlns:a16="http://schemas.microsoft.com/office/drawing/2014/main" id="{2D5614C0-41C3-F15C-E811-A10ED6F3AC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" y="2345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00"/>
                    </a:solidFill>
                  </a:rPr>
                  <a:t>R</a:t>
                </a:r>
                <a:r>
                  <a:rPr lang="en-US" altLang="zh-CN" baseline="-25000">
                    <a:solidFill>
                      <a:srgbClr val="FFFF00"/>
                    </a:solidFill>
                  </a:rPr>
                  <a:t>2</a:t>
                </a:r>
              </a:p>
            </p:txBody>
          </p:sp>
          <p:sp>
            <p:nvSpPr>
              <p:cNvPr id="7216" name="Text Box 28">
                <a:extLst>
                  <a:ext uri="{FF2B5EF4-FFF2-40B4-BE49-F238E27FC236}">
                    <a16:creationId xmlns:a16="http://schemas.microsoft.com/office/drawing/2014/main" id="{BE1882EA-866C-81EB-50C4-08386D419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3" y="172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>
                    <a:solidFill>
                      <a:schemeClr val="bg1"/>
                    </a:solidFill>
                  </a:rPr>
                  <a:t>B</a:t>
                </a:r>
              </a:p>
            </p:txBody>
          </p:sp>
        </p:grpSp>
        <p:sp>
          <p:nvSpPr>
            <p:cNvPr id="7206" name="Line 29">
              <a:extLst>
                <a:ext uri="{FF2B5EF4-FFF2-40B4-BE49-F238E27FC236}">
                  <a16:creationId xmlns:a16="http://schemas.microsoft.com/office/drawing/2014/main" id="{6F8C37EA-30A1-E935-9CDE-E73B5778D6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920"/>
              <a:ext cx="48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1806" name="Text Box 30">
            <a:extLst>
              <a:ext uri="{FF2B5EF4-FFF2-40B4-BE49-F238E27FC236}">
                <a16:creationId xmlns:a16="http://schemas.microsoft.com/office/drawing/2014/main" id="{1C25C451-2329-38CC-4081-7BEA7EBC6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971675"/>
            <a:ext cx="481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FF00"/>
                </a:solidFill>
              </a:rPr>
              <a:t>-</a:t>
            </a:r>
            <a:r>
              <a:rPr lang="en-US" altLang="zh-CN" sz="2800" i="1">
                <a:solidFill>
                  <a:srgbClr val="00FF00"/>
                </a:solidFill>
              </a:rPr>
              <a:t>q</a:t>
            </a:r>
          </a:p>
        </p:txBody>
      </p:sp>
      <p:sp>
        <p:nvSpPr>
          <p:cNvPr id="331807" name="Text Box 31">
            <a:extLst>
              <a:ext uri="{FF2B5EF4-FFF2-40B4-BE49-F238E27FC236}">
                <a16:creationId xmlns:a16="http://schemas.microsoft.com/office/drawing/2014/main" id="{2C6B91C4-00BA-749A-A387-34E82231F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75" y="376396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电荷守恒</a:t>
            </a:r>
          </a:p>
        </p:txBody>
      </p:sp>
      <p:sp>
        <p:nvSpPr>
          <p:cNvPr id="331808" name="Text Box 32">
            <a:extLst>
              <a:ext uri="{FF2B5EF4-FFF2-40B4-BE49-F238E27FC236}">
                <a16:creationId xmlns:a16="http://schemas.microsoft.com/office/drawing/2014/main" id="{0CC4BA64-4B2D-51AA-17F3-7C2453B5F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190625"/>
            <a:ext cx="513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(2) </a:t>
            </a:r>
            <a:r>
              <a:rPr lang="zh-CN" altLang="en-US" b="1">
                <a:solidFill>
                  <a:schemeClr val="bg1"/>
                </a:solidFill>
              </a:rPr>
              <a:t>再将</a:t>
            </a:r>
            <a:r>
              <a:rPr lang="en-US" altLang="zh-CN" b="1" i="1">
                <a:solidFill>
                  <a:srgbClr val="66FFFF"/>
                </a:solidFill>
              </a:rPr>
              <a:t>B</a:t>
            </a:r>
            <a:r>
              <a:rPr lang="zh-CN" altLang="en-US" b="1">
                <a:solidFill>
                  <a:schemeClr val="bg1"/>
                </a:solidFill>
              </a:rPr>
              <a:t>接地，电荷和电势的分布。</a:t>
            </a:r>
          </a:p>
        </p:txBody>
      </p:sp>
      <p:sp>
        <p:nvSpPr>
          <p:cNvPr id="331809" name="Text Box 33">
            <a:extLst>
              <a:ext uri="{FF2B5EF4-FFF2-40B4-BE49-F238E27FC236}">
                <a16:creationId xmlns:a16="http://schemas.microsoft.com/office/drawing/2014/main" id="{10EA7478-E2D8-1F39-3416-6DF71CFCC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89100"/>
            <a:ext cx="420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66FFFF"/>
                </a:solidFill>
              </a:rPr>
              <a:t>A</a:t>
            </a:r>
            <a:r>
              <a:rPr lang="zh-CN" altLang="en-US" b="1">
                <a:solidFill>
                  <a:schemeClr val="bg1"/>
                </a:solidFill>
              </a:rPr>
              <a:t>接地时，内表面电荷为</a:t>
            </a:r>
            <a:r>
              <a:rPr lang="en-US" altLang="zh-CN" b="1">
                <a:solidFill>
                  <a:srgbClr val="66FFFF"/>
                </a:solidFill>
              </a:rPr>
              <a:t>-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</a:p>
        </p:txBody>
      </p:sp>
      <p:sp>
        <p:nvSpPr>
          <p:cNvPr id="331810" name="Text Box 34">
            <a:extLst>
              <a:ext uri="{FF2B5EF4-FFF2-40B4-BE49-F238E27FC236}">
                <a16:creationId xmlns:a16="http://schemas.microsoft.com/office/drawing/2014/main" id="{D5C96A3E-1C5A-FE4D-3CD1-774979B94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2133600"/>
            <a:ext cx="2339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外表面电荷设为</a:t>
            </a:r>
          </a:p>
        </p:txBody>
      </p:sp>
      <p:graphicFrame>
        <p:nvGraphicFramePr>
          <p:cNvPr id="331811" name="Object 35">
            <a:extLst>
              <a:ext uri="{FF2B5EF4-FFF2-40B4-BE49-F238E27FC236}">
                <a16:creationId xmlns:a16="http://schemas.microsoft.com/office/drawing/2014/main" id="{D0065CDB-8D01-B72A-3F36-A95C0B5A3295}"/>
              </a:ext>
            </a:extLst>
          </p:cNvPr>
          <p:cNvGraphicFramePr>
            <a:graphicFrameLocks/>
          </p:cNvGraphicFramePr>
          <p:nvPr/>
        </p:nvGraphicFramePr>
        <p:xfrm>
          <a:off x="3470275" y="2168525"/>
          <a:ext cx="3667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5049" imgH="343149" progId="Equation.3">
                  <p:embed/>
                </p:oleObj>
              </mc:Choice>
              <mc:Fallback>
                <p:oleObj name="Equation" r:id="rId4" imgW="305049" imgH="343149" progId="Equation.3">
                  <p:embed/>
                  <p:pic>
                    <p:nvPicPr>
                      <p:cNvPr id="331811" name="Object 35">
                        <a:extLst>
                          <a:ext uri="{FF2B5EF4-FFF2-40B4-BE49-F238E27FC236}">
                            <a16:creationId xmlns:a16="http://schemas.microsoft.com/office/drawing/2014/main" id="{D0065CDB-8D01-B72A-3F36-A95C0B5A32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5" y="2168525"/>
                        <a:ext cx="3667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6">
            <a:extLst>
              <a:ext uri="{FF2B5EF4-FFF2-40B4-BE49-F238E27FC236}">
                <a16:creationId xmlns:a16="http://schemas.microsoft.com/office/drawing/2014/main" id="{71E49C13-5E21-2E67-556C-F99C5F6155E6}"/>
              </a:ext>
            </a:extLst>
          </p:cNvPr>
          <p:cNvGrpSpPr>
            <a:grpSpLocks/>
          </p:cNvGrpSpPr>
          <p:nvPr/>
        </p:nvGrpSpPr>
        <p:grpSpPr bwMode="auto">
          <a:xfrm>
            <a:off x="7045325" y="2581275"/>
            <a:ext cx="381000" cy="304800"/>
            <a:chOff x="4213" y="2016"/>
            <a:chExt cx="240" cy="336"/>
          </a:xfrm>
        </p:grpSpPr>
        <p:sp>
          <p:nvSpPr>
            <p:cNvPr id="7201" name="Line 37">
              <a:extLst>
                <a:ext uri="{FF2B5EF4-FFF2-40B4-BE49-F238E27FC236}">
                  <a16:creationId xmlns:a16="http://schemas.microsoft.com/office/drawing/2014/main" id="{217232B3-BAD1-91DA-2FF2-7C45B7359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2016"/>
              <a:ext cx="0" cy="20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2" name="Line 38">
              <a:extLst>
                <a:ext uri="{FF2B5EF4-FFF2-40B4-BE49-F238E27FC236}">
                  <a16:creationId xmlns:a16="http://schemas.microsoft.com/office/drawing/2014/main" id="{A1FA1FED-B679-875E-D244-B7C368B0A6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3" y="2251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3" name="Line 39">
              <a:extLst>
                <a:ext uri="{FF2B5EF4-FFF2-40B4-BE49-F238E27FC236}">
                  <a16:creationId xmlns:a16="http://schemas.microsoft.com/office/drawing/2014/main" id="{8E447697-430D-5A19-4E74-A3D0E7A87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07"/>
              <a:ext cx="133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4" name="Line 40">
              <a:extLst>
                <a:ext uri="{FF2B5EF4-FFF2-40B4-BE49-F238E27FC236}">
                  <a16:creationId xmlns:a16="http://schemas.microsoft.com/office/drawing/2014/main" id="{9B60F359-30A2-ABA7-7DA6-8ABCBE84A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7" y="2352"/>
              <a:ext cx="8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1817" name="Text Box 41">
            <a:extLst>
              <a:ext uri="{FF2B5EF4-FFF2-40B4-BE49-F238E27FC236}">
                <a16:creationId xmlns:a16="http://schemas.microsoft.com/office/drawing/2014/main" id="{6EFA417C-4282-1679-3445-FD5CA2D4F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203825"/>
            <a:ext cx="221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设</a:t>
            </a:r>
            <a:r>
              <a:rPr lang="en-US" altLang="zh-CN" b="1" i="1">
                <a:solidFill>
                  <a:srgbClr val="66FFFF"/>
                </a:solidFill>
              </a:rPr>
              <a:t>B</a:t>
            </a:r>
            <a:r>
              <a:rPr lang="zh-CN" altLang="en-US" b="1">
                <a:solidFill>
                  <a:schemeClr val="bg1"/>
                </a:solidFill>
              </a:rPr>
              <a:t>上的电量为</a:t>
            </a:r>
          </a:p>
        </p:txBody>
      </p:sp>
      <p:graphicFrame>
        <p:nvGraphicFramePr>
          <p:cNvPr id="331818" name="Object 42">
            <a:extLst>
              <a:ext uri="{FF2B5EF4-FFF2-40B4-BE49-F238E27FC236}">
                <a16:creationId xmlns:a16="http://schemas.microsoft.com/office/drawing/2014/main" id="{4DD91D36-4138-171A-07D6-6D96D29F5445}"/>
              </a:ext>
            </a:extLst>
          </p:cNvPr>
          <p:cNvGraphicFramePr>
            <a:graphicFrameLocks/>
          </p:cNvGraphicFramePr>
          <p:nvPr/>
        </p:nvGraphicFramePr>
        <p:xfrm>
          <a:off x="3419475" y="5229225"/>
          <a:ext cx="292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8413" imgH="343149" progId="Equation.3">
                  <p:embed/>
                </p:oleObj>
              </mc:Choice>
              <mc:Fallback>
                <p:oleObj name="Equation" r:id="rId14" imgW="228413" imgH="343149" progId="Equation.3">
                  <p:embed/>
                  <p:pic>
                    <p:nvPicPr>
                      <p:cNvPr id="331818" name="Object 42">
                        <a:extLst>
                          <a:ext uri="{FF2B5EF4-FFF2-40B4-BE49-F238E27FC236}">
                            <a16:creationId xmlns:a16="http://schemas.microsoft.com/office/drawing/2014/main" id="{4DD91D36-4138-171A-07D6-6D96D29F54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229225"/>
                        <a:ext cx="292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819" name="Object 43">
            <a:extLst>
              <a:ext uri="{FF2B5EF4-FFF2-40B4-BE49-F238E27FC236}">
                <a16:creationId xmlns:a16="http://schemas.microsoft.com/office/drawing/2014/main" id="{70968F7A-754E-1057-4B79-29A017D5F8F4}"/>
              </a:ext>
            </a:extLst>
          </p:cNvPr>
          <p:cNvGraphicFramePr>
            <a:graphicFrameLocks/>
          </p:cNvGraphicFramePr>
          <p:nvPr/>
        </p:nvGraphicFramePr>
        <p:xfrm>
          <a:off x="1301750" y="5924550"/>
          <a:ext cx="989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37042" imgH="403999" progId="Equation.3">
                  <p:embed/>
                </p:oleObj>
              </mc:Choice>
              <mc:Fallback>
                <p:oleObj name="Equation" r:id="rId16" imgW="937042" imgH="403999" progId="Equation.3">
                  <p:embed/>
                  <p:pic>
                    <p:nvPicPr>
                      <p:cNvPr id="331819" name="Object 43">
                        <a:extLst>
                          <a:ext uri="{FF2B5EF4-FFF2-40B4-BE49-F238E27FC236}">
                            <a16:creationId xmlns:a16="http://schemas.microsoft.com/office/drawing/2014/main" id="{70968F7A-754E-1057-4B79-29A017D5F8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5924550"/>
                        <a:ext cx="989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820" name="Object 44">
            <a:extLst>
              <a:ext uri="{FF2B5EF4-FFF2-40B4-BE49-F238E27FC236}">
                <a16:creationId xmlns:a16="http://schemas.microsoft.com/office/drawing/2014/main" id="{C49CBABD-86A7-4D87-4388-D3566A1E8930}"/>
              </a:ext>
            </a:extLst>
          </p:cNvPr>
          <p:cNvGraphicFramePr>
            <a:graphicFrameLocks/>
          </p:cNvGraphicFramePr>
          <p:nvPr/>
        </p:nvGraphicFramePr>
        <p:xfrm>
          <a:off x="3998913" y="5924550"/>
          <a:ext cx="1295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42091" imgH="403999" progId="Equation.3">
                  <p:embed/>
                </p:oleObj>
              </mc:Choice>
              <mc:Fallback>
                <p:oleObj name="Equation" r:id="rId18" imgW="1242091" imgH="403999" progId="Equation.3">
                  <p:embed/>
                  <p:pic>
                    <p:nvPicPr>
                      <p:cNvPr id="331820" name="Object 44">
                        <a:extLst>
                          <a:ext uri="{FF2B5EF4-FFF2-40B4-BE49-F238E27FC236}">
                            <a16:creationId xmlns:a16="http://schemas.microsoft.com/office/drawing/2014/main" id="{C49CBABD-86A7-4D87-4388-D3566A1E89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5924550"/>
                        <a:ext cx="1295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821" name="AutoShape 45">
            <a:extLst>
              <a:ext uri="{FF2B5EF4-FFF2-40B4-BE49-F238E27FC236}">
                <a16:creationId xmlns:a16="http://schemas.microsoft.com/office/drawing/2014/main" id="{D446A5F2-070A-3F91-FA74-FC7DB8DD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3" y="6003925"/>
            <a:ext cx="622300" cy="304800"/>
          </a:xfrm>
          <a:prstGeom prst="rightArrow">
            <a:avLst>
              <a:gd name="adj1" fmla="val 50000"/>
              <a:gd name="adj2" fmla="val 51042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1822" name="Oval 46">
            <a:extLst>
              <a:ext uri="{FF2B5EF4-FFF2-40B4-BE49-F238E27FC236}">
                <a16:creationId xmlns:a16="http://schemas.microsoft.com/office/drawing/2014/main" id="{6534FCB9-F88F-AC0D-399A-E89A69169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1320800"/>
            <a:ext cx="1828800" cy="1828800"/>
          </a:xfrm>
          <a:prstGeom prst="ellips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1823" name="Text Box 47">
            <a:extLst>
              <a:ext uri="{FF2B5EF4-FFF2-40B4-BE49-F238E27FC236}">
                <a16:creationId xmlns:a16="http://schemas.microsoft.com/office/drawing/2014/main" id="{3AADF2DE-9B32-BCC1-FF94-069917924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5924550"/>
            <a:ext cx="3433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根据孤立导体电荷守恒</a:t>
            </a:r>
          </a:p>
        </p:txBody>
      </p:sp>
      <p:sp>
        <p:nvSpPr>
          <p:cNvPr id="331824" name="Rectangle 48">
            <a:extLst>
              <a:ext uri="{FF2B5EF4-FFF2-40B4-BE49-F238E27FC236}">
                <a16:creationId xmlns:a16="http://schemas.microsoft.com/office/drawing/2014/main" id="{769EDE4A-633C-E60B-C3CC-E7AE8C82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2841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331825" name="Rectangle 49">
            <a:extLst>
              <a:ext uri="{FF2B5EF4-FFF2-40B4-BE49-F238E27FC236}">
                <a16:creationId xmlns:a16="http://schemas.microsoft.com/office/drawing/2014/main" id="{3D8A2B0C-E904-ABBC-3F38-A7CBF9E5B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85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331826" name="Text Box 50">
            <a:extLst>
              <a:ext uri="{FF2B5EF4-FFF2-40B4-BE49-F238E27FC236}">
                <a16:creationId xmlns:a16="http://schemas.microsoft.com/office/drawing/2014/main" id="{855ACD26-CFE0-B4A4-A576-FDE9E45C1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68910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331827" name="Text Box 51">
            <a:extLst>
              <a:ext uri="{FF2B5EF4-FFF2-40B4-BE49-F238E27FC236}">
                <a16:creationId xmlns:a16="http://schemas.microsoft.com/office/drawing/2014/main" id="{81F74339-D27D-0061-C565-186241248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520382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chemeClr val="bg1"/>
                </a:solidFill>
              </a:rPr>
              <a:t>(2)</a:t>
            </a:r>
          </a:p>
        </p:txBody>
      </p:sp>
      <p:graphicFrame>
        <p:nvGraphicFramePr>
          <p:cNvPr id="331828" name="Object 52">
            <a:extLst>
              <a:ext uri="{FF2B5EF4-FFF2-40B4-BE49-F238E27FC236}">
                <a16:creationId xmlns:a16="http://schemas.microsoft.com/office/drawing/2014/main" id="{CC672DDE-C2E6-C74E-10C0-073522A30777}"/>
              </a:ext>
            </a:extLst>
          </p:cNvPr>
          <p:cNvGraphicFramePr>
            <a:graphicFrameLocks/>
          </p:cNvGraphicFramePr>
          <p:nvPr/>
        </p:nvGraphicFramePr>
        <p:xfrm>
          <a:off x="6443663" y="4449763"/>
          <a:ext cx="1003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945004" imgH="365594" progId="Equation.3">
                  <p:embed/>
                </p:oleObj>
              </mc:Choice>
              <mc:Fallback>
                <p:oleObj name="公式" r:id="rId20" imgW="945004" imgH="365594" progId="Equation.3">
                  <p:embed/>
                  <p:pic>
                    <p:nvPicPr>
                      <p:cNvPr id="331828" name="Object 52">
                        <a:extLst>
                          <a:ext uri="{FF2B5EF4-FFF2-40B4-BE49-F238E27FC236}">
                            <a16:creationId xmlns:a16="http://schemas.microsoft.com/office/drawing/2014/main" id="{CC672DDE-C2E6-C74E-10C0-073522A3077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449763"/>
                        <a:ext cx="1003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0" fill="hold"/>
                                        <p:tgtEl>
                                          <p:spTgt spid="331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0" fill="hold"/>
                                        <p:tgtEl>
                                          <p:spTgt spid="331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3000" fill="hold"/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0" fill="hold"/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3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3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3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3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3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8" grpId="0" autoUpdateAnimBg="0"/>
      <p:bldP spid="331779" grpId="0" autoUpdateAnimBg="0"/>
      <p:bldP spid="331780" grpId="0" autoUpdateAnimBg="0"/>
      <p:bldP spid="331789" grpId="0" animBg="1"/>
      <p:bldP spid="331790" grpId="0" autoUpdateAnimBg="0"/>
      <p:bldP spid="331806" grpId="0" autoUpdateAnimBg="0"/>
      <p:bldP spid="331807" grpId="0" autoUpdateAnimBg="0"/>
      <p:bldP spid="331808" grpId="0" autoUpdateAnimBg="0"/>
      <p:bldP spid="331809" grpId="0" autoUpdateAnimBg="0"/>
      <p:bldP spid="331810" grpId="0" autoUpdateAnimBg="0"/>
      <p:bldP spid="331817" grpId="0" autoUpdateAnimBg="0"/>
      <p:bldP spid="331821" grpId="0" animBg="1"/>
      <p:bldP spid="331822" grpId="0" animBg="1"/>
      <p:bldP spid="331823" grpId="0" autoUpdateAnimBg="0"/>
      <p:bldP spid="331824" grpId="0" autoUpdateAnimBg="0"/>
      <p:bldP spid="331825" grpId="0" autoUpdateAnimBg="0"/>
      <p:bldP spid="331826" grpId="0" autoUpdateAnimBg="0"/>
      <p:bldP spid="33182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058" name="Object 2">
            <a:extLst>
              <a:ext uri="{FF2B5EF4-FFF2-40B4-BE49-F238E27FC236}">
                <a16:creationId xmlns:a16="http://schemas.microsoft.com/office/drawing/2014/main" id="{1305C3FA-5666-6D24-97B0-0309E50E071E}"/>
              </a:ext>
            </a:extLst>
          </p:cNvPr>
          <p:cNvGraphicFramePr>
            <a:graphicFrameLocks/>
          </p:cNvGraphicFramePr>
          <p:nvPr/>
        </p:nvGraphicFramePr>
        <p:xfrm>
          <a:off x="1655763" y="398463"/>
          <a:ext cx="20050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256" imgH="403999" progId="Equation.3">
                  <p:embed/>
                </p:oleObj>
              </mc:Choice>
              <mc:Fallback>
                <p:oleObj name="Equation" r:id="rId2" imgW="1943256" imgH="403999" progId="Equation.3">
                  <p:embed/>
                  <p:pic>
                    <p:nvPicPr>
                      <p:cNvPr id="301058" name="Object 2">
                        <a:extLst>
                          <a:ext uri="{FF2B5EF4-FFF2-40B4-BE49-F238E27FC236}">
                            <a16:creationId xmlns:a16="http://schemas.microsoft.com/office/drawing/2014/main" id="{1305C3FA-5666-6D24-97B0-0309E50E07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398463"/>
                        <a:ext cx="20050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59" name="Object 3">
            <a:extLst>
              <a:ext uri="{FF2B5EF4-FFF2-40B4-BE49-F238E27FC236}">
                <a16:creationId xmlns:a16="http://schemas.microsoft.com/office/drawing/2014/main" id="{09714699-E79E-3304-4F5A-412ECAD89D36}"/>
              </a:ext>
            </a:extLst>
          </p:cNvPr>
          <p:cNvGraphicFramePr>
            <a:graphicFrameLocks/>
          </p:cNvGraphicFramePr>
          <p:nvPr/>
        </p:nvGraphicFramePr>
        <p:xfrm>
          <a:off x="5467350" y="381000"/>
          <a:ext cx="162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69" imgH="403999" progId="Equation.3">
                  <p:embed/>
                </p:oleObj>
              </mc:Choice>
              <mc:Fallback>
                <p:oleObj name="Equation" r:id="rId4" imgW="1562069" imgH="403999" progId="Equation.3">
                  <p:embed/>
                  <p:pic>
                    <p:nvPicPr>
                      <p:cNvPr id="301059" name="Object 3">
                        <a:extLst>
                          <a:ext uri="{FF2B5EF4-FFF2-40B4-BE49-F238E27FC236}">
                            <a16:creationId xmlns:a16="http://schemas.microsoft.com/office/drawing/2014/main" id="{09714699-E79E-3304-4F5A-412ECAD89D3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350" y="381000"/>
                        <a:ext cx="162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0" name="AutoShape 4">
            <a:extLst>
              <a:ext uri="{FF2B5EF4-FFF2-40B4-BE49-F238E27FC236}">
                <a16:creationId xmlns:a16="http://schemas.microsoft.com/office/drawing/2014/main" id="{9F618408-FFAC-3CB3-B6E7-204D9BD5C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825" y="468313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01061" name="Object 5">
            <a:extLst>
              <a:ext uri="{FF2B5EF4-FFF2-40B4-BE49-F238E27FC236}">
                <a16:creationId xmlns:a16="http://schemas.microsoft.com/office/drawing/2014/main" id="{59FA46E9-9B0E-1D92-8BD6-E1E46AE49C31}"/>
              </a:ext>
            </a:extLst>
          </p:cNvPr>
          <p:cNvGraphicFramePr>
            <a:graphicFrameLocks/>
          </p:cNvGraphicFramePr>
          <p:nvPr/>
        </p:nvGraphicFramePr>
        <p:xfrm>
          <a:off x="1128713" y="1403350"/>
          <a:ext cx="4379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28409" imgH="860866" progId="Equation.3">
                  <p:embed/>
                </p:oleObj>
              </mc:Choice>
              <mc:Fallback>
                <p:oleObj name="Equation" r:id="rId6" imgW="4328409" imgH="860866" progId="Equation.3">
                  <p:embed/>
                  <p:pic>
                    <p:nvPicPr>
                      <p:cNvPr id="301061" name="Object 5">
                        <a:extLst>
                          <a:ext uri="{FF2B5EF4-FFF2-40B4-BE49-F238E27FC236}">
                            <a16:creationId xmlns:a16="http://schemas.microsoft.com/office/drawing/2014/main" id="{59FA46E9-9B0E-1D92-8BD6-E1E46AE49C3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1403350"/>
                        <a:ext cx="43799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2" name="Object 6">
            <a:extLst>
              <a:ext uri="{FF2B5EF4-FFF2-40B4-BE49-F238E27FC236}">
                <a16:creationId xmlns:a16="http://schemas.microsoft.com/office/drawing/2014/main" id="{489C209D-F299-23FE-0C90-EA575F72E3DD}"/>
              </a:ext>
            </a:extLst>
          </p:cNvPr>
          <p:cNvGraphicFramePr>
            <a:graphicFrameLocks/>
          </p:cNvGraphicFramePr>
          <p:nvPr/>
        </p:nvGraphicFramePr>
        <p:xfrm>
          <a:off x="5602288" y="1690688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07" imgH="258858" progId="Equation.3">
                  <p:embed/>
                </p:oleObj>
              </mc:Choice>
              <mc:Fallback>
                <p:oleObj name="Equation" r:id="rId8" imgW="419007" imgH="258858" progId="Equation.3">
                  <p:embed/>
                  <p:pic>
                    <p:nvPicPr>
                      <p:cNvPr id="301062" name="Object 6">
                        <a:extLst>
                          <a:ext uri="{FF2B5EF4-FFF2-40B4-BE49-F238E27FC236}">
                            <a16:creationId xmlns:a16="http://schemas.microsoft.com/office/drawing/2014/main" id="{489C209D-F299-23FE-0C90-EA575F72E3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288" y="1690688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3" name="Object 7">
            <a:extLst>
              <a:ext uri="{FF2B5EF4-FFF2-40B4-BE49-F238E27FC236}">
                <a16:creationId xmlns:a16="http://schemas.microsoft.com/office/drawing/2014/main" id="{AB692D01-F804-C0AF-907B-300F686E8EB0}"/>
              </a:ext>
            </a:extLst>
          </p:cNvPr>
          <p:cNvGraphicFramePr>
            <a:graphicFrameLocks/>
          </p:cNvGraphicFramePr>
          <p:nvPr/>
        </p:nvGraphicFramePr>
        <p:xfrm>
          <a:off x="1277938" y="2511425"/>
          <a:ext cx="293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80298" imgH="860866" progId="Equation.3">
                  <p:embed/>
                </p:oleObj>
              </mc:Choice>
              <mc:Fallback>
                <p:oleObj name="Equation" r:id="rId10" imgW="2880298" imgH="860866" progId="Equation.3">
                  <p:embed/>
                  <p:pic>
                    <p:nvPicPr>
                      <p:cNvPr id="301063" name="Object 7">
                        <a:extLst>
                          <a:ext uri="{FF2B5EF4-FFF2-40B4-BE49-F238E27FC236}">
                            <a16:creationId xmlns:a16="http://schemas.microsoft.com/office/drawing/2014/main" id="{AB692D01-F804-C0AF-907B-300F686E8EB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2511425"/>
                        <a:ext cx="2933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4" name="Object 8">
            <a:extLst>
              <a:ext uri="{FF2B5EF4-FFF2-40B4-BE49-F238E27FC236}">
                <a16:creationId xmlns:a16="http://schemas.microsoft.com/office/drawing/2014/main" id="{F54F6544-2534-1C0B-03D2-14B77E48B571}"/>
              </a:ext>
            </a:extLst>
          </p:cNvPr>
          <p:cNvGraphicFramePr>
            <a:graphicFrameLocks/>
          </p:cNvGraphicFramePr>
          <p:nvPr/>
        </p:nvGraphicFramePr>
        <p:xfrm>
          <a:off x="1123950" y="3584575"/>
          <a:ext cx="18780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21336" imgH="860866" progId="Equation.3">
                  <p:embed/>
                </p:oleObj>
              </mc:Choice>
              <mc:Fallback>
                <p:oleObj name="Equation" r:id="rId12" imgW="1821336" imgH="860866" progId="Equation.3">
                  <p:embed/>
                  <p:pic>
                    <p:nvPicPr>
                      <p:cNvPr id="301064" name="Object 8">
                        <a:extLst>
                          <a:ext uri="{FF2B5EF4-FFF2-40B4-BE49-F238E27FC236}">
                            <a16:creationId xmlns:a16="http://schemas.microsoft.com/office/drawing/2014/main" id="{F54F6544-2534-1C0B-03D2-14B77E48B57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3584575"/>
                        <a:ext cx="18780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5" name="Text Box 9">
            <a:extLst>
              <a:ext uri="{FF2B5EF4-FFF2-40B4-BE49-F238E27FC236}">
                <a16:creationId xmlns:a16="http://schemas.microsoft.com/office/drawing/2014/main" id="{41C3C190-0179-F5D6-A7A9-E4A87CA6A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955675"/>
            <a:ext cx="2619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66FFFF"/>
                </a:solidFill>
              </a:rPr>
              <a:t>B </a:t>
            </a:r>
            <a:r>
              <a:rPr lang="zh-CN" altLang="en-US" b="1">
                <a:solidFill>
                  <a:schemeClr val="bg1"/>
                </a:solidFill>
              </a:rPr>
              <a:t>球圆心处的电势</a:t>
            </a:r>
          </a:p>
        </p:txBody>
      </p:sp>
      <p:sp>
        <p:nvSpPr>
          <p:cNvPr id="301066" name="Rectangle 10">
            <a:extLst>
              <a:ext uri="{FF2B5EF4-FFF2-40B4-BE49-F238E27FC236}">
                <a16:creationId xmlns:a16="http://schemas.microsoft.com/office/drawing/2014/main" id="{3FA59E97-29EC-50DF-28D8-3C16375D6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4564063"/>
            <a:ext cx="135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总结</a:t>
            </a:r>
          </a:p>
        </p:txBody>
      </p:sp>
      <p:sp>
        <p:nvSpPr>
          <p:cNvPr id="301067" name="Rectangle 11">
            <a:extLst>
              <a:ext uri="{FF2B5EF4-FFF2-40B4-BE49-F238E27FC236}">
                <a16:creationId xmlns:a16="http://schemas.microsoft.com/office/drawing/2014/main" id="{72C792F3-EB6B-7C76-DA2C-10F7A3E0F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4572000"/>
            <a:ext cx="5702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有导体存在时静电场的计算方法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     </a:t>
            </a:r>
          </a:p>
        </p:txBody>
      </p:sp>
      <p:sp>
        <p:nvSpPr>
          <p:cNvPr id="301068" name="Rectangle 12">
            <a:extLst>
              <a:ext uri="{FF2B5EF4-FFF2-40B4-BE49-F238E27FC236}">
                <a16:creationId xmlns:a16="http://schemas.microsoft.com/office/drawing/2014/main" id="{65EE1DBD-5832-A983-7441-14363B3C5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087938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1. 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静电平衡的条件和性质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en-US" altLang="zh-CN" sz="3200" b="1" i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01069" name="Rectangle 13">
            <a:extLst>
              <a:ext uri="{FF2B5EF4-FFF2-40B4-BE49-F238E27FC236}">
                <a16:creationId xmlns:a16="http://schemas.microsoft.com/office/drawing/2014/main" id="{EA1CA487-D28A-2034-B37F-132B50A17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5618163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chemeClr val="bg1"/>
                </a:solidFill>
              </a:rPr>
              <a:t>2. 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电荷守恒定律</a:t>
            </a:r>
          </a:p>
        </p:txBody>
      </p:sp>
      <p:sp>
        <p:nvSpPr>
          <p:cNvPr id="301070" name="Rectangle 14">
            <a:extLst>
              <a:ext uri="{FF2B5EF4-FFF2-40B4-BE49-F238E27FC236}">
                <a16:creationId xmlns:a16="http://schemas.microsoft.com/office/drawing/2014/main" id="{980E245F-7FF8-8A93-FEAF-63CA7FA0F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6116638"/>
            <a:ext cx="372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chemeClr val="bg1"/>
                </a:solidFill>
              </a:rPr>
              <a:t>3. 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确定电荷分布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然后求解</a:t>
            </a:r>
          </a:p>
        </p:txBody>
      </p:sp>
      <p:graphicFrame>
        <p:nvGraphicFramePr>
          <p:cNvPr id="301071" name="Object 15">
            <a:extLst>
              <a:ext uri="{FF2B5EF4-FFF2-40B4-BE49-F238E27FC236}">
                <a16:creationId xmlns:a16="http://schemas.microsoft.com/office/drawing/2014/main" id="{C795F0BC-F73C-C36A-DE52-DA3419F80AC6}"/>
              </a:ext>
            </a:extLst>
          </p:cNvPr>
          <p:cNvGraphicFramePr>
            <a:graphicFrameLocks/>
          </p:cNvGraphicFramePr>
          <p:nvPr/>
        </p:nvGraphicFramePr>
        <p:xfrm>
          <a:off x="4660900" y="5160963"/>
          <a:ext cx="989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37042" imgH="403999" progId="Equation.3">
                  <p:embed/>
                </p:oleObj>
              </mc:Choice>
              <mc:Fallback>
                <p:oleObj name="Equation" r:id="rId14" imgW="937042" imgH="403999" progId="Equation.3">
                  <p:embed/>
                  <p:pic>
                    <p:nvPicPr>
                      <p:cNvPr id="301071" name="Object 15">
                        <a:extLst>
                          <a:ext uri="{FF2B5EF4-FFF2-40B4-BE49-F238E27FC236}">
                            <a16:creationId xmlns:a16="http://schemas.microsoft.com/office/drawing/2014/main" id="{C795F0BC-F73C-C36A-DE52-DA3419F80A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5160963"/>
                        <a:ext cx="989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2" name="Object 16">
            <a:extLst>
              <a:ext uri="{FF2B5EF4-FFF2-40B4-BE49-F238E27FC236}">
                <a16:creationId xmlns:a16="http://schemas.microsoft.com/office/drawing/2014/main" id="{F010B1A3-5CEC-4882-7EFA-7A3EC518A9D5}"/>
              </a:ext>
            </a:extLst>
          </p:cNvPr>
          <p:cNvGraphicFramePr>
            <a:graphicFrameLocks/>
          </p:cNvGraphicFramePr>
          <p:nvPr/>
        </p:nvGraphicFramePr>
        <p:xfrm>
          <a:off x="6229350" y="5143500"/>
          <a:ext cx="13319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80409" imgH="403999" progId="Equation.3">
                  <p:embed/>
                </p:oleObj>
              </mc:Choice>
              <mc:Fallback>
                <p:oleObj name="Equation" r:id="rId16" imgW="1280409" imgH="403999" progId="Equation.3">
                  <p:embed/>
                  <p:pic>
                    <p:nvPicPr>
                      <p:cNvPr id="301072" name="Object 16">
                        <a:extLst>
                          <a:ext uri="{FF2B5EF4-FFF2-40B4-BE49-F238E27FC236}">
                            <a16:creationId xmlns:a16="http://schemas.microsoft.com/office/drawing/2014/main" id="{F010B1A3-5CEC-4882-7EFA-7A3EC518A9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5143500"/>
                        <a:ext cx="13319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73" name="AutoShape 17">
            <a:extLst>
              <a:ext uri="{FF2B5EF4-FFF2-40B4-BE49-F238E27FC236}">
                <a16:creationId xmlns:a16="http://schemas.microsoft.com/office/drawing/2014/main" id="{12676936-BC43-D083-B60B-9812ACCCA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448945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08922F9F-48A6-CA70-9CCD-01E960D545D0}"/>
              </a:ext>
            </a:extLst>
          </p:cNvPr>
          <p:cNvGrpSpPr>
            <a:grpSpLocks/>
          </p:cNvGrpSpPr>
          <p:nvPr/>
        </p:nvGrpSpPr>
        <p:grpSpPr bwMode="auto">
          <a:xfrm>
            <a:off x="5900738" y="1916113"/>
            <a:ext cx="2847975" cy="2514600"/>
            <a:chOff x="3717" y="1207"/>
            <a:chExt cx="1794" cy="1584"/>
          </a:xfrm>
        </p:grpSpPr>
        <p:graphicFrame>
          <p:nvGraphicFramePr>
            <p:cNvPr id="8211" name="Object 19">
              <a:extLst>
                <a:ext uri="{FF2B5EF4-FFF2-40B4-BE49-F238E27FC236}">
                  <a16:creationId xmlns:a16="http://schemas.microsoft.com/office/drawing/2014/main" id="{64443BD6-79ED-62BE-49CE-AC6E247A31E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17" y="2388"/>
            <a:ext cx="22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05049" imgH="343149" progId="Equation.3">
                    <p:embed/>
                  </p:oleObj>
                </mc:Choice>
                <mc:Fallback>
                  <p:oleObj name="Equation" r:id="rId18" imgW="305049" imgH="343149" progId="Equation.3">
                    <p:embed/>
                    <p:pic>
                      <p:nvPicPr>
                        <p:cNvPr id="8211" name="Object 19">
                          <a:extLst>
                            <a:ext uri="{FF2B5EF4-FFF2-40B4-BE49-F238E27FC236}">
                              <a16:creationId xmlns:a16="http://schemas.microsoft.com/office/drawing/2014/main" id="{64443BD6-79ED-62BE-49CE-AC6E247A31E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" y="2388"/>
                          <a:ext cx="22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12" name="Group 20">
              <a:extLst>
                <a:ext uri="{FF2B5EF4-FFF2-40B4-BE49-F238E27FC236}">
                  <a16:creationId xmlns:a16="http://schemas.microsoft.com/office/drawing/2014/main" id="{849785C3-73E1-34CE-DDEF-C3716549AE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3" y="1207"/>
              <a:ext cx="1668" cy="1584"/>
              <a:chOff x="3687" y="1661"/>
              <a:chExt cx="1668" cy="1584"/>
            </a:xfrm>
          </p:grpSpPr>
          <p:sp>
            <p:nvSpPr>
              <p:cNvPr id="8220" name="Oval 21" descr="浅色上对角线">
                <a:extLst>
                  <a:ext uri="{FF2B5EF4-FFF2-40B4-BE49-F238E27FC236}">
                    <a16:creationId xmlns:a16="http://schemas.microsoft.com/office/drawing/2014/main" id="{4BE99477-2FB1-891A-4D70-9A8D8578C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7" y="1661"/>
                <a:ext cx="1584" cy="1584"/>
              </a:xfrm>
              <a:prstGeom prst="ellipse">
                <a:avLst/>
              </a:prstGeom>
              <a:blipFill dpi="0" rotWithShape="0">
                <a:blip r:embed="rId20"/>
                <a:srcRect/>
                <a:tile tx="0" ty="0" sx="100000" sy="100000" flip="none" algn="tl"/>
              </a:blip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21" name="Oval 22">
                <a:extLst>
                  <a:ext uri="{FF2B5EF4-FFF2-40B4-BE49-F238E27FC236}">
                    <a16:creationId xmlns:a16="http://schemas.microsoft.com/office/drawing/2014/main" id="{9516FE99-B762-D440-E80A-7467361D6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1950"/>
                <a:ext cx="1008" cy="1007"/>
              </a:xfrm>
              <a:prstGeom prst="ellipse">
                <a:avLst/>
              </a:prstGeom>
              <a:solidFill>
                <a:srgbClr val="006699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00"/>
                  </a:solidFill>
                </a:endParaRPr>
              </a:p>
            </p:txBody>
          </p:sp>
          <p:sp>
            <p:nvSpPr>
              <p:cNvPr id="8222" name="Oval 23">
                <a:extLst>
                  <a:ext uri="{FF2B5EF4-FFF2-40B4-BE49-F238E27FC236}">
                    <a16:creationId xmlns:a16="http://schemas.microsoft.com/office/drawing/2014/main" id="{CEDDD7F5-72B5-3DC8-1B77-64CA5E66A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4" y="2237"/>
                <a:ext cx="432" cy="432"/>
              </a:xfrm>
              <a:prstGeom prst="ellipse">
                <a:avLst/>
              </a:prstGeom>
              <a:gradFill rotWithShape="0">
                <a:gsLst>
                  <a:gs pos="0">
                    <a:srgbClr val="FF99FF"/>
                  </a:gs>
                  <a:gs pos="100000">
                    <a:srgbClr val="D60093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23" name="Text Box 24">
                <a:extLst>
                  <a:ext uri="{FF2B5EF4-FFF2-40B4-BE49-F238E27FC236}">
                    <a16:creationId xmlns:a16="http://schemas.microsoft.com/office/drawing/2014/main" id="{D993D8D1-28CE-8825-F135-7F8111D9D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2" y="1997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8224" name="Line 25">
                <a:extLst>
                  <a:ext uri="{FF2B5EF4-FFF2-40B4-BE49-F238E27FC236}">
                    <a16:creationId xmlns:a16="http://schemas.microsoft.com/office/drawing/2014/main" id="{251B185D-44AA-5CB1-E24D-741BD23C4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92" y="2270"/>
                <a:ext cx="144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5" name="Line 26">
                <a:extLst>
                  <a:ext uri="{FF2B5EF4-FFF2-40B4-BE49-F238E27FC236}">
                    <a16:creationId xmlns:a16="http://schemas.microsoft.com/office/drawing/2014/main" id="{DE7BFDD6-39FC-7747-FCB5-90EBECDFC5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2" y="2466"/>
                <a:ext cx="656" cy="42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6" name="Text Box 27">
                <a:extLst>
                  <a:ext uri="{FF2B5EF4-FFF2-40B4-BE49-F238E27FC236}">
                    <a16:creationId xmlns:a16="http://schemas.microsoft.com/office/drawing/2014/main" id="{8EFCD783-C228-77A6-0FEC-89AB18B130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6" y="1986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>
                    <a:solidFill>
                      <a:srgbClr val="FFFF00"/>
                    </a:solidFill>
                  </a:rPr>
                  <a:t>r</a:t>
                </a:r>
              </a:p>
            </p:txBody>
          </p:sp>
          <p:sp>
            <p:nvSpPr>
              <p:cNvPr id="8227" name="Text Box 28">
                <a:extLst>
                  <a:ext uri="{FF2B5EF4-FFF2-40B4-BE49-F238E27FC236}">
                    <a16:creationId xmlns:a16="http://schemas.microsoft.com/office/drawing/2014/main" id="{C80FFFB9-B582-6067-D5EF-79B2A3D211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4" y="2248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 i="1">
                    <a:solidFill>
                      <a:srgbClr val="FFFF00"/>
                    </a:solidFill>
                  </a:rPr>
                  <a:t>R</a:t>
                </a:r>
                <a:r>
                  <a:rPr lang="en-US" altLang="zh-CN" sz="1800" baseline="-25000">
                    <a:solidFill>
                      <a:srgbClr val="FFFF00"/>
                    </a:solidFill>
                  </a:rPr>
                  <a:t>1</a:t>
                </a:r>
              </a:p>
            </p:txBody>
          </p:sp>
          <p:sp>
            <p:nvSpPr>
              <p:cNvPr id="8228" name="Text Box 29">
                <a:extLst>
                  <a:ext uri="{FF2B5EF4-FFF2-40B4-BE49-F238E27FC236}">
                    <a16:creationId xmlns:a16="http://schemas.microsoft.com/office/drawing/2014/main" id="{8ABDF963-2846-1CBC-5EE2-8885F35C38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3" y="2840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 i="1">
                    <a:solidFill>
                      <a:srgbClr val="FFFF00"/>
                    </a:solidFill>
                  </a:rPr>
                  <a:t>R</a:t>
                </a:r>
                <a:r>
                  <a:rPr lang="en-US" altLang="zh-CN" sz="1800" baseline="-25000">
                    <a:solidFill>
                      <a:srgbClr val="FFFF00"/>
                    </a:solidFill>
                  </a:rPr>
                  <a:t>2</a:t>
                </a:r>
              </a:p>
            </p:txBody>
          </p:sp>
          <p:sp>
            <p:nvSpPr>
              <p:cNvPr id="8229" name="Text Box 30">
                <a:extLst>
                  <a:ext uri="{FF2B5EF4-FFF2-40B4-BE49-F238E27FC236}">
                    <a16:creationId xmlns:a16="http://schemas.microsoft.com/office/drawing/2014/main" id="{64F8FB05-5674-905F-80FF-083B135C5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6" y="2285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8230" name="Line 31">
                <a:extLst>
                  <a:ext uri="{FF2B5EF4-FFF2-40B4-BE49-F238E27FC236}">
                    <a16:creationId xmlns:a16="http://schemas.microsoft.com/office/drawing/2014/main" id="{205AD013-C762-E1B4-7782-D467CFA69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3" y="2477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13" name="Text Box 32">
              <a:extLst>
                <a:ext uri="{FF2B5EF4-FFF2-40B4-BE49-F238E27FC236}">
                  <a16:creationId xmlns:a16="http://schemas.microsoft.com/office/drawing/2014/main" id="{2CD82C79-6E1D-F2CA-494A-FCC01EB64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1846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00FF00"/>
                  </a:solidFill>
                </a:rPr>
                <a:t>-</a:t>
              </a:r>
              <a:r>
                <a:rPr lang="en-US" altLang="zh-CN" sz="2800" i="1">
                  <a:solidFill>
                    <a:srgbClr val="00FF00"/>
                  </a:solidFill>
                </a:rPr>
                <a:t>q</a:t>
              </a:r>
            </a:p>
          </p:txBody>
        </p:sp>
        <p:grpSp>
          <p:nvGrpSpPr>
            <p:cNvPr id="8214" name="Group 33">
              <a:extLst>
                <a:ext uri="{FF2B5EF4-FFF2-40B4-BE49-F238E27FC236}">
                  <a16:creationId xmlns:a16="http://schemas.microsoft.com/office/drawing/2014/main" id="{E3048D9D-F329-DBB0-32AA-DDC6E1FF90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7" y="2230"/>
              <a:ext cx="240" cy="192"/>
              <a:chOff x="4213" y="2016"/>
              <a:chExt cx="240" cy="336"/>
            </a:xfrm>
          </p:grpSpPr>
          <p:sp>
            <p:nvSpPr>
              <p:cNvPr id="8216" name="Line 34">
                <a:extLst>
                  <a:ext uri="{FF2B5EF4-FFF2-40B4-BE49-F238E27FC236}">
                    <a16:creationId xmlns:a16="http://schemas.microsoft.com/office/drawing/2014/main" id="{16A4534D-0589-C748-0B95-738D03B37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1" y="2016"/>
                <a:ext cx="0" cy="20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17" name="Line 35">
                <a:extLst>
                  <a:ext uri="{FF2B5EF4-FFF2-40B4-BE49-F238E27FC236}">
                    <a16:creationId xmlns:a16="http://schemas.microsoft.com/office/drawing/2014/main" id="{04BD6E10-634F-F65A-F6E3-B6ADDEC22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3" y="225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18" name="Line 36">
                <a:extLst>
                  <a:ext uri="{FF2B5EF4-FFF2-40B4-BE49-F238E27FC236}">
                    <a16:creationId xmlns:a16="http://schemas.microsoft.com/office/drawing/2014/main" id="{40DEF3F6-6711-EA87-1073-E9BC89202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07"/>
                <a:ext cx="133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19" name="Line 37">
                <a:extLst>
                  <a:ext uri="{FF2B5EF4-FFF2-40B4-BE49-F238E27FC236}">
                    <a16:creationId xmlns:a16="http://schemas.microsoft.com/office/drawing/2014/main" id="{49B8C293-177C-7F60-12A9-9B14830A8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7" y="2352"/>
                <a:ext cx="8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15" name="Oval 38">
              <a:extLst>
                <a:ext uri="{FF2B5EF4-FFF2-40B4-BE49-F238E27FC236}">
                  <a16:creationId xmlns:a16="http://schemas.microsoft.com/office/drawing/2014/main" id="{E1C02131-F17C-5377-A328-A811C0346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7" y="1436"/>
              <a:ext cx="1152" cy="1152"/>
            </a:xfrm>
            <a:prstGeom prst="ellips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 animBg="1"/>
      <p:bldP spid="301065" grpId="0" autoUpdateAnimBg="0"/>
      <p:bldP spid="301066" grpId="0" autoUpdateAnimBg="0"/>
      <p:bldP spid="301067" grpId="0" autoUpdateAnimBg="0"/>
      <p:bldP spid="301068" grpId="0" autoUpdateAnimBg="0"/>
      <p:bldP spid="301069" grpId="0" autoUpdateAnimBg="0"/>
      <p:bldP spid="301070" grpId="0" autoUpdateAnimBg="0"/>
      <p:bldP spid="30107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B7ACF79A-FE92-E005-C62D-0CFE7E18B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5857875"/>
            <a:ext cx="87058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solidFill>
                  <a:schemeClr val="bg1"/>
                </a:solidFill>
              </a:rPr>
              <a:t>电容只与导体的几何因素和介质有关，与导体是否带电无关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7987" name="Text Box 3">
            <a:extLst>
              <a:ext uri="{FF2B5EF4-FFF2-40B4-BE49-F238E27FC236}">
                <a16:creationId xmlns:a16="http://schemas.microsoft.com/office/drawing/2014/main" id="{5F6C106B-D49D-772F-EC70-F3F584A47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8" y="319088"/>
            <a:ext cx="762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导体的电容   电容器</a:t>
            </a:r>
            <a:endParaRPr lang="zh-CN" altLang="en-US" b="1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297988" name="Text Box 4">
            <a:extLst>
              <a:ext uri="{FF2B5EF4-FFF2-40B4-BE49-F238E27FC236}">
                <a16:creationId xmlns:a16="http://schemas.microsoft.com/office/drawing/2014/main" id="{2A83D1FF-0660-F61F-B640-DC04BED80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914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66FFFF"/>
                </a:solidFill>
              </a:rPr>
              <a:t>1.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孤立导体的电容</a:t>
            </a:r>
          </a:p>
        </p:txBody>
      </p:sp>
      <p:sp>
        <p:nvSpPr>
          <p:cNvPr id="297989" name="Rectangle 5">
            <a:extLst>
              <a:ext uri="{FF2B5EF4-FFF2-40B4-BE49-F238E27FC236}">
                <a16:creationId xmlns:a16="http://schemas.microsoft.com/office/drawing/2014/main" id="{905A3096-306C-A1A9-8825-E499301D7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2057400"/>
            <a:ext cx="1465262" cy="914400"/>
          </a:xfrm>
          <a:prstGeom prst="rect">
            <a:avLst/>
          </a:prstGeom>
          <a:gradFill rotWithShape="1">
            <a:gsLst>
              <a:gs pos="0">
                <a:srgbClr val="009999"/>
              </a:gs>
              <a:gs pos="100000">
                <a:srgbClr val="004747"/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0099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990" name="Text Box 6">
            <a:extLst>
              <a:ext uri="{FF2B5EF4-FFF2-40B4-BE49-F238E27FC236}">
                <a16:creationId xmlns:a16="http://schemas.microsoft.com/office/drawing/2014/main" id="{81D0F3D2-FD57-914E-D0B2-2AF4065A5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549525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单位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法拉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( F )</a:t>
            </a:r>
          </a:p>
        </p:txBody>
      </p:sp>
      <p:graphicFrame>
        <p:nvGraphicFramePr>
          <p:cNvPr id="297991" name="Object 7">
            <a:extLst>
              <a:ext uri="{FF2B5EF4-FFF2-40B4-BE49-F238E27FC236}">
                <a16:creationId xmlns:a16="http://schemas.microsoft.com/office/drawing/2014/main" id="{8BB46534-246D-5CB1-9863-540C3B4BD557}"/>
              </a:ext>
            </a:extLst>
          </p:cNvPr>
          <p:cNvGraphicFramePr>
            <a:graphicFrameLocks/>
          </p:cNvGraphicFramePr>
          <p:nvPr/>
        </p:nvGraphicFramePr>
        <p:xfrm>
          <a:off x="3402013" y="1511300"/>
          <a:ext cx="8747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8013" imgH="350631" progId="Equation.3">
                  <p:embed/>
                </p:oleObj>
              </mc:Choice>
              <mc:Fallback>
                <p:oleObj name="Equation" r:id="rId3" imgW="838013" imgH="350631" progId="Equation.3">
                  <p:embed/>
                  <p:pic>
                    <p:nvPicPr>
                      <p:cNvPr id="297991" name="Object 7">
                        <a:extLst>
                          <a:ext uri="{FF2B5EF4-FFF2-40B4-BE49-F238E27FC236}">
                            <a16:creationId xmlns:a16="http://schemas.microsoft.com/office/drawing/2014/main" id="{8BB46534-246D-5CB1-9863-540C3B4BD5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1511300"/>
                        <a:ext cx="8747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2" name="Text Box 8">
            <a:extLst>
              <a:ext uri="{FF2B5EF4-FFF2-40B4-BE49-F238E27FC236}">
                <a16:creationId xmlns:a16="http://schemas.microsoft.com/office/drawing/2014/main" id="{832CF6B0-357B-398A-1E0C-735D6E65B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4478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孤立导体的电势</a:t>
            </a:r>
          </a:p>
        </p:txBody>
      </p:sp>
      <p:graphicFrame>
        <p:nvGraphicFramePr>
          <p:cNvPr id="297993" name="Object 9">
            <a:extLst>
              <a:ext uri="{FF2B5EF4-FFF2-40B4-BE49-F238E27FC236}">
                <a16:creationId xmlns:a16="http://schemas.microsoft.com/office/drawing/2014/main" id="{F3784401-A7A4-7E20-6FC8-09782D917493}"/>
              </a:ext>
            </a:extLst>
          </p:cNvPr>
          <p:cNvGraphicFramePr>
            <a:graphicFrameLocks/>
          </p:cNvGraphicFramePr>
          <p:nvPr/>
        </p:nvGraphicFramePr>
        <p:xfrm>
          <a:off x="1771650" y="2092325"/>
          <a:ext cx="3159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196" imgH="792535" progId="Equation.3">
                  <p:embed/>
                </p:oleObj>
              </mc:Choice>
              <mc:Fallback>
                <p:oleObj name="Equation" r:id="rId5" imgW="274196" imgH="792535" progId="Equation.3">
                  <p:embed/>
                  <p:pic>
                    <p:nvPicPr>
                      <p:cNvPr id="297993" name="Object 9">
                        <a:extLst>
                          <a:ext uri="{FF2B5EF4-FFF2-40B4-BE49-F238E27FC236}">
                            <a16:creationId xmlns:a16="http://schemas.microsoft.com/office/drawing/2014/main" id="{F3784401-A7A4-7E20-6FC8-09782D9174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2092325"/>
                        <a:ext cx="3159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4" name="Rectangle 10">
            <a:extLst>
              <a:ext uri="{FF2B5EF4-FFF2-40B4-BE49-F238E27FC236}">
                <a16:creationId xmlns:a16="http://schemas.microsoft.com/office/drawing/2014/main" id="{3EF330F9-824C-A95E-3F53-C15DC6A89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022475"/>
            <a:ext cx="2351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孤立导体的电容</a:t>
            </a:r>
          </a:p>
        </p:txBody>
      </p:sp>
      <p:graphicFrame>
        <p:nvGraphicFramePr>
          <p:cNvPr id="297995" name="Object 11">
            <a:extLst>
              <a:ext uri="{FF2B5EF4-FFF2-40B4-BE49-F238E27FC236}">
                <a16:creationId xmlns:a16="http://schemas.microsoft.com/office/drawing/2014/main" id="{6C5A9F49-12CA-FC99-B839-12D8A01517B5}"/>
              </a:ext>
            </a:extLst>
          </p:cNvPr>
          <p:cNvGraphicFramePr>
            <a:graphicFrameLocks/>
          </p:cNvGraphicFramePr>
          <p:nvPr/>
        </p:nvGraphicFramePr>
        <p:xfrm>
          <a:off x="1116013" y="2349500"/>
          <a:ext cx="5572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5998" imgH="274320" progId="Equation.3">
                  <p:embed/>
                </p:oleObj>
              </mc:Choice>
              <mc:Fallback>
                <p:oleObj name="Equation" r:id="rId7" imgW="525998" imgH="274320" progId="Equation.3">
                  <p:embed/>
                  <p:pic>
                    <p:nvPicPr>
                      <p:cNvPr id="297995" name="Object 11">
                        <a:extLst>
                          <a:ext uri="{FF2B5EF4-FFF2-40B4-BE49-F238E27FC236}">
                            <a16:creationId xmlns:a16="http://schemas.microsoft.com/office/drawing/2014/main" id="{6C5A9F49-12CA-FC99-B839-12D8A01517B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349500"/>
                        <a:ext cx="5572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6" name="Oval 12">
            <a:extLst>
              <a:ext uri="{FF2B5EF4-FFF2-40B4-BE49-F238E27FC236}">
                <a16:creationId xmlns:a16="http://schemas.microsoft.com/office/drawing/2014/main" id="{222D18C7-96C3-824E-5964-F0F8BC5C2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101725"/>
            <a:ext cx="2362200" cy="1536700"/>
          </a:xfrm>
          <a:prstGeom prst="ellipse">
            <a:avLst/>
          </a:prstGeom>
          <a:gradFill rotWithShape="0">
            <a:gsLst>
              <a:gs pos="0">
                <a:srgbClr val="767600">
                  <a:alpha val="64998"/>
                </a:srgbClr>
              </a:gs>
              <a:gs pos="100000">
                <a:srgbClr val="FFFF00">
                  <a:alpha val="75000"/>
                </a:srgb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600"/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366EF5F2-B505-07DF-0E1B-7CDCF13315AE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1050925"/>
            <a:ext cx="2435225" cy="1616075"/>
            <a:chOff x="4000" y="968"/>
            <a:chExt cx="1343" cy="626"/>
          </a:xfrm>
        </p:grpSpPr>
        <p:sp>
          <p:nvSpPr>
            <p:cNvPr id="9251" name="Text Box 14">
              <a:extLst>
                <a:ext uri="{FF2B5EF4-FFF2-40B4-BE49-F238E27FC236}">
                  <a16:creationId xmlns:a16="http://schemas.microsoft.com/office/drawing/2014/main" id="{72376F8D-946F-2691-9826-BFF466F23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7" y="968"/>
              <a:ext cx="221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 +</a:t>
              </a:r>
            </a:p>
          </p:txBody>
        </p:sp>
        <p:sp>
          <p:nvSpPr>
            <p:cNvPr id="9252" name="Text Box 15">
              <a:extLst>
                <a:ext uri="{FF2B5EF4-FFF2-40B4-BE49-F238E27FC236}">
                  <a16:creationId xmlns:a16="http://schemas.microsoft.com/office/drawing/2014/main" id="{9543452F-D8CE-D31A-2D9F-5F3F2CB8B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3" y="1464"/>
              <a:ext cx="249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  +</a:t>
              </a:r>
            </a:p>
          </p:txBody>
        </p:sp>
        <p:sp>
          <p:nvSpPr>
            <p:cNvPr id="9253" name="Text Box 16">
              <a:extLst>
                <a:ext uri="{FF2B5EF4-FFF2-40B4-BE49-F238E27FC236}">
                  <a16:creationId xmlns:a16="http://schemas.microsoft.com/office/drawing/2014/main" id="{71470A2D-3B96-90BD-46D9-FDD84F548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" y="1207"/>
              <a:ext cx="165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9254" name="Text Box 17">
              <a:extLst>
                <a:ext uri="{FF2B5EF4-FFF2-40B4-BE49-F238E27FC236}">
                  <a16:creationId xmlns:a16="http://schemas.microsoft.com/office/drawing/2014/main" id="{AF227DC6-0724-F365-25F4-A6E71317A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" y="1215"/>
              <a:ext cx="165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9255" name="Text Box 18">
              <a:extLst>
                <a:ext uri="{FF2B5EF4-FFF2-40B4-BE49-F238E27FC236}">
                  <a16:creationId xmlns:a16="http://schemas.microsoft.com/office/drawing/2014/main" id="{319B8F1C-5C81-1581-8FF5-E7D35FBE5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6" y="1376"/>
              <a:ext cx="164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9256" name="Text Box 19">
              <a:extLst>
                <a:ext uri="{FF2B5EF4-FFF2-40B4-BE49-F238E27FC236}">
                  <a16:creationId xmlns:a16="http://schemas.microsoft.com/office/drawing/2014/main" id="{327EEDC3-BC99-04B3-BB5D-9EC521099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7" y="1039"/>
              <a:ext cx="164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9257" name="Text Box 20">
              <a:extLst>
                <a:ext uri="{FF2B5EF4-FFF2-40B4-BE49-F238E27FC236}">
                  <a16:creationId xmlns:a16="http://schemas.microsoft.com/office/drawing/2014/main" id="{A119F97D-4A4D-CA48-7489-492F2DDD2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2" y="1376"/>
              <a:ext cx="165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9258" name="Text Box 21">
              <a:extLst>
                <a:ext uri="{FF2B5EF4-FFF2-40B4-BE49-F238E27FC236}">
                  <a16:creationId xmlns:a16="http://schemas.microsoft.com/office/drawing/2014/main" id="{D6612CAB-6BE4-1EDC-20D2-A3EDAD90E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4" y="1039"/>
              <a:ext cx="164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+</a:t>
              </a:r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DDD91A47-E220-D3ED-DCC1-D0C3F707A140}"/>
              </a:ext>
            </a:extLst>
          </p:cNvPr>
          <p:cNvGrpSpPr>
            <a:grpSpLocks/>
          </p:cNvGrpSpPr>
          <p:nvPr/>
        </p:nvGrpSpPr>
        <p:grpSpPr bwMode="auto">
          <a:xfrm>
            <a:off x="6362700" y="1101725"/>
            <a:ext cx="2274888" cy="1630363"/>
            <a:chOff x="4040" y="976"/>
            <a:chExt cx="1200" cy="626"/>
          </a:xfrm>
        </p:grpSpPr>
        <p:sp>
          <p:nvSpPr>
            <p:cNvPr id="9243" name="Text Box 23">
              <a:extLst>
                <a:ext uri="{FF2B5EF4-FFF2-40B4-BE49-F238E27FC236}">
                  <a16:creationId xmlns:a16="http://schemas.microsoft.com/office/drawing/2014/main" id="{006F1E6C-E516-82F4-ECEA-957DB8AC0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7" y="985"/>
              <a:ext cx="13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9244" name="Text Box 24">
              <a:extLst>
                <a:ext uri="{FF2B5EF4-FFF2-40B4-BE49-F238E27FC236}">
                  <a16:creationId xmlns:a16="http://schemas.microsoft.com/office/drawing/2014/main" id="{58F4A486-61FB-F888-4B94-5BCC59B99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7" y="1425"/>
              <a:ext cx="13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9245" name="Text Box 25">
              <a:extLst>
                <a:ext uri="{FF2B5EF4-FFF2-40B4-BE49-F238E27FC236}">
                  <a16:creationId xmlns:a16="http://schemas.microsoft.com/office/drawing/2014/main" id="{4506C8AF-67A1-E3D5-281F-480811033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9" y="976"/>
              <a:ext cx="13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9246" name="Text Box 26">
              <a:extLst>
                <a:ext uri="{FF2B5EF4-FFF2-40B4-BE49-F238E27FC236}">
                  <a16:creationId xmlns:a16="http://schemas.microsoft.com/office/drawing/2014/main" id="{42615A91-CE7B-C810-12D1-E33455C94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9" y="1416"/>
              <a:ext cx="13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9247" name="Text Box 27">
              <a:extLst>
                <a:ext uri="{FF2B5EF4-FFF2-40B4-BE49-F238E27FC236}">
                  <a16:creationId xmlns:a16="http://schemas.microsoft.com/office/drawing/2014/main" id="{18A3AD3D-B3D0-8072-C93E-DF2C9A711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1" y="1088"/>
              <a:ext cx="13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9248" name="Text Box 28">
              <a:extLst>
                <a:ext uri="{FF2B5EF4-FFF2-40B4-BE49-F238E27FC236}">
                  <a16:creationId xmlns:a16="http://schemas.microsoft.com/office/drawing/2014/main" id="{41606E3D-4F80-8FEE-7ACB-F6B3AB4FF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1" y="1321"/>
              <a:ext cx="13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9249" name="Text Box 29">
              <a:extLst>
                <a:ext uri="{FF2B5EF4-FFF2-40B4-BE49-F238E27FC236}">
                  <a16:creationId xmlns:a16="http://schemas.microsoft.com/office/drawing/2014/main" id="{BF2F5A70-7B73-5ADB-9E46-114901B7D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" y="1088"/>
              <a:ext cx="13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9250" name="Text Box 30">
              <a:extLst>
                <a:ext uri="{FF2B5EF4-FFF2-40B4-BE49-F238E27FC236}">
                  <a16:creationId xmlns:a16="http://schemas.microsoft.com/office/drawing/2014/main" id="{44F7B66B-3164-FCBD-C7B0-608A2DFB0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" y="1321"/>
              <a:ext cx="13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</p:grpSp>
      <p:sp>
        <p:nvSpPr>
          <p:cNvPr id="298015" name="Rectangle 31">
            <a:extLst>
              <a:ext uri="{FF2B5EF4-FFF2-40B4-BE49-F238E27FC236}">
                <a16:creationId xmlns:a16="http://schemas.microsoft.com/office/drawing/2014/main" id="{E8B6F29F-63F6-A5FB-DE82-7FF7E68B7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0" y="685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>
                <a:solidFill>
                  <a:srgbClr val="00FFCC"/>
                </a:solidFill>
              </a:rPr>
              <a:t>Q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98016" name="Rectangle 32">
            <a:extLst>
              <a:ext uri="{FF2B5EF4-FFF2-40B4-BE49-F238E27FC236}">
                <a16:creationId xmlns:a16="http://schemas.microsoft.com/office/drawing/2014/main" id="{E3E98555-6025-1B0B-FA06-EE019EBB4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401763"/>
            <a:ext cx="914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>
                <a:solidFill>
                  <a:srgbClr val="00FFCC"/>
                </a:solidFill>
              </a:rPr>
              <a:t>u</a:t>
            </a:r>
            <a:r>
              <a:rPr lang="en-US" altLang="zh-CN" sz="3200" b="1">
                <a:solidFill>
                  <a:schemeClr val="bg1"/>
                </a:solidFill>
                <a:latin typeface="Bookman Old Style" panose="02050604050505020204" pitchFamily="18" charset="0"/>
              </a:rPr>
              <a:t>↑</a:t>
            </a:r>
          </a:p>
        </p:txBody>
      </p:sp>
      <p:sp>
        <p:nvSpPr>
          <p:cNvPr id="298017" name="Rectangle 33">
            <a:extLst>
              <a:ext uri="{FF2B5EF4-FFF2-40B4-BE49-F238E27FC236}">
                <a16:creationId xmlns:a16="http://schemas.microsoft.com/office/drawing/2014/main" id="{3D5EC1E3-8872-3B37-EC20-EB15B8DEE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3988" y="6667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00FFCC"/>
                </a:solidFill>
              </a:rPr>
              <a:t>E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98018" name="Rectangle 34">
            <a:extLst>
              <a:ext uri="{FF2B5EF4-FFF2-40B4-BE49-F238E27FC236}">
                <a16:creationId xmlns:a16="http://schemas.microsoft.com/office/drawing/2014/main" id="{6847F1C3-39EC-CDF4-3C0F-3F72524E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075" y="609600"/>
            <a:ext cx="3905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bg1"/>
                </a:solidFill>
              </a:rPr>
              <a:t>↑</a:t>
            </a:r>
          </a:p>
        </p:txBody>
      </p:sp>
      <p:sp>
        <p:nvSpPr>
          <p:cNvPr id="298019" name="Text Box 35">
            <a:extLst>
              <a:ext uri="{FF2B5EF4-FFF2-40B4-BE49-F238E27FC236}">
                <a16:creationId xmlns:a16="http://schemas.microsoft.com/office/drawing/2014/main" id="{375540C6-F1FD-23FE-4DFF-5983009C5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214688"/>
            <a:ext cx="777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半径为 </a:t>
            </a:r>
            <a:r>
              <a:rPr lang="en-US" altLang="zh-CN" b="1" i="1">
                <a:solidFill>
                  <a:srgbClr val="66FFFF"/>
                </a:solidFill>
              </a:rPr>
              <a:t>R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孤立导体球的电容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298020" name="Text Box 36">
            <a:extLst>
              <a:ext uri="{FF2B5EF4-FFF2-40B4-BE49-F238E27FC236}">
                <a16:creationId xmlns:a16="http://schemas.microsoft.com/office/drawing/2014/main" id="{A4F73239-1408-E4F5-742C-2C4A9EDEE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4014788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电势为</a:t>
            </a:r>
          </a:p>
        </p:txBody>
      </p:sp>
      <p:graphicFrame>
        <p:nvGraphicFramePr>
          <p:cNvPr id="298021" name="Object 37">
            <a:extLst>
              <a:ext uri="{FF2B5EF4-FFF2-40B4-BE49-F238E27FC236}">
                <a16:creationId xmlns:a16="http://schemas.microsoft.com/office/drawing/2014/main" id="{CB443032-3788-86CF-23CD-F6B11F3154E6}"/>
              </a:ext>
            </a:extLst>
          </p:cNvPr>
          <p:cNvGraphicFramePr>
            <a:graphicFrameLocks/>
          </p:cNvGraphicFramePr>
          <p:nvPr/>
        </p:nvGraphicFramePr>
        <p:xfrm>
          <a:off x="2419350" y="3810000"/>
          <a:ext cx="1612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69533" imgH="876328" progId="Equation.3">
                  <p:embed/>
                </p:oleObj>
              </mc:Choice>
              <mc:Fallback>
                <p:oleObj name="Equation" r:id="rId9" imgW="1569533" imgH="876328" progId="Equation.3">
                  <p:embed/>
                  <p:pic>
                    <p:nvPicPr>
                      <p:cNvPr id="298021" name="Object 37">
                        <a:extLst>
                          <a:ext uri="{FF2B5EF4-FFF2-40B4-BE49-F238E27FC236}">
                            <a16:creationId xmlns:a16="http://schemas.microsoft.com/office/drawing/2014/main" id="{CB443032-3788-86CF-23CD-F6B11F3154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3810000"/>
                        <a:ext cx="1612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022" name="Object 38">
            <a:extLst>
              <a:ext uri="{FF2B5EF4-FFF2-40B4-BE49-F238E27FC236}">
                <a16:creationId xmlns:a16="http://schemas.microsoft.com/office/drawing/2014/main" id="{3266601C-EFA2-3771-70CE-665F0C61A280}"/>
              </a:ext>
            </a:extLst>
          </p:cNvPr>
          <p:cNvGraphicFramePr>
            <a:graphicFrameLocks/>
          </p:cNvGraphicFramePr>
          <p:nvPr/>
        </p:nvGraphicFramePr>
        <p:xfrm>
          <a:off x="2384425" y="4960938"/>
          <a:ext cx="15478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16287" imgH="388537" progId="Equation.3">
                  <p:embed/>
                </p:oleObj>
              </mc:Choice>
              <mc:Fallback>
                <p:oleObj name="Equation" r:id="rId11" imgW="1516287" imgH="388537" progId="Equation.3">
                  <p:embed/>
                  <p:pic>
                    <p:nvPicPr>
                      <p:cNvPr id="298022" name="Object 38">
                        <a:extLst>
                          <a:ext uri="{FF2B5EF4-FFF2-40B4-BE49-F238E27FC236}">
                            <a16:creationId xmlns:a16="http://schemas.microsoft.com/office/drawing/2014/main" id="{3266601C-EFA2-3771-70CE-665F0C61A2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4960938"/>
                        <a:ext cx="15478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23" name="Text Box 39">
            <a:extLst>
              <a:ext uri="{FF2B5EF4-FFF2-40B4-BE49-F238E27FC236}">
                <a16:creationId xmlns:a16="http://schemas.microsoft.com/office/drawing/2014/main" id="{115049B7-E27B-CF8E-7AB7-9D90729F4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4905375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电容为</a:t>
            </a:r>
          </a:p>
        </p:txBody>
      </p:sp>
      <p:sp>
        <p:nvSpPr>
          <p:cNvPr id="298024" name="Oval 40">
            <a:extLst>
              <a:ext uri="{FF2B5EF4-FFF2-40B4-BE49-F238E27FC236}">
                <a16:creationId xmlns:a16="http://schemas.microsoft.com/office/drawing/2014/main" id="{F1300831-4017-1395-C5E0-F78B36684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4292600"/>
            <a:ext cx="1422400" cy="1422400"/>
          </a:xfrm>
          <a:prstGeom prst="ellipse">
            <a:avLst/>
          </a:prstGeom>
          <a:gradFill rotWithShape="0">
            <a:gsLst>
              <a:gs pos="0">
                <a:srgbClr val="FF6600">
                  <a:alpha val="62999"/>
                </a:srgbClr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66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98025" name="Line 41">
            <a:extLst>
              <a:ext uri="{FF2B5EF4-FFF2-40B4-BE49-F238E27FC236}">
                <a16:creationId xmlns:a16="http://schemas.microsoft.com/office/drawing/2014/main" id="{FB61764F-9D94-9F29-72EE-594B9A1DC95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470775" y="4953000"/>
            <a:ext cx="420688" cy="6207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8026" name="Text Box 42">
            <a:extLst>
              <a:ext uri="{FF2B5EF4-FFF2-40B4-BE49-F238E27FC236}">
                <a16:creationId xmlns:a16="http://schemas.microsoft.com/office/drawing/2014/main" id="{DA468224-7BCE-2A26-0983-D339A253F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2063" y="4826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0000FF"/>
                </a:solidFill>
              </a:rPr>
              <a:t>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7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7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7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8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8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9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7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29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29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8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8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8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80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9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000"/>
                                        <p:tgtEl>
                                          <p:spTgt spid="29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9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000"/>
                                        <p:tgtEl>
                                          <p:spTgt spid="29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 autoUpdateAnimBg="0"/>
      <p:bldP spid="297987" grpId="0" build="p" autoUpdateAnimBg="0"/>
      <p:bldP spid="297988" grpId="0" build="p" autoUpdateAnimBg="0"/>
      <p:bldP spid="297989" grpId="0" animBg="1"/>
      <p:bldP spid="297990" grpId="0" autoUpdateAnimBg="0"/>
      <p:bldP spid="297992" grpId="0" autoUpdateAnimBg="0"/>
      <p:bldP spid="297994" grpId="0" autoUpdateAnimBg="0"/>
      <p:bldP spid="297996" grpId="0" animBg="1" autoUpdateAnimBg="0"/>
      <p:bldP spid="298015" grpId="0" autoUpdateAnimBg="0"/>
      <p:bldP spid="298016" grpId="0" autoUpdateAnimBg="0"/>
      <p:bldP spid="298017" grpId="0" autoUpdateAnimBg="0"/>
      <p:bldP spid="298018" grpId="0" autoUpdateAnimBg="0"/>
      <p:bldP spid="298019" grpId="0" autoUpdateAnimBg="0"/>
      <p:bldP spid="298020" grpId="0" autoUpdateAnimBg="0"/>
      <p:bldP spid="298023" grpId="0" autoUpdateAnimBg="0"/>
      <p:bldP spid="298024" grpId="0" animBg="1" autoUpdateAnimBg="0"/>
      <p:bldP spid="29802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85388218-4701-0434-4979-227DC166C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438150"/>
            <a:ext cx="452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bg1"/>
                </a:solidFill>
              </a:rPr>
              <a:t>若 </a:t>
            </a:r>
            <a:r>
              <a:rPr lang="en-US" altLang="zh-CN" b="1" i="1">
                <a:solidFill>
                  <a:srgbClr val="66FFFF"/>
                </a:solidFill>
              </a:rPr>
              <a:t>R </a:t>
            </a:r>
            <a:r>
              <a:rPr lang="en-US" altLang="zh-CN" b="1">
                <a:solidFill>
                  <a:srgbClr val="66FFFF"/>
                </a:solidFill>
              </a:rPr>
              <a:t>= 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en-US" altLang="zh-CN" b="1" i="1" baseline="-25000">
                <a:solidFill>
                  <a:srgbClr val="66FFFF"/>
                </a:solidFill>
              </a:rPr>
              <a:t>e</a:t>
            </a:r>
            <a:r>
              <a:rPr lang="en-US" altLang="zh-CN" b="1" i="1">
                <a:solidFill>
                  <a:srgbClr val="FFFF00"/>
                </a:solidFill>
              </a:rPr>
              <a:t> </a:t>
            </a:r>
            <a:r>
              <a:rPr lang="en-US" altLang="zh-CN" b="1">
                <a:solidFill>
                  <a:srgbClr val="FFFF00"/>
                </a:solidFill>
              </a:rPr>
              <a:t> </a:t>
            </a:r>
            <a:r>
              <a:rPr lang="en-US" altLang="zh-CN" b="1">
                <a:solidFill>
                  <a:schemeClr val="bg1"/>
                </a:solidFill>
              </a:rPr>
              <a:t>, </a:t>
            </a:r>
            <a:r>
              <a:rPr lang="zh-CN" altLang="en-US" b="1">
                <a:solidFill>
                  <a:schemeClr val="bg1"/>
                </a:solidFill>
              </a:rPr>
              <a:t>则</a:t>
            </a:r>
            <a:r>
              <a:rPr lang="zh-CN" altLang="en-US" b="1">
                <a:solidFill>
                  <a:schemeClr val="accent1"/>
                </a:solidFill>
              </a:rPr>
              <a:t> </a:t>
            </a:r>
            <a:r>
              <a:rPr lang="en-US" altLang="zh-CN" b="1" i="1">
                <a:solidFill>
                  <a:srgbClr val="66FFFF"/>
                </a:solidFill>
              </a:rPr>
              <a:t>C </a:t>
            </a:r>
            <a:r>
              <a:rPr lang="en-US" altLang="zh-CN" b="1">
                <a:solidFill>
                  <a:srgbClr val="66FFFF"/>
                </a:solidFill>
              </a:rPr>
              <a:t>= 714 </a:t>
            </a:r>
            <a:r>
              <a:rPr lang="en-US" altLang="zh-CN" b="1">
                <a:solidFill>
                  <a:srgbClr val="66FFFF"/>
                </a:solidFill>
                <a:sym typeface="Symbol" panose="05050102010706020507" pitchFamily="18" charset="2"/>
              </a:rPr>
              <a:t></a:t>
            </a:r>
            <a:r>
              <a:rPr lang="en-US" altLang="zh-CN" b="1">
                <a:solidFill>
                  <a:srgbClr val="66FFFF"/>
                </a:solidFill>
              </a:rPr>
              <a:t>F </a:t>
            </a: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047C1D93-01A0-91AA-707B-727E5BF26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957263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若</a:t>
            </a:r>
            <a:r>
              <a:rPr lang="zh-CN" altLang="en-US" b="1">
                <a:solidFill>
                  <a:srgbClr val="FFFF00"/>
                </a:solidFill>
              </a:rPr>
              <a:t>  </a:t>
            </a:r>
            <a:r>
              <a:rPr lang="en-US" altLang="zh-CN" b="1" i="1">
                <a:solidFill>
                  <a:srgbClr val="66FFFF"/>
                </a:solidFill>
              </a:rPr>
              <a:t>C </a:t>
            </a:r>
            <a:r>
              <a:rPr lang="en-US" altLang="zh-CN" b="1">
                <a:solidFill>
                  <a:srgbClr val="66FFFF"/>
                </a:solidFill>
              </a:rPr>
              <a:t>= 1</a:t>
            </a:r>
            <a:r>
              <a:rPr lang="en-US" altLang="zh-CN" b="1">
                <a:solidFill>
                  <a:srgbClr val="66FFFF"/>
                </a:solidFill>
                <a:sym typeface="Symbol" panose="05050102010706020507" pitchFamily="18" charset="2"/>
              </a:rPr>
              <a:t>10 </a:t>
            </a:r>
            <a:r>
              <a:rPr lang="en-US" altLang="zh-CN" b="1" baseline="40000">
                <a:solidFill>
                  <a:srgbClr val="66FFFF"/>
                </a:solidFill>
                <a:sym typeface="Symbol" panose="05050102010706020507" pitchFamily="18" charset="2"/>
              </a:rPr>
              <a:t>–</a:t>
            </a:r>
            <a:r>
              <a:rPr lang="en-US" altLang="zh-CN" b="1" baseline="32000">
                <a:solidFill>
                  <a:srgbClr val="66FFFF"/>
                </a:solidFill>
                <a:sym typeface="Symbol" panose="05050102010706020507" pitchFamily="18" charset="2"/>
              </a:rPr>
              <a:t>3</a:t>
            </a:r>
            <a:r>
              <a:rPr lang="en-US" altLang="zh-CN" b="1" baseline="30000">
                <a:solidFill>
                  <a:srgbClr val="66FF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66FFFF"/>
                </a:solidFill>
                <a:sym typeface="Symbol" panose="05050102010706020507" pitchFamily="18" charset="2"/>
              </a:rPr>
              <a:t></a:t>
            </a:r>
            <a:r>
              <a:rPr lang="en-US" altLang="zh-CN" b="1">
                <a:solidFill>
                  <a:srgbClr val="66FFFF"/>
                </a:solidFill>
              </a:rPr>
              <a:t>F</a:t>
            </a:r>
            <a:r>
              <a:rPr lang="en-US" altLang="zh-CN" b="1">
                <a:solidFill>
                  <a:srgbClr val="FFFF00"/>
                </a:solidFill>
              </a:rPr>
              <a:t>  </a:t>
            </a:r>
            <a:r>
              <a:rPr lang="en-US" altLang="zh-CN" b="1">
                <a:solidFill>
                  <a:schemeClr val="bg1"/>
                </a:solidFill>
              </a:rPr>
              <a:t>, </a:t>
            </a:r>
            <a:r>
              <a:rPr lang="zh-CN" altLang="en-US" b="1">
                <a:solidFill>
                  <a:schemeClr val="bg1"/>
                </a:solidFill>
              </a:rPr>
              <a:t>则</a:t>
            </a:r>
            <a:r>
              <a:rPr lang="zh-CN" altLang="en-US" b="1">
                <a:solidFill>
                  <a:srgbClr val="00FFCC"/>
                </a:solidFill>
              </a:rPr>
              <a:t>   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en-US" altLang="zh-CN" b="1">
                <a:solidFill>
                  <a:srgbClr val="66FFFF"/>
                </a:solidFill>
              </a:rPr>
              <a:t> = ?</a:t>
            </a:r>
          </a:p>
        </p:txBody>
      </p:sp>
      <p:sp>
        <p:nvSpPr>
          <p:cNvPr id="296964" name="Oval 4">
            <a:extLst>
              <a:ext uri="{FF2B5EF4-FFF2-40B4-BE49-F238E27FC236}">
                <a16:creationId xmlns:a16="http://schemas.microsoft.com/office/drawing/2014/main" id="{9DEB9026-85C7-1345-61D1-E0F4BB27F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85800"/>
            <a:ext cx="3200400" cy="32004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="1" i="1">
              <a:solidFill>
                <a:schemeClr val="bg1"/>
              </a:solidFill>
            </a:endParaRPr>
          </a:p>
          <a:p>
            <a:pPr eaLnBrk="1" hangingPunct="1"/>
            <a:endParaRPr lang="en-US" altLang="zh-CN" b="1" i="1">
              <a:solidFill>
                <a:schemeClr val="bg1"/>
              </a:solidFill>
            </a:endParaRPr>
          </a:p>
          <a:p>
            <a:pPr eaLnBrk="1" hangingPunct="1"/>
            <a:endParaRPr lang="en-US" altLang="zh-CN" b="1" i="1">
              <a:solidFill>
                <a:schemeClr val="bg1"/>
              </a:solidFill>
            </a:endParaRPr>
          </a:p>
          <a:p>
            <a:pPr eaLnBrk="1" hangingPunct="1"/>
            <a:endParaRPr lang="en-US" altLang="zh-CN" b="1" i="1">
              <a:solidFill>
                <a:schemeClr val="bg1"/>
              </a:solidFill>
            </a:endParaRPr>
          </a:p>
          <a:p>
            <a:pPr eaLnBrk="1" hangingPunct="1"/>
            <a:endParaRPr lang="en-US" altLang="zh-CN" b="1" i="1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b="1" i="1">
                <a:solidFill>
                  <a:srgbClr val="FF0000"/>
                </a:solidFill>
              </a:rPr>
              <a:t>C </a:t>
            </a:r>
            <a:r>
              <a:rPr lang="en-US" altLang="zh-CN" b="1">
                <a:solidFill>
                  <a:srgbClr val="FF0000"/>
                </a:solidFill>
              </a:rPr>
              <a:t>= 1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10 </a:t>
            </a:r>
            <a:r>
              <a:rPr lang="en-US" altLang="zh-CN" b="1" baseline="36000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lang="en-US" altLang="zh-CN" b="1" baseline="3000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</a:t>
            </a:r>
            <a:r>
              <a:rPr lang="en-US" altLang="zh-CN" b="1">
                <a:solidFill>
                  <a:srgbClr val="FF0000"/>
                </a:solidFill>
              </a:rPr>
              <a:t>F</a:t>
            </a:r>
          </a:p>
        </p:txBody>
      </p:sp>
      <p:pic>
        <p:nvPicPr>
          <p:cNvPr id="296965" name="Picture 5" descr="BS02044_">
            <a:extLst>
              <a:ext uri="{FF2B5EF4-FFF2-40B4-BE49-F238E27FC236}">
                <a16:creationId xmlns:a16="http://schemas.microsoft.com/office/drawing/2014/main" id="{40938898-6D2E-5D5B-0C76-90382EEA9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3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267075"/>
            <a:ext cx="58261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66" name="AutoShape 6">
            <a:extLst>
              <a:ext uri="{FF2B5EF4-FFF2-40B4-BE49-F238E27FC236}">
                <a16:creationId xmlns:a16="http://schemas.microsoft.com/office/drawing/2014/main" id="{D8A4F200-9545-AEB1-F410-E597A7D07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73075"/>
            <a:ext cx="1676400" cy="1676400"/>
          </a:xfrm>
          <a:prstGeom prst="cloudCallout">
            <a:avLst>
              <a:gd name="adj1" fmla="val -10509"/>
              <a:gd name="adj2" fmla="val 10208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</a:rPr>
              <a:t>啊</a:t>
            </a:r>
            <a:r>
              <a:rPr lang="en-US" altLang="zh-CN" b="1">
                <a:solidFill>
                  <a:schemeClr val="accent2"/>
                </a:solidFill>
              </a:rPr>
              <a:t>,</a:t>
            </a:r>
            <a:r>
              <a:rPr lang="zh-CN" altLang="en-US" b="1">
                <a:solidFill>
                  <a:schemeClr val="accent2"/>
                </a:solidFill>
              </a:rPr>
              <a:t>体积还这么大</a:t>
            </a:r>
            <a:r>
              <a:rPr lang="en-US" altLang="zh-CN" b="1">
                <a:solidFill>
                  <a:schemeClr val="accent2"/>
                </a:solidFill>
              </a:rPr>
              <a:t>!</a:t>
            </a:r>
          </a:p>
        </p:txBody>
      </p:sp>
      <p:sp>
        <p:nvSpPr>
          <p:cNvPr id="296967" name="Line 7">
            <a:extLst>
              <a:ext uri="{FF2B5EF4-FFF2-40B4-BE49-F238E27FC236}">
                <a16:creationId xmlns:a16="http://schemas.microsoft.com/office/drawing/2014/main" id="{B55C5D1D-C855-4FBC-2C97-67A84E511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4013" y="3267075"/>
            <a:ext cx="6096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68" name="Rectangle 8" descr="宽上对角线">
            <a:extLst>
              <a:ext uri="{FF2B5EF4-FFF2-40B4-BE49-F238E27FC236}">
                <a16:creationId xmlns:a16="http://schemas.microsoft.com/office/drawing/2014/main" id="{9D258BB1-A425-4CEC-8603-A2501C64B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886200"/>
            <a:ext cx="3733800" cy="152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6969" name="Text Box 9">
            <a:extLst>
              <a:ext uri="{FF2B5EF4-FFF2-40B4-BE49-F238E27FC236}">
                <a16:creationId xmlns:a16="http://schemas.microsoft.com/office/drawing/2014/main" id="{3755ABDE-554A-BB80-62BD-2F89E8C2D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3700" y="3382963"/>
            <a:ext cx="977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1.8</a:t>
            </a:r>
            <a:r>
              <a:rPr lang="zh-CN" altLang="en-US" b="1">
                <a:solidFill>
                  <a:schemeClr val="bg1"/>
                </a:solidFill>
              </a:rPr>
              <a:t>米</a:t>
            </a:r>
          </a:p>
        </p:txBody>
      </p:sp>
      <p:sp>
        <p:nvSpPr>
          <p:cNvPr id="296970" name="Line 10">
            <a:extLst>
              <a:ext uri="{FF2B5EF4-FFF2-40B4-BE49-F238E27FC236}">
                <a16:creationId xmlns:a16="http://schemas.microsoft.com/office/drawing/2014/main" id="{55028F3E-89A3-7901-0861-36888AAD16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39113" y="3292475"/>
            <a:ext cx="14287" cy="59372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71" name="Line 11">
            <a:extLst>
              <a:ext uri="{FF2B5EF4-FFF2-40B4-BE49-F238E27FC236}">
                <a16:creationId xmlns:a16="http://schemas.microsoft.com/office/drawing/2014/main" id="{017E82ED-AD77-68D5-95CA-130727D0C4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5688" y="1019175"/>
            <a:ext cx="99060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72" name="Text Box 12">
            <a:extLst>
              <a:ext uri="{FF2B5EF4-FFF2-40B4-BE49-F238E27FC236}">
                <a16:creationId xmlns:a16="http://schemas.microsoft.com/office/drawing/2014/main" id="{874DACF1-ACA1-7062-DB9C-CD9C42010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8113" y="1600200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99"/>
                </a:solidFill>
              </a:rPr>
              <a:t>9</a:t>
            </a:r>
            <a:r>
              <a:rPr lang="en-US" altLang="zh-CN" b="1" i="1">
                <a:solidFill>
                  <a:srgbClr val="000099"/>
                </a:solidFill>
              </a:rPr>
              <a:t>m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CCFE14C5-B7F4-8780-C0E3-F4C29DEA8638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5357813"/>
            <a:ext cx="2286000" cy="571500"/>
            <a:chOff x="3984" y="1416"/>
            <a:chExt cx="1440" cy="360"/>
          </a:xfrm>
        </p:grpSpPr>
        <p:sp>
          <p:nvSpPr>
            <p:cNvPr id="10275" name="AutoShape 14">
              <a:extLst>
                <a:ext uri="{FF2B5EF4-FFF2-40B4-BE49-F238E27FC236}">
                  <a16:creationId xmlns:a16="http://schemas.microsoft.com/office/drawing/2014/main" id="{8060A87D-8399-ADA1-175C-FB00C2FDF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40"/>
              <a:ext cx="1440" cy="336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6" name="Oval 15">
              <a:extLst>
                <a:ext uri="{FF2B5EF4-FFF2-40B4-BE49-F238E27FC236}">
                  <a16:creationId xmlns:a16="http://schemas.microsoft.com/office/drawing/2014/main" id="{174F1AFC-6A44-26B2-20B3-6D5E468DA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16"/>
              <a:ext cx="1440" cy="192"/>
            </a:xfrm>
            <a:prstGeom prst="ellipse">
              <a:avLst/>
            </a:prstGeom>
            <a:solidFill>
              <a:srgbClr val="4D4D4D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96976" name="AutoShape 16" descr="粉色砂纸">
            <a:extLst>
              <a:ext uri="{FF2B5EF4-FFF2-40B4-BE49-F238E27FC236}">
                <a16:creationId xmlns:a16="http://schemas.microsoft.com/office/drawing/2014/main" id="{97C24409-8F15-FDED-6A13-745A13F78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205413"/>
            <a:ext cx="2273300" cy="457200"/>
          </a:xfrm>
          <a:prstGeom prst="can">
            <a:avLst>
              <a:gd name="adj" fmla="val 50000"/>
            </a:avLst>
          </a:prstGeom>
          <a:blipFill dpi="0" rotWithShape="0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6977" name="Text Box 17">
            <a:extLst>
              <a:ext uri="{FF2B5EF4-FFF2-40B4-BE49-F238E27FC236}">
                <a16:creationId xmlns:a16="http://schemas.microsoft.com/office/drawing/2014/main" id="{B8A4D959-9473-43D1-ACF5-0A494D43C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928813"/>
            <a:ext cx="3937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通常，由彼此绝缘，相距很近的两导体构成电容器。</a:t>
            </a:r>
          </a:p>
        </p:txBody>
      </p:sp>
      <p:sp>
        <p:nvSpPr>
          <p:cNvPr id="296978" name="AutoShape 18">
            <a:extLst>
              <a:ext uri="{FF2B5EF4-FFF2-40B4-BE49-F238E27FC236}">
                <a16:creationId xmlns:a16="http://schemas.microsoft.com/office/drawing/2014/main" id="{13AF2C48-A4B1-30E3-3C64-3F40EAB5C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938713"/>
            <a:ext cx="2286000" cy="533400"/>
          </a:xfrm>
          <a:prstGeom prst="can">
            <a:avLst>
              <a:gd name="adj" fmla="val 50000"/>
            </a:avLst>
          </a:prstGeom>
          <a:solidFill>
            <a:schemeClr val="bg2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6979" name="AutoShape 19">
            <a:extLst>
              <a:ext uri="{FF2B5EF4-FFF2-40B4-BE49-F238E27FC236}">
                <a16:creationId xmlns:a16="http://schemas.microsoft.com/office/drawing/2014/main" id="{15085ECE-B798-1B47-34F2-CAC7866C6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343400"/>
            <a:ext cx="914400" cy="428625"/>
          </a:xfrm>
          <a:prstGeom prst="wedgeRoundRectCallout">
            <a:avLst>
              <a:gd name="adj1" fmla="val -14236"/>
              <a:gd name="adj2" fmla="val 112963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极板</a:t>
            </a:r>
          </a:p>
        </p:txBody>
      </p:sp>
      <p:sp>
        <p:nvSpPr>
          <p:cNvPr id="296980" name="AutoShape 20">
            <a:extLst>
              <a:ext uri="{FF2B5EF4-FFF2-40B4-BE49-F238E27FC236}">
                <a16:creationId xmlns:a16="http://schemas.microsoft.com/office/drawing/2014/main" id="{86BB8BA3-81D9-F127-9C93-6E05E6A40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6019800"/>
            <a:ext cx="914400" cy="485775"/>
          </a:xfrm>
          <a:prstGeom prst="wedgeRoundRectCallout">
            <a:avLst>
              <a:gd name="adj1" fmla="val -13194"/>
              <a:gd name="adj2" fmla="val -102940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极板</a:t>
            </a:r>
          </a:p>
        </p:txBody>
      </p:sp>
      <p:grpSp>
        <p:nvGrpSpPr>
          <p:cNvPr id="3" name="Group 21">
            <a:extLst>
              <a:ext uri="{FF2B5EF4-FFF2-40B4-BE49-F238E27FC236}">
                <a16:creationId xmlns:a16="http://schemas.microsoft.com/office/drawing/2014/main" id="{52DD7234-344D-BDF3-B840-2653110774EB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5014913"/>
            <a:ext cx="630238" cy="976312"/>
            <a:chOff x="4529" y="2327"/>
            <a:chExt cx="397" cy="615"/>
          </a:xfrm>
        </p:grpSpPr>
        <p:sp>
          <p:nvSpPr>
            <p:cNvPr id="10273" name="Rectangle 22">
              <a:extLst>
                <a:ext uri="{FF2B5EF4-FFF2-40B4-BE49-F238E27FC236}">
                  <a16:creationId xmlns:a16="http://schemas.microsoft.com/office/drawing/2014/main" id="{D53497C7-E960-3E32-10CD-09D5B5B98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" y="2327"/>
              <a:ext cx="39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00"/>
                  </a:solidFill>
                </a:rPr>
                <a:t>+</a:t>
              </a:r>
              <a:r>
                <a:rPr lang="en-US" altLang="zh-CN" sz="2800" b="1">
                  <a:solidFill>
                    <a:srgbClr val="FFFF00"/>
                  </a:solidFill>
                </a:rPr>
                <a:t> </a:t>
              </a:r>
              <a:r>
                <a:rPr lang="en-US" altLang="zh-CN" sz="2000" b="1" i="1">
                  <a:solidFill>
                    <a:srgbClr val="FFFF00"/>
                  </a:solidFill>
                </a:rPr>
                <a:t>Q</a:t>
              </a:r>
            </a:p>
          </p:txBody>
        </p:sp>
        <p:sp>
          <p:nvSpPr>
            <p:cNvPr id="10274" name="Rectangle 23">
              <a:extLst>
                <a:ext uri="{FF2B5EF4-FFF2-40B4-BE49-F238E27FC236}">
                  <a16:creationId xmlns:a16="http://schemas.microsoft.com/office/drawing/2014/main" id="{C41CDCAF-05C6-C68E-DE77-62FDE588A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615"/>
              <a:ext cx="3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FFFF00"/>
                  </a:solidFill>
                </a:rPr>
                <a:t>-</a:t>
              </a:r>
              <a:r>
                <a:rPr lang="en-US" altLang="zh-CN" sz="2000" b="1">
                  <a:solidFill>
                    <a:srgbClr val="FFFF00"/>
                  </a:solidFill>
                </a:rPr>
                <a:t> </a:t>
              </a:r>
              <a:r>
                <a:rPr lang="en-US" altLang="zh-CN" sz="2000" b="1" i="1">
                  <a:solidFill>
                    <a:srgbClr val="FFFF00"/>
                  </a:solidFill>
                </a:rPr>
                <a:t>Q</a:t>
              </a:r>
            </a:p>
          </p:txBody>
        </p:sp>
      </p:grpSp>
      <p:grpSp>
        <p:nvGrpSpPr>
          <p:cNvPr id="4" name="Group 24">
            <a:extLst>
              <a:ext uri="{FF2B5EF4-FFF2-40B4-BE49-F238E27FC236}">
                <a16:creationId xmlns:a16="http://schemas.microsoft.com/office/drawing/2014/main" id="{081388DC-602F-763A-9E24-7370080F6112}"/>
              </a:ext>
            </a:extLst>
          </p:cNvPr>
          <p:cNvGrpSpPr>
            <a:grpSpLocks/>
          </p:cNvGrpSpPr>
          <p:nvPr/>
        </p:nvGrpSpPr>
        <p:grpSpPr bwMode="auto">
          <a:xfrm>
            <a:off x="7499350" y="5030788"/>
            <a:ext cx="896938" cy="847725"/>
            <a:chOff x="5204" y="1019"/>
            <a:chExt cx="565" cy="520"/>
          </a:xfrm>
        </p:grpSpPr>
        <p:sp>
          <p:nvSpPr>
            <p:cNvPr id="10268" name="Line 25">
              <a:extLst>
                <a:ext uri="{FF2B5EF4-FFF2-40B4-BE49-F238E27FC236}">
                  <a16:creationId xmlns:a16="http://schemas.microsoft.com/office/drawing/2014/main" id="{DC137137-1815-7BAB-BF2C-A3DD0CF1A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224"/>
              <a:ext cx="129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9" name="Line 26">
              <a:extLst>
                <a:ext uri="{FF2B5EF4-FFF2-40B4-BE49-F238E27FC236}">
                  <a16:creationId xmlns:a16="http://schemas.microsoft.com/office/drawing/2014/main" id="{1C3B23D8-6ADB-1461-3971-72F71975E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320"/>
              <a:ext cx="129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0" name="Line 27">
              <a:extLst>
                <a:ext uri="{FF2B5EF4-FFF2-40B4-BE49-F238E27FC236}">
                  <a16:creationId xmlns:a16="http://schemas.microsoft.com/office/drawing/2014/main" id="{A35738F6-FA02-6D71-41F7-6734E054F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8" y="1056"/>
              <a:ext cx="0" cy="16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1" name="Line 28">
              <a:extLst>
                <a:ext uri="{FF2B5EF4-FFF2-40B4-BE49-F238E27FC236}">
                  <a16:creationId xmlns:a16="http://schemas.microsoft.com/office/drawing/2014/main" id="{1343D214-532B-0893-1B7C-CA905B9ECC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8" y="1320"/>
              <a:ext cx="0" cy="21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2" name="Rectangle 29">
              <a:extLst>
                <a:ext uri="{FF2B5EF4-FFF2-40B4-BE49-F238E27FC236}">
                  <a16:creationId xmlns:a16="http://schemas.microsoft.com/office/drawing/2014/main" id="{F71F56C3-A627-EFEC-D463-C08AAA85D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4" y="1019"/>
              <a:ext cx="565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FFFF00"/>
                  </a:solidFill>
                  <a:sym typeface="Symbol" panose="05050102010706020507" pitchFamily="18" charset="2"/>
                </a:rPr>
                <a:t>   </a:t>
              </a:r>
              <a:r>
                <a:rPr lang="en-US" altLang="zh-CN" sz="3600" i="1">
                  <a:solidFill>
                    <a:srgbClr val="FFFF00"/>
                  </a:solidFill>
                  <a:sym typeface="Symbol" panose="05050102010706020507" pitchFamily="18" charset="2"/>
                </a:rPr>
                <a:t>u</a:t>
              </a:r>
              <a:endParaRPr lang="en-US" altLang="zh-CN" sz="3600" i="1">
                <a:solidFill>
                  <a:srgbClr val="FFFF00"/>
                </a:solidFill>
              </a:endParaRPr>
            </a:p>
          </p:txBody>
        </p:sp>
      </p:grpSp>
      <p:graphicFrame>
        <p:nvGraphicFramePr>
          <p:cNvPr id="296990" name="Object 30">
            <a:extLst>
              <a:ext uri="{FF2B5EF4-FFF2-40B4-BE49-F238E27FC236}">
                <a16:creationId xmlns:a16="http://schemas.microsoft.com/office/drawing/2014/main" id="{77DCCFA1-BA17-A2B8-7B98-3974ED0EA2FB}"/>
              </a:ext>
            </a:extLst>
          </p:cNvPr>
          <p:cNvGraphicFramePr>
            <a:graphicFrameLocks/>
          </p:cNvGraphicFramePr>
          <p:nvPr/>
        </p:nvGraphicFramePr>
        <p:xfrm>
          <a:off x="876300" y="4267200"/>
          <a:ext cx="11049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924" imgH="350631" progId="Equation.3">
                  <p:embed/>
                </p:oleObj>
              </mc:Choice>
              <mc:Fallback>
                <p:oleObj name="Equation" r:id="rId7" imgW="1066924" imgH="350631" progId="Equation.3">
                  <p:embed/>
                  <p:pic>
                    <p:nvPicPr>
                      <p:cNvPr id="296990" name="Object 30">
                        <a:extLst>
                          <a:ext uri="{FF2B5EF4-FFF2-40B4-BE49-F238E27FC236}">
                            <a16:creationId xmlns:a16="http://schemas.microsoft.com/office/drawing/2014/main" id="{77DCCFA1-BA17-A2B8-7B98-3974ED0EA2F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4267200"/>
                        <a:ext cx="11049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1" name="Rectangle 31">
            <a:extLst>
              <a:ext uri="{FF2B5EF4-FFF2-40B4-BE49-F238E27FC236}">
                <a16:creationId xmlns:a16="http://schemas.microsoft.com/office/drawing/2014/main" id="{A41DEC72-6E28-2587-F06F-2EB207116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006725"/>
            <a:ext cx="3954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使两导体极板带电</a:t>
            </a:r>
          </a:p>
        </p:txBody>
      </p:sp>
      <p:graphicFrame>
        <p:nvGraphicFramePr>
          <p:cNvPr id="296992" name="Object 32">
            <a:extLst>
              <a:ext uri="{FF2B5EF4-FFF2-40B4-BE49-F238E27FC236}">
                <a16:creationId xmlns:a16="http://schemas.microsoft.com/office/drawing/2014/main" id="{664CA4BB-8F0A-F3F9-2CDD-AFE2708B0F66}"/>
              </a:ext>
            </a:extLst>
          </p:cNvPr>
          <p:cNvGraphicFramePr>
            <a:graphicFrameLocks/>
          </p:cNvGraphicFramePr>
          <p:nvPr/>
        </p:nvGraphicFramePr>
        <p:xfrm>
          <a:off x="3378200" y="3046413"/>
          <a:ext cx="558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25998" imgH="350631" progId="Equation.3">
                  <p:embed/>
                </p:oleObj>
              </mc:Choice>
              <mc:Fallback>
                <p:oleObj name="Equation" r:id="rId9" imgW="525998" imgH="350631" progId="Equation.3">
                  <p:embed/>
                  <p:pic>
                    <p:nvPicPr>
                      <p:cNvPr id="296992" name="Object 32">
                        <a:extLst>
                          <a:ext uri="{FF2B5EF4-FFF2-40B4-BE49-F238E27FC236}">
                            <a16:creationId xmlns:a16="http://schemas.microsoft.com/office/drawing/2014/main" id="{664CA4BB-8F0A-F3F9-2CDD-AFE2708B0F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3046413"/>
                        <a:ext cx="5588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3" name="Text Box 33">
            <a:extLst>
              <a:ext uri="{FF2B5EF4-FFF2-40B4-BE49-F238E27FC236}">
                <a16:creationId xmlns:a16="http://schemas.microsoft.com/office/drawing/2014/main" id="{F27CA4E1-CBCE-1D94-14BD-8241B6535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40138"/>
            <a:ext cx="4097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两导体极板的电势差</a:t>
            </a:r>
          </a:p>
        </p:txBody>
      </p:sp>
      <p:sp>
        <p:nvSpPr>
          <p:cNvPr id="296994" name="Text Box 34">
            <a:extLst>
              <a:ext uri="{FF2B5EF4-FFF2-40B4-BE49-F238E27FC236}">
                <a16:creationId xmlns:a16="http://schemas.microsoft.com/office/drawing/2014/main" id="{2FCBD0BE-25D2-4131-5D92-ACBE57EEE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506538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66FFFF"/>
                </a:solidFill>
                <a:sym typeface="Symbol" panose="05050102010706020507" pitchFamily="18" charset="2"/>
              </a:rPr>
              <a:t>2. </a:t>
            </a:r>
            <a:r>
              <a:rPr lang="zh-CN" altLang="en-US" b="1">
                <a:solidFill>
                  <a:srgbClr val="66FFFF"/>
                </a:solidFill>
              </a:rPr>
              <a:t>电容器的电容</a:t>
            </a:r>
          </a:p>
        </p:txBody>
      </p:sp>
      <p:sp>
        <p:nvSpPr>
          <p:cNvPr id="296995" name="Rectangle 35">
            <a:extLst>
              <a:ext uri="{FF2B5EF4-FFF2-40B4-BE49-F238E27FC236}">
                <a16:creationId xmlns:a16="http://schemas.microsoft.com/office/drawing/2014/main" id="{D4AEA149-EAF3-3336-33D9-9FAC7158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883150"/>
            <a:ext cx="337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电容器的电容</a:t>
            </a:r>
          </a:p>
        </p:txBody>
      </p:sp>
      <p:graphicFrame>
        <p:nvGraphicFramePr>
          <p:cNvPr id="296996" name="Object 36">
            <a:extLst>
              <a:ext uri="{FF2B5EF4-FFF2-40B4-BE49-F238E27FC236}">
                <a16:creationId xmlns:a16="http://schemas.microsoft.com/office/drawing/2014/main" id="{91E575D1-564B-4F17-61AE-B2D8C936D91F}"/>
              </a:ext>
            </a:extLst>
          </p:cNvPr>
          <p:cNvGraphicFramePr>
            <a:graphicFrameLocks/>
          </p:cNvGraphicFramePr>
          <p:nvPr/>
        </p:nvGraphicFramePr>
        <p:xfrm>
          <a:off x="958850" y="5568950"/>
          <a:ext cx="1079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36569" imgH="792535" progId="Equation.3">
                  <p:embed/>
                </p:oleObj>
              </mc:Choice>
              <mc:Fallback>
                <p:oleObj name="Equation" r:id="rId11" imgW="1036569" imgH="792535" progId="Equation.3">
                  <p:embed/>
                  <p:pic>
                    <p:nvPicPr>
                      <p:cNvPr id="296996" name="Object 36">
                        <a:extLst>
                          <a:ext uri="{FF2B5EF4-FFF2-40B4-BE49-F238E27FC236}">
                            <a16:creationId xmlns:a16="http://schemas.microsoft.com/office/drawing/2014/main" id="{91E575D1-564B-4F17-61AE-B2D8C936D91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5568950"/>
                        <a:ext cx="1079500" cy="8255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99"/>
                          </a:gs>
                          <a:gs pos="100000">
                            <a:srgbClr val="004747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9050">
                        <a:solidFill>
                          <a:srgbClr val="0099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6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9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969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69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69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69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69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0" fill="hold"/>
                                        <p:tgtEl>
                                          <p:spTgt spid="296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0" fill="hold"/>
                                        <p:tgtEl>
                                          <p:spTgt spid="296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29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29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29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969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2" grpId="0" autoUpdateAnimBg="0"/>
      <p:bldP spid="296963" grpId="0" autoUpdateAnimBg="0"/>
      <p:bldP spid="296964" grpId="0" animBg="1" autoUpdateAnimBg="0"/>
      <p:bldP spid="296966" grpId="0" animBg="1" autoUpdateAnimBg="0"/>
      <p:bldP spid="296968" grpId="0" animBg="1"/>
      <p:bldP spid="296969" grpId="0" autoUpdateAnimBg="0"/>
      <p:bldP spid="296972" grpId="0" autoUpdateAnimBg="0"/>
      <p:bldP spid="296976" grpId="0" animBg="1"/>
      <p:bldP spid="296977" grpId="0" autoUpdateAnimBg="0"/>
      <p:bldP spid="296978" grpId="0" animBg="1"/>
      <p:bldP spid="296979" grpId="0" animBg="1" autoUpdateAnimBg="0"/>
      <p:bldP spid="296980" grpId="0" animBg="1" autoUpdateAnimBg="0"/>
      <p:bldP spid="296991" grpId="0" autoUpdateAnimBg="0"/>
      <p:bldP spid="296993" grpId="0" autoUpdateAnimBg="0"/>
      <p:bldP spid="296994" grpId="0" autoUpdateAnimBg="0"/>
      <p:bldP spid="29699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AutoShape 2">
            <a:extLst>
              <a:ext uri="{FF2B5EF4-FFF2-40B4-BE49-F238E27FC236}">
                <a16:creationId xmlns:a16="http://schemas.microsoft.com/office/drawing/2014/main" id="{62A24E37-5AD2-D54A-AE9D-AFECBEA53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572125"/>
            <a:ext cx="1871662" cy="1008063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5939" name="Text Box 3">
            <a:extLst>
              <a:ext uri="{FF2B5EF4-FFF2-40B4-BE49-F238E27FC236}">
                <a16:creationId xmlns:a16="http://schemas.microsoft.com/office/drawing/2014/main" id="{FBC193D3-49E7-E2D2-A5E1-8B39BAECF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6208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FF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rgbClr val="66FFFF"/>
                </a:solidFill>
              </a:rPr>
              <a:t>电容器电容的计算</a:t>
            </a:r>
          </a:p>
        </p:txBody>
      </p:sp>
      <p:sp>
        <p:nvSpPr>
          <p:cNvPr id="295940" name="Text Box 4">
            <a:extLst>
              <a:ext uri="{FF2B5EF4-FFF2-40B4-BE49-F238E27FC236}">
                <a16:creationId xmlns:a16="http://schemas.microsoft.com/office/drawing/2014/main" id="{A299927A-23DC-79A6-EED3-09A3EBCDA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2143125"/>
            <a:ext cx="590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FF00"/>
                </a:solidFill>
              </a:rPr>
              <a:t> </a:t>
            </a:r>
            <a:r>
              <a:rPr lang="en-US" altLang="zh-CN" b="1" i="1">
                <a:solidFill>
                  <a:srgbClr val="FFCC00"/>
                </a:solidFill>
              </a:rPr>
              <a:t>Q</a:t>
            </a:r>
            <a:endParaRPr lang="en-US" altLang="zh-CN" b="1">
              <a:solidFill>
                <a:srgbClr val="FFCC00"/>
              </a:solidFill>
            </a:endParaRPr>
          </a:p>
        </p:txBody>
      </p:sp>
      <p:graphicFrame>
        <p:nvGraphicFramePr>
          <p:cNvPr id="295941" name="Object 5">
            <a:extLst>
              <a:ext uri="{FF2B5EF4-FFF2-40B4-BE49-F238E27FC236}">
                <a16:creationId xmlns:a16="http://schemas.microsoft.com/office/drawing/2014/main" id="{1F2ECE5E-6650-5924-24F0-B68A64F36F7A}"/>
              </a:ext>
            </a:extLst>
          </p:cNvPr>
          <p:cNvGraphicFramePr>
            <a:graphicFrameLocks/>
          </p:cNvGraphicFramePr>
          <p:nvPr/>
        </p:nvGraphicFramePr>
        <p:xfrm>
          <a:off x="2205038" y="2338388"/>
          <a:ext cx="2794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40" imgH="304745" progId="Equation.3">
                  <p:embed/>
                </p:oleObj>
              </mc:Choice>
              <mc:Fallback>
                <p:oleObj name="Equation" r:id="rId2" imgW="243840" imgH="304745" progId="Equation.3">
                  <p:embed/>
                  <p:pic>
                    <p:nvPicPr>
                      <p:cNvPr id="295941" name="Object 5">
                        <a:extLst>
                          <a:ext uri="{FF2B5EF4-FFF2-40B4-BE49-F238E27FC236}">
                            <a16:creationId xmlns:a16="http://schemas.microsoft.com/office/drawing/2014/main" id="{1F2ECE5E-6650-5924-24F0-B68A64F36F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2338388"/>
                        <a:ext cx="2794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2" name="AutoShape 6">
            <a:extLst>
              <a:ext uri="{FF2B5EF4-FFF2-40B4-BE49-F238E27FC236}">
                <a16:creationId xmlns:a16="http://schemas.microsoft.com/office/drawing/2014/main" id="{EC5930AC-D778-1E6E-5C19-A518C2550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2341563"/>
            <a:ext cx="600075" cy="304800"/>
          </a:xfrm>
          <a:prstGeom prst="rightArrow">
            <a:avLst>
              <a:gd name="adj1" fmla="val 50000"/>
              <a:gd name="adj2" fmla="val 49219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5943" name="Object 7">
            <a:extLst>
              <a:ext uri="{FF2B5EF4-FFF2-40B4-BE49-F238E27FC236}">
                <a16:creationId xmlns:a16="http://schemas.microsoft.com/office/drawing/2014/main" id="{FD315A26-1ECF-FEDE-424B-EAA6F62728D5}"/>
              </a:ext>
            </a:extLst>
          </p:cNvPr>
          <p:cNvGraphicFramePr>
            <a:graphicFrameLocks/>
          </p:cNvGraphicFramePr>
          <p:nvPr/>
        </p:nvGraphicFramePr>
        <p:xfrm>
          <a:off x="3792538" y="2362200"/>
          <a:ext cx="4968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324" imgH="266839" progId="Equation.3">
                  <p:embed/>
                </p:oleObj>
              </mc:Choice>
              <mc:Fallback>
                <p:oleObj name="Equation" r:id="rId4" imgW="457324" imgH="266839" progId="Equation.3">
                  <p:embed/>
                  <p:pic>
                    <p:nvPicPr>
                      <p:cNvPr id="295943" name="Object 7">
                        <a:extLst>
                          <a:ext uri="{FF2B5EF4-FFF2-40B4-BE49-F238E27FC236}">
                            <a16:creationId xmlns:a16="http://schemas.microsoft.com/office/drawing/2014/main" id="{FD315A26-1ECF-FEDE-424B-EAA6F62728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2362200"/>
                        <a:ext cx="496887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4" name="AutoShape 8">
            <a:extLst>
              <a:ext uri="{FF2B5EF4-FFF2-40B4-BE49-F238E27FC236}">
                <a16:creationId xmlns:a16="http://schemas.microsoft.com/office/drawing/2014/main" id="{DCBB6775-03A2-D85D-D3BA-A7C9D4750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341563"/>
            <a:ext cx="617538" cy="327025"/>
          </a:xfrm>
          <a:prstGeom prst="rightArrow">
            <a:avLst>
              <a:gd name="adj1" fmla="val 50000"/>
              <a:gd name="adj2" fmla="val 47209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5945" name="Object 9">
            <a:extLst>
              <a:ext uri="{FF2B5EF4-FFF2-40B4-BE49-F238E27FC236}">
                <a16:creationId xmlns:a16="http://schemas.microsoft.com/office/drawing/2014/main" id="{BEA131E7-E91E-DA9C-8138-0356B34C6CB4}"/>
              </a:ext>
            </a:extLst>
          </p:cNvPr>
          <p:cNvGraphicFramePr>
            <a:graphicFrameLocks/>
          </p:cNvGraphicFramePr>
          <p:nvPr/>
        </p:nvGraphicFramePr>
        <p:xfrm>
          <a:off x="5729288" y="2133600"/>
          <a:ext cx="10810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36569" imgH="792535" progId="Equation.3">
                  <p:embed/>
                </p:oleObj>
              </mc:Choice>
              <mc:Fallback>
                <p:oleObj name="公式" r:id="rId6" imgW="1036569" imgH="792535" progId="Equation.3">
                  <p:embed/>
                  <p:pic>
                    <p:nvPicPr>
                      <p:cNvPr id="295945" name="Object 9">
                        <a:extLst>
                          <a:ext uri="{FF2B5EF4-FFF2-40B4-BE49-F238E27FC236}">
                            <a16:creationId xmlns:a16="http://schemas.microsoft.com/office/drawing/2014/main" id="{BEA131E7-E91E-DA9C-8138-0356B34C6C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9288" y="2133600"/>
                        <a:ext cx="10810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6" name="AutoShape 10">
            <a:extLst>
              <a:ext uri="{FF2B5EF4-FFF2-40B4-BE49-F238E27FC236}">
                <a16:creationId xmlns:a16="http://schemas.microsoft.com/office/drawing/2014/main" id="{393C1BC9-11AF-3DB1-B73B-A4D8F78EC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335213"/>
            <a:ext cx="611188" cy="338137"/>
          </a:xfrm>
          <a:prstGeom prst="rightArrow">
            <a:avLst>
              <a:gd name="adj1" fmla="val 50000"/>
              <a:gd name="adj2" fmla="val 45188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5947" name="Rectangle 11">
            <a:extLst>
              <a:ext uri="{FF2B5EF4-FFF2-40B4-BE49-F238E27FC236}">
                <a16:creationId xmlns:a16="http://schemas.microsoft.com/office/drawing/2014/main" id="{31C685EA-EA65-B9F9-5B72-815FEE690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3375"/>
            <a:ext cx="8153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solidFill>
                  <a:schemeClr val="bg1"/>
                </a:solidFill>
              </a:rPr>
              <a:t>电容器电容的大小取决于极板的形状、大小、相对位置以及极板间介质。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1B9997CB-E604-C53F-C24E-FF3FFBA63C56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3357563"/>
            <a:ext cx="3014663" cy="1284287"/>
            <a:chOff x="912" y="1584"/>
            <a:chExt cx="1899" cy="809"/>
          </a:xfrm>
        </p:grpSpPr>
        <p:sp>
          <p:nvSpPr>
            <p:cNvPr id="11353" name="AutoShape 13">
              <a:extLst>
                <a:ext uri="{FF2B5EF4-FFF2-40B4-BE49-F238E27FC236}">
                  <a16:creationId xmlns:a16="http://schemas.microsoft.com/office/drawing/2014/main" id="{13A89A73-25A1-F45C-F072-0AC501168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776"/>
              <a:ext cx="1898" cy="617"/>
            </a:xfrm>
            <a:prstGeom prst="cube">
              <a:avLst>
                <a:gd name="adj" fmla="val 8832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54" name="AutoShape 14">
              <a:extLst>
                <a:ext uri="{FF2B5EF4-FFF2-40B4-BE49-F238E27FC236}">
                  <a16:creationId xmlns:a16="http://schemas.microsoft.com/office/drawing/2014/main" id="{1DCC0E7B-AF1E-BA61-DF75-71493DE2E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1780"/>
              <a:ext cx="1897" cy="544"/>
            </a:xfrm>
            <a:prstGeom prst="parallelogram">
              <a:avLst>
                <a:gd name="adj" fmla="val 10128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55" name="AutoShape 15">
              <a:extLst>
                <a:ext uri="{FF2B5EF4-FFF2-40B4-BE49-F238E27FC236}">
                  <a16:creationId xmlns:a16="http://schemas.microsoft.com/office/drawing/2014/main" id="{E2422C6A-D61C-A08D-EC00-8FB987A55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584"/>
              <a:ext cx="1898" cy="617"/>
            </a:xfrm>
            <a:prstGeom prst="cube">
              <a:avLst>
                <a:gd name="adj" fmla="val 8832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5BDB72F9-6B39-B483-4342-D2D7215BE86F}"/>
              </a:ext>
            </a:extLst>
          </p:cNvPr>
          <p:cNvGrpSpPr>
            <a:grpSpLocks/>
          </p:cNvGrpSpPr>
          <p:nvPr/>
        </p:nvGrpSpPr>
        <p:grpSpPr bwMode="auto">
          <a:xfrm>
            <a:off x="4948238" y="4029075"/>
            <a:ext cx="406400" cy="973138"/>
            <a:chOff x="2928" y="981"/>
            <a:chExt cx="129" cy="496"/>
          </a:xfrm>
        </p:grpSpPr>
        <p:sp>
          <p:nvSpPr>
            <p:cNvPr id="11349" name="Line 17">
              <a:extLst>
                <a:ext uri="{FF2B5EF4-FFF2-40B4-BE49-F238E27FC236}">
                  <a16:creationId xmlns:a16="http://schemas.microsoft.com/office/drawing/2014/main" id="{68C53491-F8C0-52BC-BE98-B00F7FFD5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154"/>
              <a:ext cx="129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0" name="Line 18">
              <a:extLst>
                <a:ext uri="{FF2B5EF4-FFF2-40B4-BE49-F238E27FC236}">
                  <a16:creationId xmlns:a16="http://schemas.microsoft.com/office/drawing/2014/main" id="{551251F1-5215-61B5-B93C-4BCE01848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52"/>
              <a:ext cx="129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1" name="Line 19">
              <a:extLst>
                <a:ext uri="{FF2B5EF4-FFF2-40B4-BE49-F238E27FC236}">
                  <a16:creationId xmlns:a16="http://schemas.microsoft.com/office/drawing/2014/main" id="{CAC12EB9-7858-B1A2-9EA1-BDBE19C2B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" y="981"/>
              <a:ext cx="0" cy="17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2" name="Line 20">
              <a:extLst>
                <a:ext uri="{FF2B5EF4-FFF2-40B4-BE49-F238E27FC236}">
                  <a16:creationId xmlns:a16="http://schemas.microsoft.com/office/drawing/2014/main" id="{247C2E6B-5CEF-F9F1-43D3-61DDCF761E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" y="1252"/>
              <a:ext cx="0" cy="22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5957" name="Rectangle 21">
            <a:extLst>
              <a:ext uri="{FF2B5EF4-FFF2-40B4-BE49-F238E27FC236}">
                <a16:creationId xmlns:a16="http://schemas.microsoft.com/office/drawing/2014/main" id="{28240E6D-157B-F644-6270-597A16834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42402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d</a:t>
            </a:r>
          </a:p>
        </p:txBody>
      </p:sp>
      <p:sp>
        <p:nvSpPr>
          <p:cNvPr id="295958" name="Rectangle 22">
            <a:extLst>
              <a:ext uri="{FF2B5EF4-FFF2-40B4-BE49-F238E27FC236}">
                <a16:creationId xmlns:a16="http://schemas.microsoft.com/office/drawing/2014/main" id="{CDAA038D-02DE-0865-AEFE-ABF0F672B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263" y="4210050"/>
            <a:ext cx="57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sym typeface="Symbol" panose="05050102010706020507" pitchFamily="18" charset="2"/>
              </a:rPr>
              <a:t></a:t>
            </a:r>
            <a:r>
              <a:rPr lang="en-US" altLang="zh-CN" b="1" i="1">
                <a:solidFill>
                  <a:srgbClr val="FFFF00"/>
                </a:solidFill>
                <a:sym typeface="Symbol" panose="05050102010706020507" pitchFamily="18" charset="2"/>
              </a:rPr>
              <a:t>u</a:t>
            </a:r>
            <a:endParaRPr lang="en-US" altLang="zh-CN" b="1" i="1">
              <a:solidFill>
                <a:srgbClr val="FFFF00"/>
              </a:solidFill>
            </a:endParaRPr>
          </a:p>
        </p:txBody>
      </p:sp>
      <p:sp>
        <p:nvSpPr>
          <p:cNvPr id="295959" name="Rectangle 23">
            <a:extLst>
              <a:ext uri="{FF2B5EF4-FFF2-40B4-BE49-F238E27FC236}">
                <a16:creationId xmlns:a16="http://schemas.microsoft.com/office/drawing/2014/main" id="{31DD99BC-C0B0-43C7-A8D3-3487A65C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3389313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95960" name="AutoShape 24">
            <a:extLst>
              <a:ext uri="{FF2B5EF4-FFF2-40B4-BE49-F238E27FC236}">
                <a16:creationId xmlns:a16="http://schemas.microsoft.com/office/drawing/2014/main" id="{A967C854-2274-F1CC-2A1B-2D1659E71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3008313"/>
            <a:ext cx="914400" cy="584200"/>
          </a:xfrm>
          <a:prstGeom prst="wedgeRoundRectCallout">
            <a:avLst>
              <a:gd name="adj1" fmla="val 32468"/>
              <a:gd name="adj2" fmla="val 161412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chemeClr val="bg1"/>
                </a:solidFill>
              </a:rPr>
              <a:t>+Q</a:t>
            </a:r>
          </a:p>
        </p:txBody>
      </p:sp>
      <p:sp>
        <p:nvSpPr>
          <p:cNvPr id="295961" name="AutoShape 25">
            <a:extLst>
              <a:ext uri="{FF2B5EF4-FFF2-40B4-BE49-F238E27FC236}">
                <a16:creationId xmlns:a16="http://schemas.microsoft.com/office/drawing/2014/main" id="{EBA2376E-922F-FD94-E6DE-8E57FDE9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4913313"/>
            <a:ext cx="914400" cy="584200"/>
          </a:xfrm>
          <a:prstGeom prst="wedgeRoundRectCallout">
            <a:avLst>
              <a:gd name="adj1" fmla="val -70315"/>
              <a:gd name="adj2" fmla="val -110324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chemeClr val="bg1"/>
                </a:solidFill>
              </a:rPr>
              <a:t>-Q</a:t>
            </a:r>
          </a:p>
        </p:txBody>
      </p:sp>
      <p:grpSp>
        <p:nvGrpSpPr>
          <p:cNvPr id="4" name="Group 26">
            <a:extLst>
              <a:ext uri="{FF2B5EF4-FFF2-40B4-BE49-F238E27FC236}">
                <a16:creationId xmlns:a16="http://schemas.microsoft.com/office/drawing/2014/main" id="{B838C36D-F9A8-67EF-842B-2E5B70CC35D9}"/>
              </a:ext>
            </a:extLst>
          </p:cNvPr>
          <p:cNvGrpSpPr>
            <a:grpSpLocks/>
          </p:cNvGrpSpPr>
          <p:nvPr/>
        </p:nvGrpSpPr>
        <p:grpSpPr bwMode="auto">
          <a:xfrm>
            <a:off x="7615238" y="3719513"/>
            <a:ext cx="609600" cy="808037"/>
            <a:chOff x="2208" y="1795"/>
            <a:chExt cx="384" cy="509"/>
          </a:xfrm>
        </p:grpSpPr>
        <p:grpSp>
          <p:nvGrpSpPr>
            <p:cNvPr id="11334" name="Group 27">
              <a:extLst>
                <a:ext uri="{FF2B5EF4-FFF2-40B4-BE49-F238E27FC236}">
                  <a16:creationId xmlns:a16="http://schemas.microsoft.com/office/drawing/2014/main" id="{4048C37D-C86C-3FF5-2958-9F6A18D5B7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179"/>
              <a:ext cx="0" cy="125"/>
              <a:chOff x="1872" y="2784"/>
              <a:chExt cx="0" cy="192"/>
            </a:xfrm>
          </p:grpSpPr>
          <p:sp>
            <p:nvSpPr>
              <p:cNvPr id="11347" name="Line 28">
                <a:extLst>
                  <a:ext uri="{FF2B5EF4-FFF2-40B4-BE49-F238E27FC236}">
                    <a16:creationId xmlns:a16="http://schemas.microsoft.com/office/drawing/2014/main" id="{8D08A51E-267E-DAE8-33AD-94F923EAC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8" name="Line 29">
                <a:extLst>
                  <a:ext uri="{FF2B5EF4-FFF2-40B4-BE49-F238E27FC236}">
                    <a16:creationId xmlns:a16="http://schemas.microsoft.com/office/drawing/2014/main" id="{0019EC01-A102-DF79-08C7-EB73DB26D2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35" name="Group 30">
              <a:extLst>
                <a:ext uri="{FF2B5EF4-FFF2-40B4-BE49-F238E27FC236}">
                  <a16:creationId xmlns:a16="http://schemas.microsoft.com/office/drawing/2014/main" id="{5933AC45-3F8B-9A47-A7EF-4435EB518F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080"/>
              <a:ext cx="0" cy="125"/>
              <a:chOff x="1872" y="2784"/>
              <a:chExt cx="0" cy="192"/>
            </a:xfrm>
          </p:grpSpPr>
          <p:sp>
            <p:nvSpPr>
              <p:cNvPr id="11345" name="Line 31">
                <a:extLst>
                  <a:ext uri="{FF2B5EF4-FFF2-40B4-BE49-F238E27FC236}">
                    <a16:creationId xmlns:a16="http://schemas.microsoft.com/office/drawing/2014/main" id="{EDE535F9-A9D2-D0F4-3ED5-09B5D7760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6" name="Line 32">
                <a:extLst>
                  <a:ext uri="{FF2B5EF4-FFF2-40B4-BE49-F238E27FC236}">
                    <a16:creationId xmlns:a16="http://schemas.microsoft.com/office/drawing/2014/main" id="{CFC48A6E-022A-06A3-61EF-7745C9BE8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36" name="Group 33">
              <a:extLst>
                <a:ext uri="{FF2B5EF4-FFF2-40B4-BE49-F238E27FC236}">
                  <a16:creationId xmlns:a16="http://schemas.microsoft.com/office/drawing/2014/main" id="{F8E83EC3-A026-FD44-7863-8111300637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987"/>
              <a:ext cx="0" cy="125"/>
              <a:chOff x="1872" y="2784"/>
              <a:chExt cx="0" cy="192"/>
            </a:xfrm>
          </p:grpSpPr>
          <p:sp>
            <p:nvSpPr>
              <p:cNvPr id="11343" name="Line 34">
                <a:extLst>
                  <a:ext uri="{FF2B5EF4-FFF2-40B4-BE49-F238E27FC236}">
                    <a16:creationId xmlns:a16="http://schemas.microsoft.com/office/drawing/2014/main" id="{71A2DF8B-8F7F-CB85-B342-CE03C51E9C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4" name="Line 35">
                <a:extLst>
                  <a:ext uri="{FF2B5EF4-FFF2-40B4-BE49-F238E27FC236}">
                    <a16:creationId xmlns:a16="http://schemas.microsoft.com/office/drawing/2014/main" id="{DECA1872-8C8C-8BF4-B9EA-861684D353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37" name="Group 36">
              <a:extLst>
                <a:ext uri="{FF2B5EF4-FFF2-40B4-BE49-F238E27FC236}">
                  <a16:creationId xmlns:a16="http://schemas.microsoft.com/office/drawing/2014/main" id="{99ACA4B1-B310-0FA2-9D67-CA2A828D55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891"/>
              <a:ext cx="0" cy="125"/>
              <a:chOff x="1872" y="2784"/>
              <a:chExt cx="0" cy="192"/>
            </a:xfrm>
          </p:grpSpPr>
          <p:sp>
            <p:nvSpPr>
              <p:cNvPr id="11341" name="Line 37">
                <a:extLst>
                  <a:ext uri="{FF2B5EF4-FFF2-40B4-BE49-F238E27FC236}">
                    <a16:creationId xmlns:a16="http://schemas.microsoft.com/office/drawing/2014/main" id="{73B49E16-0126-51A7-1DCE-0D91BB3F9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2" name="Line 38">
                <a:extLst>
                  <a:ext uri="{FF2B5EF4-FFF2-40B4-BE49-F238E27FC236}">
                    <a16:creationId xmlns:a16="http://schemas.microsoft.com/office/drawing/2014/main" id="{BF4DEB56-55B2-9038-6A8C-07F8DEE42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38" name="Group 39">
              <a:extLst>
                <a:ext uri="{FF2B5EF4-FFF2-40B4-BE49-F238E27FC236}">
                  <a16:creationId xmlns:a16="http://schemas.microsoft.com/office/drawing/2014/main" id="{28F1765C-8974-9616-42F0-EB52536DCF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795"/>
              <a:ext cx="0" cy="125"/>
              <a:chOff x="1872" y="2784"/>
              <a:chExt cx="0" cy="192"/>
            </a:xfrm>
          </p:grpSpPr>
          <p:sp>
            <p:nvSpPr>
              <p:cNvPr id="11339" name="Line 40">
                <a:extLst>
                  <a:ext uri="{FF2B5EF4-FFF2-40B4-BE49-F238E27FC236}">
                    <a16:creationId xmlns:a16="http://schemas.microsoft.com/office/drawing/2014/main" id="{0E6D7B57-87FA-6BBD-9F96-6AF6FABBD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0" name="Line 41">
                <a:extLst>
                  <a:ext uri="{FF2B5EF4-FFF2-40B4-BE49-F238E27FC236}">
                    <a16:creationId xmlns:a16="http://schemas.microsoft.com/office/drawing/2014/main" id="{27C85022-1B0F-ADB6-05AC-D4DD25831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1" name="Group 42">
            <a:extLst>
              <a:ext uri="{FF2B5EF4-FFF2-40B4-BE49-F238E27FC236}">
                <a16:creationId xmlns:a16="http://schemas.microsoft.com/office/drawing/2014/main" id="{240FD4E3-0ABE-748F-4D1B-9965ED9BCD59}"/>
              </a:ext>
            </a:extLst>
          </p:cNvPr>
          <p:cNvGrpSpPr>
            <a:grpSpLocks/>
          </p:cNvGrpSpPr>
          <p:nvPr/>
        </p:nvGrpSpPr>
        <p:grpSpPr bwMode="auto">
          <a:xfrm>
            <a:off x="5557838" y="4367213"/>
            <a:ext cx="1828800" cy="198437"/>
            <a:chOff x="2736" y="3120"/>
            <a:chExt cx="1152" cy="125"/>
          </a:xfrm>
        </p:grpSpPr>
        <p:grpSp>
          <p:nvGrpSpPr>
            <p:cNvPr id="11295" name="Group 43">
              <a:extLst>
                <a:ext uri="{FF2B5EF4-FFF2-40B4-BE49-F238E27FC236}">
                  <a16:creationId xmlns:a16="http://schemas.microsoft.com/office/drawing/2014/main" id="{F9F5BC1E-77DE-4B93-2365-7CF4A49880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3120"/>
              <a:ext cx="0" cy="125"/>
              <a:chOff x="1872" y="2784"/>
              <a:chExt cx="0" cy="192"/>
            </a:xfrm>
          </p:grpSpPr>
          <p:sp>
            <p:nvSpPr>
              <p:cNvPr id="11332" name="Line 44">
                <a:extLst>
                  <a:ext uri="{FF2B5EF4-FFF2-40B4-BE49-F238E27FC236}">
                    <a16:creationId xmlns:a16="http://schemas.microsoft.com/office/drawing/2014/main" id="{D9C8D7D7-9E3A-2EFF-A7CA-55B50FAA57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3" name="Line 45">
                <a:extLst>
                  <a:ext uri="{FF2B5EF4-FFF2-40B4-BE49-F238E27FC236}">
                    <a16:creationId xmlns:a16="http://schemas.microsoft.com/office/drawing/2014/main" id="{4B8E25C3-2F0A-CB1C-AF9C-09552AD6B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96" name="Group 46">
              <a:extLst>
                <a:ext uri="{FF2B5EF4-FFF2-40B4-BE49-F238E27FC236}">
                  <a16:creationId xmlns:a16="http://schemas.microsoft.com/office/drawing/2014/main" id="{36B92CB5-DD5B-C1AB-0804-ED56B5E5A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3120"/>
              <a:ext cx="0" cy="125"/>
              <a:chOff x="1872" y="2784"/>
              <a:chExt cx="0" cy="192"/>
            </a:xfrm>
          </p:grpSpPr>
          <p:sp>
            <p:nvSpPr>
              <p:cNvPr id="11330" name="Line 47">
                <a:extLst>
                  <a:ext uri="{FF2B5EF4-FFF2-40B4-BE49-F238E27FC236}">
                    <a16:creationId xmlns:a16="http://schemas.microsoft.com/office/drawing/2014/main" id="{36CE11C4-6019-6E06-64E3-D10008028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1" name="Line 48">
                <a:extLst>
                  <a:ext uri="{FF2B5EF4-FFF2-40B4-BE49-F238E27FC236}">
                    <a16:creationId xmlns:a16="http://schemas.microsoft.com/office/drawing/2014/main" id="{1E597440-0629-7D8B-8D9B-FDE620964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97" name="Group 49">
              <a:extLst>
                <a:ext uri="{FF2B5EF4-FFF2-40B4-BE49-F238E27FC236}">
                  <a16:creationId xmlns:a16="http://schemas.microsoft.com/office/drawing/2014/main" id="{BEE424EA-472F-2B5F-9C64-F3697B901E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3120"/>
              <a:ext cx="0" cy="125"/>
              <a:chOff x="1872" y="2784"/>
              <a:chExt cx="0" cy="192"/>
            </a:xfrm>
          </p:grpSpPr>
          <p:sp>
            <p:nvSpPr>
              <p:cNvPr id="11328" name="Line 50">
                <a:extLst>
                  <a:ext uri="{FF2B5EF4-FFF2-40B4-BE49-F238E27FC236}">
                    <a16:creationId xmlns:a16="http://schemas.microsoft.com/office/drawing/2014/main" id="{0CE6B235-C1E0-22A0-2E09-AC58FDE20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9" name="Line 51">
                <a:extLst>
                  <a:ext uri="{FF2B5EF4-FFF2-40B4-BE49-F238E27FC236}">
                    <a16:creationId xmlns:a16="http://schemas.microsoft.com/office/drawing/2014/main" id="{3DD2BCBC-85FF-E1B8-FC90-03FA1C370D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98" name="Group 52">
              <a:extLst>
                <a:ext uri="{FF2B5EF4-FFF2-40B4-BE49-F238E27FC236}">
                  <a16:creationId xmlns:a16="http://schemas.microsoft.com/office/drawing/2014/main" id="{3AAD836F-8269-C282-AE1D-1764E1394F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3120"/>
              <a:ext cx="0" cy="125"/>
              <a:chOff x="1872" y="2784"/>
              <a:chExt cx="0" cy="192"/>
            </a:xfrm>
          </p:grpSpPr>
          <p:sp>
            <p:nvSpPr>
              <p:cNvPr id="11326" name="Line 53">
                <a:extLst>
                  <a:ext uri="{FF2B5EF4-FFF2-40B4-BE49-F238E27FC236}">
                    <a16:creationId xmlns:a16="http://schemas.microsoft.com/office/drawing/2014/main" id="{4C9641A8-6584-AAD7-B75F-5D864BBB3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7" name="Line 54">
                <a:extLst>
                  <a:ext uri="{FF2B5EF4-FFF2-40B4-BE49-F238E27FC236}">
                    <a16:creationId xmlns:a16="http://schemas.microsoft.com/office/drawing/2014/main" id="{162D7280-8167-6DFA-B986-1D213BB22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99" name="Group 55">
              <a:extLst>
                <a:ext uri="{FF2B5EF4-FFF2-40B4-BE49-F238E27FC236}">
                  <a16:creationId xmlns:a16="http://schemas.microsoft.com/office/drawing/2014/main" id="{1E018867-1D0A-3BAA-7C3E-F690084459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120"/>
              <a:ext cx="0" cy="125"/>
              <a:chOff x="1872" y="2784"/>
              <a:chExt cx="0" cy="192"/>
            </a:xfrm>
          </p:grpSpPr>
          <p:sp>
            <p:nvSpPr>
              <p:cNvPr id="11324" name="Line 56">
                <a:extLst>
                  <a:ext uri="{FF2B5EF4-FFF2-40B4-BE49-F238E27FC236}">
                    <a16:creationId xmlns:a16="http://schemas.microsoft.com/office/drawing/2014/main" id="{C44E5E06-1F06-A539-39E8-CD361FBBD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5" name="Line 57">
                <a:extLst>
                  <a:ext uri="{FF2B5EF4-FFF2-40B4-BE49-F238E27FC236}">
                    <a16:creationId xmlns:a16="http://schemas.microsoft.com/office/drawing/2014/main" id="{5D01CEB3-EE37-284A-1E90-E4989A881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0" name="Group 58">
              <a:extLst>
                <a:ext uri="{FF2B5EF4-FFF2-40B4-BE49-F238E27FC236}">
                  <a16:creationId xmlns:a16="http://schemas.microsoft.com/office/drawing/2014/main" id="{B49B3801-E51C-B5BA-A749-7F39524055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3120"/>
              <a:ext cx="0" cy="125"/>
              <a:chOff x="1872" y="2784"/>
              <a:chExt cx="0" cy="192"/>
            </a:xfrm>
          </p:grpSpPr>
          <p:sp>
            <p:nvSpPr>
              <p:cNvPr id="11322" name="Line 59">
                <a:extLst>
                  <a:ext uri="{FF2B5EF4-FFF2-40B4-BE49-F238E27FC236}">
                    <a16:creationId xmlns:a16="http://schemas.microsoft.com/office/drawing/2014/main" id="{BE5DCAB4-90F6-F3C2-D892-4EC1C594F4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3" name="Line 60">
                <a:extLst>
                  <a:ext uri="{FF2B5EF4-FFF2-40B4-BE49-F238E27FC236}">
                    <a16:creationId xmlns:a16="http://schemas.microsoft.com/office/drawing/2014/main" id="{A06427F7-8174-8FB4-DC4E-331AD79A6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1" name="Group 61">
              <a:extLst>
                <a:ext uri="{FF2B5EF4-FFF2-40B4-BE49-F238E27FC236}">
                  <a16:creationId xmlns:a16="http://schemas.microsoft.com/office/drawing/2014/main" id="{A321AA48-DA1A-51C1-E1FF-F8A246E219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3120"/>
              <a:ext cx="0" cy="125"/>
              <a:chOff x="1872" y="2784"/>
              <a:chExt cx="0" cy="192"/>
            </a:xfrm>
          </p:grpSpPr>
          <p:sp>
            <p:nvSpPr>
              <p:cNvPr id="11320" name="Line 62">
                <a:extLst>
                  <a:ext uri="{FF2B5EF4-FFF2-40B4-BE49-F238E27FC236}">
                    <a16:creationId xmlns:a16="http://schemas.microsoft.com/office/drawing/2014/main" id="{361260BF-94C8-E295-103D-ACB7F75E01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1" name="Line 63">
                <a:extLst>
                  <a:ext uri="{FF2B5EF4-FFF2-40B4-BE49-F238E27FC236}">
                    <a16:creationId xmlns:a16="http://schemas.microsoft.com/office/drawing/2014/main" id="{6C663AE2-3AF8-DD28-61BE-0CF96E97A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2" name="Group 64">
              <a:extLst>
                <a:ext uri="{FF2B5EF4-FFF2-40B4-BE49-F238E27FC236}">
                  <a16:creationId xmlns:a16="http://schemas.microsoft.com/office/drawing/2014/main" id="{9BA058AB-1F12-12EA-0EF1-40A868478B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3120"/>
              <a:ext cx="0" cy="125"/>
              <a:chOff x="1872" y="2784"/>
              <a:chExt cx="0" cy="192"/>
            </a:xfrm>
          </p:grpSpPr>
          <p:sp>
            <p:nvSpPr>
              <p:cNvPr id="11318" name="Line 65">
                <a:extLst>
                  <a:ext uri="{FF2B5EF4-FFF2-40B4-BE49-F238E27FC236}">
                    <a16:creationId xmlns:a16="http://schemas.microsoft.com/office/drawing/2014/main" id="{BE23E44E-801F-CE5E-FA52-23EE56E79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9" name="Line 66">
                <a:extLst>
                  <a:ext uri="{FF2B5EF4-FFF2-40B4-BE49-F238E27FC236}">
                    <a16:creationId xmlns:a16="http://schemas.microsoft.com/office/drawing/2014/main" id="{A6A5B48E-AC5E-7D4B-FB8A-6062EF3E1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3" name="Group 67">
              <a:extLst>
                <a:ext uri="{FF2B5EF4-FFF2-40B4-BE49-F238E27FC236}">
                  <a16:creationId xmlns:a16="http://schemas.microsoft.com/office/drawing/2014/main" id="{D669373C-CB94-3D0C-E5A3-65465CB56F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3120"/>
              <a:ext cx="0" cy="125"/>
              <a:chOff x="1872" y="2784"/>
              <a:chExt cx="0" cy="192"/>
            </a:xfrm>
          </p:grpSpPr>
          <p:sp>
            <p:nvSpPr>
              <p:cNvPr id="11316" name="Line 68">
                <a:extLst>
                  <a:ext uri="{FF2B5EF4-FFF2-40B4-BE49-F238E27FC236}">
                    <a16:creationId xmlns:a16="http://schemas.microsoft.com/office/drawing/2014/main" id="{31805D83-2C6A-9B47-37FB-A4009E9BC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7" name="Line 69">
                <a:extLst>
                  <a:ext uri="{FF2B5EF4-FFF2-40B4-BE49-F238E27FC236}">
                    <a16:creationId xmlns:a16="http://schemas.microsoft.com/office/drawing/2014/main" id="{276A4E1F-1110-0E00-E9EA-986DC1786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4" name="Group 70">
              <a:extLst>
                <a:ext uri="{FF2B5EF4-FFF2-40B4-BE49-F238E27FC236}">
                  <a16:creationId xmlns:a16="http://schemas.microsoft.com/office/drawing/2014/main" id="{F1E07686-6D9A-3BFB-68E4-87FC1EC554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3120"/>
              <a:ext cx="0" cy="125"/>
              <a:chOff x="1872" y="2784"/>
              <a:chExt cx="0" cy="192"/>
            </a:xfrm>
          </p:grpSpPr>
          <p:sp>
            <p:nvSpPr>
              <p:cNvPr id="11314" name="Line 71">
                <a:extLst>
                  <a:ext uri="{FF2B5EF4-FFF2-40B4-BE49-F238E27FC236}">
                    <a16:creationId xmlns:a16="http://schemas.microsoft.com/office/drawing/2014/main" id="{B42FF31A-BDC8-1728-690F-64B246597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5" name="Line 72">
                <a:extLst>
                  <a:ext uri="{FF2B5EF4-FFF2-40B4-BE49-F238E27FC236}">
                    <a16:creationId xmlns:a16="http://schemas.microsoft.com/office/drawing/2014/main" id="{92EF9472-BCA7-1EDA-7665-BBE19179F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5" name="Group 73">
              <a:extLst>
                <a:ext uri="{FF2B5EF4-FFF2-40B4-BE49-F238E27FC236}">
                  <a16:creationId xmlns:a16="http://schemas.microsoft.com/office/drawing/2014/main" id="{6649509F-2165-5BCD-B300-3041FF16F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120"/>
              <a:ext cx="0" cy="125"/>
              <a:chOff x="1872" y="2784"/>
              <a:chExt cx="0" cy="192"/>
            </a:xfrm>
          </p:grpSpPr>
          <p:sp>
            <p:nvSpPr>
              <p:cNvPr id="11312" name="Line 74">
                <a:extLst>
                  <a:ext uri="{FF2B5EF4-FFF2-40B4-BE49-F238E27FC236}">
                    <a16:creationId xmlns:a16="http://schemas.microsoft.com/office/drawing/2014/main" id="{09686A5D-6E17-D69B-E46D-0760A881B5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3" name="Line 75">
                <a:extLst>
                  <a:ext uri="{FF2B5EF4-FFF2-40B4-BE49-F238E27FC236}">
                    <a16:creationId xmlns:a16="http://schemas.microsoft.com/office/drawing/2014/main" id="{D60DC115-8340-B4D1-2E92-7C5045CC4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6" name="Group 76">
              <a:extLst>
                <a:ext uri="{FF2B5EF4-FFF2-40B4-BE49-F238E27FC236}">
                  <a16:creationId xmlns:a16="http://schemas.microsoft.com/office/drawing/2014/main" id="{4C53B77E-BD73-ED8E-CB91-3AFF03C8C8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120"/>
              <a:ext cx="0" cy="125"/>
              <a:chOff x="1872" y="2784"/>
              <a:chExt cx="0" cy="192"/>
            </a:xfrm>
          </p:grpSpPr>
          <p:sp>
            <p:nvSpPr>
              <p:cNvPr id="11310" name="Line 77">
                <a:extLst>
                  <a:ext uri="{FF2B5EF4-FFF2-40B4-BE49-F238E27FC236}">
                    <a16:creationId xmlns:a16="http://schemas.microsoft.com/office/drawing/2014/main" id="{F716FF3C-52AD-B937-3178-0E99159D0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1" name="Line 78">
                <a:extLst>
                  <a:ext uri="{FF2B5EF4-FFF2-40B4-BE49-F238E27FC236}">
                    <a16:creationId xmlns:a16="http://schemas.microsoft.com/office/drawing/2014/main" id="{5F63126F-8696-DA35-7542-95ACEE1CF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7" name="Group 79">
              <a:extLst>
                <a:ext uri="{FF2B5EF4-FFF2-40B4-BE49-F238E27FC236}">
                  <a16:creationId xmlns:a16="http://schemas.microsoft.com/office/drawing/2014/main" id="{CE743243-4280-90BD-9070-6D478F34CD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120"/>
              <a:ext cx="0" cy="125"/>
              <a:chOff x="1872" y="2784"/>
              <a:chExt cx="0" cy="192"/>
            </a:xfrm>
          </p:grpSpPr>
          <p:sp>
            <p:nvSpPr>
              <p:cNvPr id="11308" name="Line 80">
                <a:extLst>
                  <a:ext uri="{FF2B5EF4-FFF2-40B4-BE49-F238E27FC236}">
                    <a16:creationId xmlns:a16="http://schemas.microsoft.com/office/drawing/2014/main" id="{56DEE3FB-FFF3-9BDA-AC5A-575CB11D3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9" name="Line 81">
                <a:extLst>
                  <a:ext uri="{FF2B5EF4-FFF2-40B4-BE49-F238E27FC236}">
                    <a16:creationId xmlns:a16="http://schemas.microsoft.com/office/drawing/2014/main" id="{6C1ED89E-E205-7DA0-159E-F40E1FC66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96018" name="Object 82">
            <a:extLst>
              <a:ext uri="{FF2B5EF4-FFF2-40B4-BE49-F238E27FC236}">
                <a16:creationId xmlns:a16="http://schemas.microsoft.com/office/drawing/2014/main" id="{5EC59E0E-D35E-90B6-651D-7B1A466E4D89}"/>
              </a:ext>
            </a:extLst>
          </p:cNvPr>
          <p:cNvGraphicFramePr>
            <a:graphicFrameLocks/>
          </p:cNvGraphicFramePr>
          <p:nvPr/>
        </p:nvGraphicFramePr>
        <p:xfrm>
          <a:off x="857250" y="4429125"/>
          <a:ext cx="3571875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69533" imgH="449386" progId="Equation.3">
                  <p:embed/>
                </p:oleObj>
              </mc:Choice>
              <mc:Fallback>
                <p:oleObj name="公式" r:id="rId8" imgW="1569533" imgH="449386" progId="Equation.3">
                  <p:embed/>
                  <p:pic>
                    <p:nvPicPr>
                      <p:cNvPr id="296018" name="Object 82">
                        <a:extLst>
                          <a:ext uri="{FF2B5EF4-FFF2-40B4-BE49-F238E27FC236}">
                            <a16:creationId xmlns:a16="http://schemas.microsoft.com/office/drawing/2014/main" id="{5EC59E0E-D35E-90B6-651D-7B1A466E4D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429125"/>
                        <a:ext cx="3571875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019" name="Object 83">
            <a:extLst>
              <a:ext uri="{FF2B5EF4-FFF2-40B4-BE49-F238E27FC236}">
                <a16:creationId xmlns:a16="http://schemas.microsoft.com/office/drawing/2014/main" id="{0509FE8C-B291-48E8-AE89-907343B7BC69}"/>
              </a:ext>
            </a:extLst>
          </p:cNvPr>
          <p:cNvGraphicFramePr>
            <a:graphicFrameLocks/>
          </p:cNvGraphicFramePr>
          <p:nvPr/>
        </p:nvGraphicFramePr>
        <p:xfrm>
          <a:off x="1428750" y="5715000"/>
          <a:ext cx="19542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2402" imgH="792535" progId="Equation.3">
                  <p:embed/>
                </p:oleObj>
              </mc:Choice>
              <mc:Fallback>
                <p:oleObj name="Equation" r:id="rId10" imgW="1912402" imgH="792535" progId="Equation.3">
                  <p:embed/>
                  <p:pic>
                    <p:nvPicPr>
                      <p:cNvPr id="296019" name="Object 83">
                        <a:extLst>
                          <a:ext uri="{FF2B5EF4-FFF2-40B4-BE49-F238E27FC236}">
                            <a16:creationId xmlns:a16="http://schemas.microsoft.com/office/drawing/2014/main" id="{0509FE8C-B291-48E8-AE89-907343B7BC6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5715000"/>
                        <a:ext cx="19542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84">
            <a:extLst>
              <a:ext uri="{FF2B5EF4-FFF2-40B4-BE49-F238E27FC236}">
                <a16:creationId xmlns:a16="http://schemas.microsoft.com/office/drawing/2014/main" id="{9790A755-DEC0-861B-8385-1FC3DA65A598}"/>
              </a:ext>
            </a:extLst>
          </p:cNvPr>
          <p:cNvGrpSpPr>
            <a:grpSpLocks/>
          </p:cNvGrpSpPr>
          <p:nvPr/>
        </p:nvGrpSpPr>
        <p:grpSpPr bwMode="auto">
          <a:xfrm>
            <a:off x="7585075" y="4003675"/>
            <a:ext cx="881063" cy="985838"/>
            <a:chOff x="3264" y="2400"/>
            <a:chExt cx="290" cy="621"/>
          </a:xfrm>
        </p:grpSpPr>
        <p:sp>
          <p:nvSpPr>
            <p:cNvPr id="11291" name="Line 85">
              <a:extLst>
                <a:ext uri="{FF2B5EF4-FFF2-40B4-BE49-F238E27FC236}">
                  <a16:creationId xmlns:a16="http://schemas.microsoft.com/office/drawing/2014/main" id="{AE339181-F24D-7FBF-87BA-3D6D76901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616"/>
              <a:ext cx="29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Line 86">
              <a:extLst>
                <a:ext uri="{FF2B5EF4-FFF2-40B4-BE49-F238E27FC236}">
                  <a16:creationId xmlns:a16="http://schemas.microsoft.com/office/drawing/2014/main" id="{4553EEF7-E3E6-D07D-0314-8D86B16C0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739"/>
              <a:ext cx="29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Line 87">
              <a:extLst>
                <a:ext uri="{FF2B5EF4-FFF2-40B4-BE49-F238E27FC236}">
                  <a16:creationId xmlns:a16="http://schemas.microsoft.com/office/drawing/2014/main" id="{94CE27A3-61BB-539C-FF00-264927327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0" y="2400"/>
              <a:ext cx="0" cy="21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88">
              <a:extLst>
                <a:ext uri="{FF2B5EF4-FFF2-40B4-BE49-F238E27FC236}">
                  <a16:creationId xmlns:a16="http://schemas.microsoft.com/office/drawing/2014/main" id="{96085A85-400A-069A-50CC-FB2975291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0" y="2739"/>
              <a:ext cx="0" cy="28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6025" name="Text Box 89">
            <a:extLst>
              <a:ext uri="{FF2B5EF4-FFF2-40B4-BE49-F238E27FC236}">
                <a16:creationId xmlns:a16="http://schemas.microsoft.com/office/drawing/2014/main" id="{E09B37B6-3026-F30F-E0EE-060C14BFD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071813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(1) </a:t>
            </a:r>
            <a:r>
              <a:rPr lang="zh-CN" altLang="en-US" b="1">
                <a:solidFill>
                  <a:schemeClr val="bg1"/>
                </a:solidFill>
              </a:rPr>
              <a:t>平行板电容器</a:t>
            </a:r>
          </a:p>
        </p:txBody>
      </p:sp>
      <p:graphicFrame>
        <p:nvGraphicFramePr>
          <p:cNvPr id="296026" name="Object 90">
            <a:extLst>
              <a:ext uri="{FF2B5EF4-FFF2-40B4-BE49-F238E27FC236}">
                <a16:creationId xmlns:a16="http://schemas.microsoft.com/office/drawing/2014/main" id="{1A6D5FE7-6AFB-E739-319C-54FF263EC488}"/>
              </a:ext>
            </a:extLst>
          </p:cNvPr>
          <p:cNvGraphicFramePr>
            <a:graphicFrameLocks/>
          </p:cNvGraphicFramePr>
          <p:nvPr/>
        </p:nvGraphicFramePr>
        <p:xfrm>
          <a:off x="4643438" y="5651500"/>
          <a:ext cx="11795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3062" imgH="792535" progId="Equation.3">
                  <p:embed/>
                </p:oleObj>
              </mc:Choice>
              <mc:Fallback>
                <p:oleObj name="公式" r:id="rId12" imgW="1143062" imgH="792535" progId="Equation.3">
                  <p:embed/>
                  <p:pic>
                    <p:nvPicPr>
                      <p:cNvPr id="296026" name="Object 90">
                        <a:extLst>
                          <a:ext uri="{FF2B5EF4-FFF2-40B4-BE49-F238E27FC236}">
                            <a16:creationId xmlns:a16="http://schemas.microsoft.com/office/drawing/2014/main" id="{1A6D5FE7-6AFB-E739-319C-54FF263EC4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651500"/>
                        <a:ext cx="11795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2">
            <a:extLst>
              <a:ext uri="{FF2B5EF4-FFF2-40B4-BE49-F238E27FC236}">
                <a16:creationId xmlns:a16="http://schemas.microsoft.com/office/drawing/2014/main" id="{FDCF399D-4F6F-E2ED-445D-61B15A62B1BE}"/>
              </a:ext>
            </a:extLst>
          </p:cNvPr>
          <p:cNvGraphicFramePr>
            <a:graphicFrameLocks/>
          </p:cNvGraphicFramePr>
          <p:nvPr/>
        </p:nvGraphicFramePr>
        <p:xfrm>
          <a:off x="928688" y="3571875"/>
          <a:ext cx="207168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30549" imgH="388537" progId="Equation.3">
                  <p:embed/>
                </p:oleObj>
              </mc:Choice>
              <mc:Fallback>
                <p:oleObj name="公式" r:id="rId14" imgW="830549" imgH="388537" progId="Equation.3">
                  <p:embed/>
                  <p:pic>
                    <p:nvPicPr>
                      <p:cNvPr id="5" name="Object 92">
                        <a:extLst>
                          <a:ext uri="{FF2B5EF4-FFF2-40B4-BE49-F238E27FC236}">
                            <a16:creationId xmlns:a16="http://schemas.microsoft.com/office/drawing/2014/main" id="{FDCF399D-4F6F-E2ED-445D-61B15A62B1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571875"/>
                        <a:ext cx="2071687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9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295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295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9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9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9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9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9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 animBg="1"/>
      <p:bldP spid="295939" grpId="0" autoUpdateAnimBg="0"/>
      <p:bldP spid="295940" grpId="0" autoUpdateAnimBg="0"/>
      <p:bldP spid="295942" grpId="0" animBg="1"/>
      <p:bldP spid="295944" grpId="0" animBg="1"/>
      <p:bldP spid="295946" grpId="0" animBg="1"/>
      <p:bldP spid="295947" grpId="0" autoUpdateAnimBg="0"/>
      <p:bldP spid="295957" grpId="0" autoUpdateAnimBg="0"/>
      <p:bldP spid="295958" grpId="0" autoUpdateAnimBg="0"/>
      <p:bldP spid="295959" grpId="0" build="p" autoUpdateAnimBg="0"/>
      <p:bldP spid="295960" grpId="0" animBg="1" autoUpdateAnimBg="0"/>
      <p:bldP spid="295961" grpId="0" animBg="1" autoUpdateAnimBg="0"/>
      <p:bldP spid="29602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90742F-348D-5F3D-768F-220E75E0AC25}"/>
              </a:ext>
            </a:extLst>
          </p:cNvPr>
          <p:cNvGrpSpPr>
            <a:grpSpLocks/>
          </p:cNvGrpSpPr>
          <p:nvPr/>
        </p:nvGrpSpPr>
        <p:grpSpPr bwMode="auto">
          <a:xfrm>
            <a:off x="6426200" y="1049338"/>
            <a:ext cx="1766888" cy="1744662"/>
            <a:chOff x="1568" y="2413"/>
            <a:chExt cx="1113" cy="1099"/>
          </a:xfrm>
        </p:grpSpPr>
        <p:grpSp>
          <p:nvGrpSpPr>
            <p:cNvPr id="12344" name="Group 3">
              <a:extLst>
                <a:ext uri="{FF2B5EF4-FFF2-40B4-BE49-F238E27FC236}">
                  <a16:creationId xmlns:a16="http://schemas.microsoft.com/office/drawing/2014/main" id="{781693A7-F8E5-134D-4B89-B7BA2249234B}"/>
                </a:ext>
              </a:extLst>
            </p:cNvPr>
            <p:cNvGrpSpPr>
              <a:grpSpLocks/>
            </p:cNvGrpSpPr>
            <p:nvPr/>
          </p:nvGrpSpPr>
          <p:grpSpPr bwMode="auto">
            <a:xfrm rot="8020800">
              <a:off x="1823" y="2544"/>
              <a:ext cx="1" cy="272"/>
              <a:chOff x="4719" y="3304"/>
              <a:chExt cx="1" cy="272"/>
            </a:xfrm>
          </p:grpSpPr>
          <p:sp>
            <p:nvSpPr>
              <p:cNvPr id="12366" name="Line 4">
                <a:extLst>
                  <a:ext uri="{FF2B5EF4-FFF2-40B4-BE49-F238E27FC236}">
                    <a16:creationId xmlns:a16="http://schemas.microsoft.com/office/drawing/2014/main" id="{48BBD62F-C822-9995-B41B-E692CA97FA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7" name="Line 5">
                <a:extLst>
                  <a:ext uri="{FF2B5EF4-FFF2-40B4-BE49-F238E27FC236}">
                    <a16:creationId xmlns:a16="http://schemas.microsoft.com/office/drawing/2014/main" id="{D053496F-70C1-1898-D0FC-9A8195199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45" name="Group 6">
              <a:extLst>
                <a:ext uri="{FF2B5EF4-FFF2-40B4-BE49-F238E27FC236}">
                  <a16:creationId xmlns:a16="http://schemas.microsoft.com/office/drawing/2014/main" id="{CB03B222-9397-8F6B-75F7-14912E963A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3" y="3240"/>
              <a:ext cx="1" cy="272"/>
              <a:chOff x="4719" y="3304"/>
              <a:chExt cx="1" cy="272"/>
            </a:xfrm>
          </p:grpSpPr>
          <p:sp>
            <p:nvSpPr>
              <p:cNvPr id="12364" name="Line 7">
                <a:extLst>
                  <a:ext uri="{FF2B5EF4-FFF2-40B4-BE49-F238E27FC236}">
                    <a16:creationId xmlns:a16="http://schemas.microsoft.com/office/drawing/2014/main" id="{AADB025C-708F-713E-AF0A-87984D261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5" name="Line 8">
                <a:extLst>
                  <a:ext uri="{FF2B5EF4-FFF2-40B4-BE49-F238E27FC236}">
                    <a16:creationId xmlns:a16="http://schemas.microsoft.com/office/drawing/2014/main" id="{BE0F71B5-EC8B-667C-3059-0D1C8E6D9A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46" name="Group 9">
              <a:extLst>
                <a:ext uri="{FF2B5EF4-FFF2-40B4-BE49-F238E27FC236}">
                  <a16:creationId xmlns:a16="http://schemas.microsoft.com/office/drawing/2014/main" id="{090EE9DE-569F-44DE-F100-E9E6F787E615}"/>
                </a:ext>
              </a:extLst>
            </p:cNvPr>
            <p:cNvGrpSpPr>
              <a:grpSpLocks/>
            </p:cNvGrpSpPr>
            <p:nvPr/>
          </p:nvGrpSpPr>
          <p:grpSpPr bwMode="auto">
            <a:xfrm rot="3014597">
              <a:off x="1775" y="3105"/>
              <a:ext cx="1" cy="272"/>
              <a:chOff x="4719" y="3304"/>
              <a:chExt cx="1" cy="272"/>
            </a:xfrm>
          </p:grpSpPr>
          <p:sp>
            <p:nvSpPr>
              <p:cNvPr id="12362" name="Line 10">
                <a:extLst>
                  <a:ext uri="{FF2B5EF4-FFF2-40B4-BE49-F238E27FC236}">
                    <a16:creationId xmlns:a16="http://schemas.microsoft.com/office/drawing/2014/main" id="{ADF345D6-B0D5-3095-2CBE-806ECF0C3C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3" name="Line 11">
                <a:extLst>
                  <a:ext uri="{FF2B5EF4-FFF2-40B4-BE49-F238E27FC236}">
                    <a16:creationId xmlns:a16="http://schemas.microsoft.com/office/drawing/2014/main" id="{C85F230C-4B80-A4C8-6199-42FF829CB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47" name="Group 12">
              <a:extLst>
                <a:ext uri="{FF2B5EF4-FFF2-40B4-BE49-F238E27FC236}">
                  <a16:creationId xmlns:a16="http://schemas.microsoft.com/office/drawing/2014/main" id="{02174144-C3DB-4DC3-8B96-79578395FA95}"/>
                </a:ext>
              </a:extLst>
            </p:cNvPr>
            <p:cNvGrpSpPr>
              <a:grpSpLocks/>
            </p:cNvGrpSpPr>
            <p:nvPr/>
          </p:nvGrpSpPr>
          <p:grpSpPr bwMode="auto">
            <a:xfrm rot="5425276">
              <a:off x="1703" y="2809"/>
              <a:ext cx="1" cy="272"/>
              <a:chOff x="4719" y="3304"/>
              <a:chExt cx="1" cy="272"/>
            </a:xfrm>
          </p:grpSpPr>
          <p:sp>
            <p:nvSpPr>
              <p:cNvPr id="12360" name="Line 13">
                <a:extLst>
                  <a:ext uri="{FF2B5EF4-FFF2-40B4-BE49-F238E27FC236}">
                    <a16:creationId xmlns:a16="http://schemas.microsoft.com/office/drawing/2014/main" id="{1D0C4E6F-D185-05BF-0FAE-6ED17ADDC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1" name="Line 14">
                <a:extLst>
                  <a:ext uri="{FF2B5EF4-FFF2-40B4-BE49-F238E27FC236}">
                    <a16:creationId xmlns:a16="http://schemas.microsoft.com/office/drawing/2014/main" id="{CD2E8C0D-C666-A7DE-BB31-A780D4C45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48" name="Group 15">
              <a:extLst>
                <a:ext uri="{FF2B5EF4-FFF2-40B4-BE49-F238E27FC236}">
                  <a16:creationId xmlns:a16="http://schemas.microsoft.com/office/drawing/2014/main" id="{4FE99499-4CA0-0D68-E5B3-E3496DDAC5C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544" y="2808"/>
              <a:ext cx="1" cy="272"/>
              <a:chOff x="4719" y="3304"/>
              <a:chExt cx="1" cy="272"/>
            </a:xfrm>
          </p:grpSpPr>
          <p:sp>
            <p:nvSpPr>
              <p:cNvPr id="12358" name="Line 16">
                <a:extLst>
                  <a:ext uri="{FF2B5EF4-FFF2-40B4-BE49-F238E27FC236}">
                    <a16:creationId xmlns:a16="http://schemas.microsoft.com/office/drawing/2014/main" id="{52754518-EB93-09E6-A7D9-06A50ED86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9" name="Line 17">
                <a:extLst>
                  <a:ext uri="{FF2B5EF4-FFF2-40B4-BE49-F238E27FC236}">
                    <a16:creationId xmlns:a16="http://schemas.microsoft.com/office/drawing/2014/main" id="{C2625719-B07A-0F0A-FCAB-2B4DD780B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49" name="Group 18">
              <a:extLst>
                <a:ext uri="{FF2B5EF4-FFF2-40B4-BE49-F238E27FC236}">
                  <a16:creationId xmlns:a16="http://schemas.microsoft.com/office/drawing/2014/main" id="{8861CE60-3E26-4381-EF81-ED3498B1E9E1}"/>
                </a:ext>
              </a:extLst>
            </p:cNvPr>
            <p:cNvGrpSpPr>
              <a:grpSpLocks/>
            </p:cNvGrpSpPr>
            <p:nvPr/>
          </p:nvGrpSpPr>
          <p:grpSpPr bwMode="auto">
            <a:xfrm rot="10774163">
              <a:off x="2102" y="2413"/>
              <a:ext cx="1" cy="272"/>
              <a:chOff x="4719" y="3304"/>
              <a:chExt cx="1" cy="272"/>
            </a:xfrm>
          </p:grpSpPr>
          <p:sp>
            <p:nvSpPr>
              <p:cNvPr id="12356" name="Line 19">
                <a:extLst>
                  <a:ext uri="{FF2B5EF4-FFF2-40B4-BE49-F238E27FC236}">
                    <a16:creationId xmlns:a16="http://schemas.microsoft.com/office/drawing/2014/main" id="{D5822932-E7DE-A41F-69CE-F5C6EC865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7" name="Line 20">
                <a:extLst>
                  <a:ext uri="{FF2B5EF4-FFF2-40B4-BE49-F238E27FC236}">
                    <a16:creationId xmlns:a16="http://schemas.microsoft.com/office/drawing/2014/main" id="{A062F058-176B-85D8-3EAB-3DBAD4AE7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50" name="Group 21">
              <a:extLst>
                <a:ext uri="{FF2B5EF4-FFF2-40B4-BE49-F238E27FC236}">
                  <a16:creationId xmlns:a16="http://schemas.microsoft.com/office/drawing/2014/main" id="{3348D806-EE71-3B9D-47C8-16166BB376E1}"/>
                </a:ext>
              </a:extLst>
            </p:cNvPr>
            <p:cNvGrpSpPr>
              <a:grpSpLocks/>
            </p:cNvGrpSpPr>
            <p:nvPr/>
          </p:nvGrpSpPr>
          <p:grpSpPr bwMode="auto">
            <a:xfrm rot="-7688015">
              <a:off x="2416" y="2550"/>
              <a:ext cx="1" cy="272"/>
              <a:chOff x="4719" y="3304"/>
              <a:chExt cx="1" cy="272"/>
            </a:xfrm>
          </p:grpSpPr>
          <p:sp>
            <p:nvSpPr>
              <p:cNvPr id="12354" name="Line 22">
                <a:extLst>
                  <a:ext uri="{FF2B5EF4-FFF2-40B4-BE49-F238E27FC236}">
                    <a16:creationId xmlns:a16="http://schemas.microsoft.com/office/drawing/2014/main" id="{066992AD-52E6-17BC-8F7C-B046E0041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5" name="Line 23">
                <a:extLst>
                  <a:ext uri="{FF2B5EF4-FFF2-40B4-BE49-F238E27FC236}">
                    <a16:creationId xmlns:a16="http://schemas.microsoft.com/office/drawing/2014/main" id="{0DF64F7C-B18F-AB2C-ED98-6905E4D96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51" name="Group 24">
              <a:extLst>
                <a:ext uri="{FF2B5EF4-FFF2-40B4-BE49-F238E27FC236}">
                  <a16:creationId xmlns:a16="http://schemas.microsoft.com/office/drawing/2014/main" id="{AABC51E8-7FD2-DE4D-02CD-EE5FCC999DEB}"/>
                </a:ext>
              </a:extLst>
            </p:cNvPr>
            <p:cNvGrpSpPr>
              <a:grpSpLocks/>
            </p:cNvGrpSpPr>
            <p:nvPr/>
          </p:nvGrpSpPr>
          <p:grpSpPr bwMode="auto">
            <a:xfrm rot="-2461900">
              <a:off x="2391" y="3120"/>
              <a:ext cx="1" cy="272"/>
              <a:chOff x="4719" y="3304"/>
              <a:chExt cx="1" cy="272"/>
            </a:xfrm>
          </p:grpSpPr>
          <p:sp>
            <p:nvSpPr>
              <p:cNvPr id="12352" name="Line 25">
                <a:extLst>
                  <a:ext uri="{FF2B5EF4-FFF2-40B4-BE49-F238E27FC236}">
                    <a16:creationId xmlns:a16="http://schemas.microsoft.com/office/drawing/2014/main" id="{5348A33B-AA4A-5A9C-1743-77B138EF0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3" name="Line 26">
                <a:extLst>
                  <a:ext uri="{FF2B5EF4-FFF2-40B4-BE49-F238E27FC236}">
                    <a16:creationId xmlns:a16="http://schemas.microsoft.com/office/drawing/2014/main" id="{E57E038F-03D7-44F1-E8D0-CECCB9013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94939" name="Text Box 27">
            <a:extLst>
              <a:ext uri="{FF2B5EF4-FFF2-40B4-BE49-F238E27FC236}">
                <a16:creationId xmlns:a16="http://schemas.microsoft.com/office/drawing/2014/main" id="{122A4D54-8F57-0C63-E6C7-623B224B1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5718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(2) </a:t>
            </a:r>
            <a:r>
              <a:rPr lang="zh-CN" altLang="en-US" b="1">
                <a:solidFill>
                  <a:schemeClr val="bg1"/>
                </a:solidFill>
              </a:rPr>
              <a:t>球形电容器</a:t>
            </a:r>
          </a:p>
        </p:txBody>
      </p:sp>
      <p:grpSp>
        <p:nvGrpSpPr>
          <p:cNvPr id="11" name="Group 28">
            <a:extLst>
              <a:ext uri="{FF2B5EF4-FFF2-40B4-BE49-F238E27FC236}">
                <a16:creationId xmlns:a16="http://schemas.microsoft.com/office/drawing/2014/main" id="{34817F2F-49DC-254C-716B-63AF86BB9CA4}"/>
              </a:ext>
            </a:extLst>
          </p:cNvPr>
          <p:cNvGrpSpPr>
            <a:grpSpLocks/>
          </p:cNvGrpSpPr>
          <p:nvPr/>
        </p:nvGrpSpPr>
        <p:grpSpPr bwMode="auto">
          <a:xfrm>
            <a:off x="6207125" y="862013"/>
            <a:ext cx="2109788" cy="2109787"/>
            <a:chOff x="3759" y="2463"/>
            <a:chExt cx="1329" cy="1329"/>
          </a:xfrm>
        </p:grpSpPr>
        <p:sp>
          <p:nvSpPr>
            <p:cNvPr id="12342" name="Oval 29">
              <a:extLst>
                <a:ext uri="{FF2B5EF4-FFF2-40B4-BE49-F238E27FC236}">
                  <a16:creationId xmlns:a16="http://schemas.microsoft.com/office/drawing/2014/main" id="{A8E14EE2-BBB2-E648-311C-C40E8D72DA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19" y="2839"/>
              <a:ext cx="589" cy="563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43" name="AutoShape 30">
              <a:extLst>
                <a:ext uri="{FF2B5EF4-FFF2-40B4-BE49-F238E27FC236}">
                  <a16:creationId xmlns:a16="http://schemas.microsoft.com/office/drawing/2014/main" id="{015F54D0-743C-9CF6-0DB6-F650CE643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9" y="2463"/>
              <a:ext cx="1329" cy="13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9 w 21600"/>
                <a:gd name="T25" fmla="*/ 3169 h 21600"/>
                <a:gd name="T26" fmla="*/ 18431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015" y="10800"/>
                  </a:moveTo>
                  <a:cubicBezTo>
                    <a:pt x="2015" y="15652"/>
                    <a:pt x="5948" y="19585"/>
                    <a:pt x="10800" y="19585"/>
                  </a:cubicBezTo>
                  <a:cubicBezTo>
                    <a:pt x="15652" y="19585"/>
                    <a:pt x="19585" y="15652"/>
                    <a:pt x="19585" y="10800"/>
                  </a:cubicBezTo>
                  <a:cubicBezTo>
                    <a:pt x="19585" y="5948"/>
                    <a:pt x="15652" y="2015"/>
                    <a:pt x="10800" y="2015"/>
                  </a:cubicBezTo>
                  <a:cubicBezTo>
                    <a:pt x="5948" y="2015"/>
                    <a:pt x="2015" y="5948"/>
                    <a:pt x="2015" y="1080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rgbClr val="0000CC"/>
                </a:gs>
              </a:gsLst>
              <a:path path="rect">
                <a:fillToRect l="50000" t="50000" r="50000" b="50000"/>
              </a:path>
            </a:gra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4943" name="Line 31">
            <a:extLst>
              <a:ext uri="{FF2B5EF4-FFF2-40B4-BE49-F238E27FC236}">
                <a16:creationId xmlns:a16="http://schemas.microsoft.com/office/drawing/2014/main" id="{24E6B631-28CB-817C-592B-A30E380CDF31}"/>
              </a:ext>
            </a:extLst>
          </p:cNvPr>
          <p:cNvSpPr>
            <a:spLocks noChangeShapeType="1"/>
          </p:cNvSpPr>
          <p:nvPr/>
        </p:nvSpPr>
        <p:spPr bwMode="auto">
          <a:xfrm rot="1214455" flipH="1" flipV="1">
            <a:off x="6424613" y="1714500"/>
            <a:ext cx="862012" cy="15875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44" name="Line 32">
            <a:extLst>
              <a:ext uri="{FF2B5EF4-FFF2-40B4-BE49-F238E27FC236}">
                <a16:creationId xmlns:a16="http://schemas.microsoft.com/office/drawing/2014/main" id="{26AA531D-46D2-8282-00F2-E53FC9A34C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0113" y="1619250"/>
            <a:ext cx="381000" cy="285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45" name="Text Box 33">
            <a:extLst>
              <a:ext uri="{FF2B5EF4-FFF2-40B4-BE49-F238E27FC236}">
                <a16:creationId xmlns:a16="http://schemas.microsoft.com/office/drawing/2014/main" id="{E6D4B68D-28FC-85A4-6FDE-C8C0D892A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5988" y="17526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R</a:t>
            </a:r>
            <a:r>
              <a:rPr lang="en-US" altLang="zh-CN" b="1" baseline="-25000"/>
              <a:t>1</a:t>
            </a:r>
          </a:p>
        </p:txBody>
      </p:sp>
      <p:sp>
        <p:nvSpPr>
          <p:cNvPr id="294946" name="AutoShape 34">
            <a:extLst>
              <a:ext uri="{FF2B5EF4-FFF2-40B4-BE49-F238E27FC236}">
                <a16:creationId xmlns:a16="http://schemas.microsoft.com/office/drawing/2014/main" id="{BA710020-0433-B20D-84C0-FB97D0B7F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113" y="547688"/>
            <a:ext cx="738187" cy="584200"/>
          </a:xfrm>
          <a:prstGeom prst="wedgeRoundRectCallout">
            <a:avLst>
              <a:gd name="adj1" fmla="val -138819"/>
              <a:gd name="adj2" fmla="val 109241"/>
              <a:gd name="adj3" fmla="val 16667"/>
            </a:avLst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+Q</a:t>
            </a:r>
          </a:p>
        </p:txBody>
      </p:sp>
      <p:sp>
        <p:nvSpPr>
          <p:cNvPr id="294947" name="AutoShape 35">
            <a:extLst>
              <a:ext uri="{FF2B5EF4-FFF2-40B4-BE49-F238E27FC236}">
                <a16:creationId xmlns:a16="http://schemas.microsoft.com/office/drawing/2014/main" id="{50B0616D-2BD5-DEDE-7B3E-0F4ADBF3B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113" y="1447800"/>
            <a:ext cx="585787" cy="584200"/>
          </a:xfrm>
          <a:prstGeom prst="wedgeRoundRectCallout">
            <a:avLst>
              <a:gd name="adj1" fmla="val -102574"/>
              <a:gd name="adj2" fmla="val -26356"/>
              <a:gd name="adj3" fmla="val 16667"/>
            </a:avLst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-Q</a:t>
            </a:r>
          </a:p>
        </p:txBody>
      </p:sp>
      <p:grpSp>
        <p:nvGrpSpPr>
          <p:cNvPr id="12" name="Group 36">
            <a:extLst>
              <a:ext uri="{FF2B5EF4-FFF2-40B4-BE49-F238E27FC236}">
                <a16:creationId xmlns:a16="http://schemas.microsoft.com/office/drawing/2014/main" id="{98DEF687-82E9-F712-E3F4-0788FBB8D7FC}"/>
              </a:ext>
            </a:extLst>
          </p:cNvPr>
          <p:cNvGrpSpPr>
            <a:grpSpLocks/>
          </p:cNvGrpSpPr>
          <p:nvPr/>
        </p:nvGrpSpPr>
        <p:grpSpPr bwMode="auto">
          <a:xfrm>
            <a:off x="6007100" y="2654300"/>
            <a:ext cx="688975" cy="533400"/>
            <a:chOff x="3552" y="1536"/>
            <a:chExt cx="530" cy="432"/>
          </a:xfrm>
        </p:grpSpPr>
        <p:sp>
          <p:nvSpPr>
            <p:cNvPr id="12340" name="AutoShape 37">
              <a:extLst>
                <a:ext uri="{FF2B5EF4-FFF2-40B4-BE49-F238E27FC236}">
                  <a16:creationId xmlns:a16="http://schemas.microsoft.com/office/drawing/2014/main" id="{5AE1DABC-EBEC-1E03-9034-2B0EAC204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4" y="1536"/>
              <a:ext cx="319" cy="343"/>
            </a:xfrm>
            <a:prstGeom prst="wedgeRoundRectCallout">
              <a:avLst>
                <a:gd name="adj1" fmla="val 20532"/>
                <a:gd name="adj2" fmla="val -154667"/>
                <a:gd name="adj3" fmla="val 16667"/>
              </a:avLst>
            </a:prstGeom>
            <a:solidFill>
              <a:schemeClr val="bg2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 b="1" i="1">
                <a:solidFill>
                  <a:srgbClr val="0000FF"/>
                </a:solidFill>
              </a:endParaRPr>
            </a:p>
          </p:txBody>
        </p:sp>
        <p:sp>
          <p:nvSpPr>
            <p:cNvPr id="12341" name="AutoShape 38">
              <a:extLst>
                <a:ext uri="{FF2B5EF4-FFF2-40B4-BE49-F238E27FC236}">
                  <a16:creationId xmlns:a16="http://schemas.microsoft.com/office/drawing/2014/main" id="{FCFCEA8B-0C80-3CC8-18E9-A68F05468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536"/>
              <a:ext cx="530" cy="432"/>
            </a:xfrm>
            <a:prstGeom prst="wedgeRoundRectCallout">
              <a:avLst>
                <a:gd name="adj1" fmla="val 60060"/>
                <a:gd name="adj2" fmla="val -137500"/>
                <a:gd name="adj3" fmla="val 16667"/>
              </a:avLst>
            </a:prstGeom>
            <a:solidFill>
              <a:schemeClr val="bg2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00"/>
                  </a:solidFill>
                  <a:sym typeface="Symbol" panose="05050102010706020507" pitchFamily="18" charset="2"/>
                </a:rPr>
                <a:t></a:t>
              </a:r>
              <a:r>
                <a:rPr lang="en-US" altLang="zh-CN" i="1">
                  <a:solidFill>
                    <a:srgbClr val="FFFF00"/>
                  </a:solidFill>
                  <a:sym typeface="Symbol" panose="05050102010706020507" pitchFamily="18" charset="2"/>
                </a:rPr>
                <a:t>u</a:t>
              </a:r>
              <a:endParaRPr lang="en-US" altLang="zh-CN" i="1">
                <a:solidFill>
                  <a:srgbClr val="FFFF00"/>
                </a:solidFill>
              </a:endParaRPr>
            </a:p>
          </p:txBody>
        </p:sp>
      </p:grpSp>
      <p:graphicFrame>
        <p:nvGraphicFramePr>
          <p:cNvPr id="294951" name="Object 39">
            <a:extLst>
              <a:ext uri="{FF2B5EF4-FFF2-40B4-BE49-F238E27FC236}">
                <a16:creationId xmlns:a16="http://schemas.microsoft.com/office/drawing/2014/main" id="{93DB04AC-7E71-614E-7396-F29D37F2C179}"/>
              </a:ext>
            </a:extLst>
          </p:cNvPr>
          <p:cNvGraphicFramePr>
            <a:graphicFrameLocks/>
          </p:cNvGraphicFramePr>
          <p:nvPr/>
        </p:nvGraphicFramePr>
        <p:xfrm>
          <a:off x="928688" y="928688"/>
          <a:ext cx="1636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387" imgH="876328" progId="Equation.3">
                  <p:embed/>
                </p:oleObj>
              </mc:Choice>
              <mc:Fallback>
                <p:oleObj name="Equation" r:id="rId2" imgW="1600387" imgH="876328" progId="Equation.3">
                  <p:embed/>
                  <p:pic>
                    <p:nvPicPr>
                      <p:cNvPr id="294951" name="Object 39">
                        <a:extLst>
                          <a:ext uri="{FF2B5EF4-FFF2-40B4-BE49-F238E27FC236}">
                            <a16:creationId xmlns:a16="http://schemas.microsoft.com/office/drawing/2014/main" id="{93DB04AC-7E71-614E-7396-F29D37F2C1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928688"/>
                        <a:ext cx="1636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52" name="Oval 40">
            <a:extLst>
              <a:ext uri="{FF2B5EF4-FFF2-40B4-BE49-F238E27FC236}">
                <a16:creationId xmlns:a16="http://schemas.microsoft.com/office/drawing/2014/main" id="{21946050-3474-47F0-833A-66BFDA225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241425"/>
            <a:ext cx="1462087" cy="1362075"/>
          </a:xfrm>
          <a:prstGeom prst="ellips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4953" name="Oval 41">
            <a:extLst>
              <a:ext uri="{FF2B5EF4-FFF2-40B4-BE49-F238E27FC236}">
                <a16:creationId xmlns:a16="http://schemas.microsoft.com/office/drawing/2014/main" id="{007021A8-CA0A-1AD5-89FF-0C9BFA169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888" y="1177925"/>
            <a:ext cx="87312" cy="873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4954" name="Text Box 42">
            <a:extLst>
              <a:ext uri="{FF2B5EF4-FFF2-40B4-BE49-F238E27FC236}">
                <a16:creationId xmlns:a16="http://schemas.microsoft.com/office/drawing/2014/main" id="{C2EEF6D8-2B12-E104-185C-2158557FC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16938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R</a:t>
            </a:r>
            <a:r>
              <a:rPr lang="en-US" altLang="zh-CN" b="1" baseline="-25000"/>
              <a:t>2</a:t>
            </a:r>
          </a:p>
        </p:txBody>
      </p:sp>
      <p:sp>
        <p:nvSpPr>
          <p:cNvPr id="294955" name="AutoShape 43">
            <a:extLst>
              <a:ext uri="{FF2B5EF4-FFF2-40B4-BE49-F238E27FC236}">
                <a16:creationId xmlns:a16="http://schemas.microsoft.com/office/drawing/2014/main" id="{CAA7ABE8-CE65-5DB1-60DD-414A0B0E4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1214438"/>
            <a:ext cx="457200" cy="231775"/>
          </a:xfrm>
          <a:prstGeom prst="rightArrow">
            <a:avLst>
              <a:gd name="adj1" fmla="val 50000"/>
              <a:gd name="adj2" fmla="val 49315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4956" name="Object 44">
            <a:extLst>
              <a:ext uri="{FF2B5EF4-FFF2-40B4-BE49-F238E27FC236}">
                <a16:creationId xmlns:a16="http://schemas.microsoft.com/office/drawing/2014/main" id="{8BF2B0BC-9DAE-9F41-D436-33013EC64084}"/>
              </a:ext>
            </a:extLst>
          </p:cNvPr>
          <p:cNvGraphicFramePr>
            <a:graphicFrameLocks/>
          </p:cNvGraphicFramePr>
          <p:nvPr/>
        </p:nvGraphicFramePr>
        <p:xfrm>
          <a:off x="3500438" y="857250"/>
          <a:ext cx="16525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7851" imgH="876328" progId="Equation.3">
                  <p:embed/>
                </p:oleObj>
              </mc:Choice>
              <mc:Fallback>
                <p:oleObj name="Equation" r:id="rId4" imgW="1607851" imgH="876328" progId="Equation.3">
                  <p:embed/>
                  <p:pic>
                    <p:nvPicPr>
                      <p:cNvPr id="294956" name="Object 44">
                        <a:extLst>
                          <a:ext uri="{FF2B5EF4-FFF2-40B4-BE49-F238E27FC236}">
                            <a16:creationId xmlns:a16="http://schemas.microsoft.com/office/drawing/2014/main" id="{8BF2B0BC-9DAE-9F41-D436-33013EC640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857250"/>
                        <a:ext cx="16525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57" name="Object 45">
            <a:extLst>
              <a:ext uri="{FF2B5EF4-FFF2-40B4-BE49-F238E27FC236}">
                <a16:creationId xmlns:a16="http://schemas.microsoft.com/office/drawing/2014/main" id="{DACA2F4C-7BBB-64D2-245C-8A6B41081191}"/>
              </a:ext>
            </a:extLst>
          </p:cNvPr>
          <p:cNvGraphicFramePr>
            <a:graphicFrameLocks/>
          </p:cNvGraphicFramePr>
          <p:nvPr/>
        </p:nvGraphicFramePr>
        <p:xfrm>
          <a:off x="1071563" y="1857375"/>
          <a:ext cx="416401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122389" imgH="998026" progId="Equation.3">
                  <p:embed/>
                </p:oleObj>
              </mc:Choice>
              <mc:Fallback>
                <p:oleObj name="公式" r:id="rId6" imgW="4122389" imgH="998026" progId="Equation.3">
                  <p:embed/>
                  <p:pic>
                    <p:nvPicPr>
                      <p:cNvPr id="294957" name="Object 45">
                        <a:extLst>
                          <a:ext uri="{FF2B5EF4-FFF2-40B4-BE49-F238E27FC236}">
                            <a16:creationId xmlns:a16="http://schemas.microsoft.com/office/drawing/2014/main" id="{DACA2F4C-7BBB-64D2-245C-8A6B4108119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857375"/>
                        <a:ext cx="4164012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58" name="Object 46">
            <a:extLst>
              <a:ext uri="{FF2B5EF4-FFF2-40B4-BE49-F238E27FC236}">
                <a16:creationId xmlns:a16="http://schemas.microsoft.com/office/drawing/2014/main" id="{62FFF044-D0A8-7B44-3874-8005C1B9A027}"/>
              </a:ext>
            </a:extLst>
          </p:cNvPr>
          <p:cNvGraphicFramePr>
            <a:graphicFrameLocks/>
          </p:cNvGraphicFramePr>
          <p:nvPr/>
        </p:nvGraphicFramePr>
        <p:xfrm>
          <a:off x="1285875" y="3000375"/>
          <a:ext cx="27924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58378" imgH="876328" progId="Equation.3">
                  <p:embed/>
                </p:oleObj>
              </mc:Choice>
              <mc:Fallback>
                <p:oleObj name="Equation" r:id="rId8" imgW="2758378" imgH="876328" progId="Equation.3">
                  <p:embed/>
                  <p:pic>
                    <p:nvPicPr>
                      <p:cNvPr id="294958" name="Object 46">
                        <a:extLst>
                          <a:ext uri="{FF2B5EF4-FFF2-40B4-BE49-F238E27FC236}">
                            <a16:creationId xmlns:a16="http://schemas.microsoft.com/office/drawing/2014/main" id="{62FFF044-D0A8-7B44-3874-8005C1B9A0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000375"/>
                        <a:ext cx="2792413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59" name="Rectangle 47">
            <a:extLst>
              <a:ext uri="{FF2B5EF4-FFF2-40B4-BE49-F238E27FC236}">
                <a16:creationId xmlns:a16="http://schemas.microsoft.com/office/drawing/2014/main" id="{0D239ADD-6F0C-22DE-B32A-6788ABBD2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3" y="13096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94960" name="Rectangle 48">
            <a:extLst>
              <a:ext uri="{FF2B5EF4-FFF2-40B4-BE49-F238E27FC236}">
                <a16:creationId xmlns:a16="http://schemas.microsoft.com/office/drawing/2014/main" id="{19BD22CE-252D-F0A1-94A3-F9DFF0CA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58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94961" name="Text Box 49">
            <a:extLst>
              <a:ext uri="{FF2B5EF4-FFF2-40B4-BE49-F238E27FC236}">
                <a16:creationId xmlns:a16="http://schemas.microsoft.com/office/drawing/2014/main" id="{247300B6-E9B0-405A-C2B9-C5CA3881F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4071938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(3) </a:t>
            </a:r>
            <a:r>
              <a:rPr lang="zh-CN" altLang="en-US" b="1">
                <a:solidFill>
                  <a:schemeClr val="bg1"/>
                </a:solidFill>
              </a:rPr>
              <a:t>柱形电容器</a:t>
            </a:r>
          </a:p>
        </p:txBody>
      </p:sp>
      <p:sp>
        <p:nvSpPr>
          <p:cNvPr id="294962" name="Oval 50">
            <a:extLst>
              <a:ext uri="{FF2B5EF4-FFF2-40B4-BE49-F238E27FC236}">
                <a16:creationId xmlns:a16="http://schemas.microsoft.com/office/drawing/2014/main" id="{ED62AC64-B6E2-F9E3-042C-50ACF3B5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963" y="5445125"/>
            <a:ext cx="1149350" cy="274638"/>
          </a:xfrm>
          <a:prstGeom prst="ellipse">
            <a:avLst/>
          </a:prstGeom>
          <a:noFill/>
          <a:ln w="28575">
            <a:solidFill>
              <a:srgbClr val="FFCC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" name="Group 51">
            <a:extLst>
              <a:ext uri="{FF2B5EF4-FFF2-40B4-BE49-F238E27FC236}">
                <a16:creationId xmlns:a16="http://schemas.microsoft.com/office/drawing/2014/main" id="{74E27C85-6212-61A8-326F-2E4A9C5FD280}"/>
              </a:ext>
            </a:extLst>
          </p:cNvPr>
          <p:cNvGrpSpPr>
            <a:grpSpLocks/>
          </p:cNvGrpSpPr>
          <p:nvPr/>
        </p:nvGrpSpPr>
        <p:grpSpPr bwMode="auto">
          <a:xfrm>
            <a:off x="7678738" y="5913438"/>
            <a:ext cx="538162" cy="977900"/>
            <a:chOff x="4027" y="2985"/>
            <a:chExt cx="339" cy="616"/>
          </a:xfrm>
        </p:grpSpPr>
        <p:sp>
          <p:nvSpPr>
            <p:cNvPr id="12336" name="Line 52">
              <a:extLst>
                <a:ext uri="{FF2B5EF4-FFF2-40B4-BE49-F238E27FC236}">
                  <a16:creationId xmlns:a16="http://schemas.microsoft.com/office/drawing/2014/main" id="{72097B73-6558-2998-2CB9-DE643BE4C9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393827">
              <a:off x="4123" y="3183"/>
              <a:ext cx="37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7" name="Line 53">
              <a:extLst>
                <a:ext uri="{FF2B5EF4-FFF2-40B4-BE49-F238E27FC236}">
                  <a16:creationId xmlns:a16="http://schemas.microsoft.com/office/drawing/2014/main" id="{71EEA69F-E83A-EE3D-0BB0-10B122C3CD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94" y="3213"/>
              <a:ext cx="0" cy="23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8" name="Rectangle 54">
              <a:extLst>
                <a:ext uri="{FF2B5EF4-FFF2-40B4-BE49-F238E27FC236}">
                  <a16:creationId xmlns:a16="http://schemas.microsoft.com/office/drawing/2014/main" id="{1D3082FF-91D9-885A-D1F4-445A6C27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3274"/>
              <a:ext cx="3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rgbClr val="FFFF00"/>
                  </a:solidFill>
                  <a:sym typeface="Symbol" panose="05050102010706020507" pitchFamily="18" charset="2"/>
                </a:rPr>
                <a:t></a:t>
              </a:r>
              <a:r>
                <a:rPr lang="en-US" altLang="zh-CN" sz="2800" b="1" i="1">
                  <a:solidFill>
                    <a:srgbClr val="FFFF00"/>
                  </a:solidFill>
                  <a:sym typeface="Symbol" panose="05050102010706020507" pitchFamily="18" charset="2"/>
                </a:rPr>
                <a:t>u</a:t>
              </a:r>
              <a:endParaRPr lang="en-US" altLang="zh-CN" sz="2800" b="1" i="1">
                <a:solidFill>
                  <a:srgbClr val="FFFF00"/>
                </a:solidFill>
              </a:endParaRPr>
            </a:p>
          </p:txBody>
        </p:sp>
        <p:sp>
          <p:nvSpPr>
            <p:cNvPr id="12339" name="Line 55">
              <a:extLst>
                <a:ext uri="{FF2B5EF4-FFF2-40B4-BE49-F238E27FC236}">
                  <a16:creationId xmlns:a16="http://schemas.microsoft.com/office/drawing/2014/main" id="{3B431B15-F3BF-D92F-8779-2CA970E609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393827">
              <a:off x="3873" y="3184"/>
              <a:ext cx="39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4968" name="Line 56">
            <a:extLst>
              <a:ext uri="{FF2B5EF4-FFF2-40B4-BE49-F238E27FC236}">
                <a16:creationId xmlns:a16="http://schemas.microsoft.com/office/drawing/2014/main" id="{D7957880-347C-B44B-4ED1-ECCACE776E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7750" y="5480050"/>
            <a:ext cx="3175" cy="63658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69" name="Oval 57">
            <a:extLst>
              <a:ext uri="{FF2B5EF4-FFF2-40B4-BE49-F238E27FC236}">
                <a16:creationId xmlns:a16="http://schemas.microsoft.com/office/drawing/2014/main" id="{0801604B-4645-7ABE-95DE-1810C2D64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813" y="5416550"/>
            <a:ext cx="758825" cy="273050"/>
          </a:xfrm>
          <a:prstGeom prst="ellipse">
            <a:avLst/>
          </a:prstGeom>
          <a:solidFill>
            <a:schemeClr val="tx1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4970" name="Oval 58">
            <a:extLst>
              <a:ext uri="{FF2B5EF4-FFF2-40B4-BE49-F238E27FC236}">
                <a16:creationId xmlns:a16="http://schemas.microsoft.com/office/drawing/2014/main" id="{B0BA8272-8722-2549-F814-AF6554599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5970588"/>
            <a:ext cx="1524000" cy="552450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4971" name="AutoShape 59">
            <a:extLst>
              <a:ext uri="{FF2B5EF4-FFF2-40B4-BE49-F238E27FC236}">
                <a16:creationId xmlns:a16="http://schemas.microsoft.com/office/drawing/2014/main" id="{D695394D-B5C3-134B-5540-A7C4206C9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527425"/>
            <a:ext cx="742950" cy="2817813"/>
          </a:xfrm>
          <a:prstGeom prst="can">
            <a:avLst>
              <a:gd name="adj" fmla="val 37822"/>
            </a:avLst>
          </a:prstGeom>
          <a:gradFill rotWithShape="1">
            <a:gsLst>
              <a:gs pos="0">
                <a:srgbClr val="00FFCC">
                  <a:gamma/>
                  <a:shade val="46275"/>
                  <a:invGamma/>
                </a:srgbClr>
              </a:gs>
              <a:gs pos="50000">
                <a:srgbClr val="00FFCC">
                  <a:alpha val="62000"/>
                </a:srgbClr>
              </a:gs>
              <a:gs pos="100000">
                <a:srgbClr val="00FFCC">
                  <a:gamma/>
                  <a:shade val="46275"/>
                  <a:invGamma/>
                </a:srgbClr>
              </a:gs>
            </a:gsLst>
            <a:lin ang="0" scaled="1"/>
          </a:gradFill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zh-CN" sz="2800">
              <a:solidFill>
                <a:srgbClr val="00CC00"/>
              </a:solidFill>
            </a:endParaRPr>
          </a:p>
        </p:txBody>
      </p:sp>
      <p:sp>
        <p:nvSpPr>
          <p:cNvPr id="294972" name="AutoShape 60">
            <a:extLst>
              <a:ext uri="{FF2B5EF4-FFF2-40B4-BE49-F238E27FC236}">
                <a16:creationId xmlns:a16="http://schemas.microsoft.com/office/drawing/2014/main" id="{D4CC7171-9D75-14EE-59ED-B27D430F0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3398838"/>
            <a:ext cx="1524000" cy="3111500"/>
          </a:xfrm>
          <a:prstGeom prst="can">
            <a:avLst>
              <a:gd name="adj" fmla="val 3296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4973" name="Line 61">
            <a:extLst>
              <a:ext uri="{FF2B5EF4-FFF2-40B4-BE49-F238E27FC236}">
                <a16:creationId xmlns:a16="http://schemas.microsoft.com/office/drawing/2014/main" id="{EF7C06CB-D519-C30E-E423-010B272DF6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8700" y="3632200"/>
            <a:ext cx="19050" cy="3136900"/>
          </a:xfrm>
          <a:prstGeom prst="line">
            <a:avLst/>
          </a:prstGeom>
          <a:noFill/>
          <a:ln w="12700">
            <a:solidFill>
              <a:srgbClr val="FF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74" name="Oval 62">
            <a:extLst>
              <a:ext uri="{FF2B5EF4-FFF2-40B4-BE49-F238E27FC236}">
                <a16:creationId xmlns:a16="http://schemas.microsoft.com/office/drawing/2014/main" id="{029271F7-01C6-17AA-B6F7-F5C8EFD89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3406775"/>
            <a:ext cx="1524000" cy="5175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4975" name="Oval 63">
            <a:extLst>
              <a:ext uri="{FF2B5EF4-FFF2-40B4-BE49-F238E27FC236}">
                <a16:creationId xmlns:a16="http://schemas.microsoft.com/office/drawing/2014/main" id="{6C068460-9384-FCFB-3FD0-C55C336F7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8" y="3546475"/>
            <a:ext cx="723900" cy="238125"/>
          </a:xfrm>
          <a:prstGeom prst="ellipse">
            <a:avLst/>
          </a:prstGeom>
          <a:solidFill>
            <a:schemeClr val="tx1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4976" name="Line 64">
            <a:extLst>
              <a:ext uri="{FF2B5EF4-FFF2-40B4-BE49-F238E27FC236}">
                <a16:creationId xmlns:a16="http://schemas.microsoft.com/office/drawing/2014/main" id="{B1D0F3AE-33C4-2923-A30D-84F9180CC0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6163" y="3187700"/>
            <a:ext cx="0" cy="46037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77" name="Line 65">
            <a:extLst>
              <a:ext uri="{FF2B5EF4-FFF2-40B4-BE49-F238E27FC236}">
                <a16:creationId xmlns:a16="http://schemas.microsoft.com/office/drawing/2014/main" id="{E01B6251-D539-DB66-8F45-28E9B7C6A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9813" y="4884738"/>
            <a:ext cx="3413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78" name="Text Box 66">
            <a:extLst>
              <a:ext uri="{FF2B5EF4-FFF2-40B4-BE49-F238E27FC236}">
                <a16:creationId xmlns:a16="http://schemas.microsoft.com/office/drawing/2014/main" id="{3DDE8C6E-7190-AA17-0C54-F1650EC0A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63" y="48720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R</a:t>
            </a:r>
            <a:r>
              <a:rPr lang="en-US" altLang="zh-CN" baseline="-25000"/>
              <a:t>1</a:t>
            </a:r>
          </a:p>
        </p:txBody>
      </p:sp>
      <p:sp>
        <p:nvSpPr>
          <p:cNvPr id="294979" name="Text Box 67">
            <a:extLst>
              <a:ext uri="{FF2B5EF4-FFF2-40B4-BE49-F238E27FC236}">
                <a16:creationId xmlns:a16="http://schemas.microsoft.com/office/drawing/2014/main" id="{E180C4F1-566C-7FFB-408A-69A7D159E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313" y="3883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chemeClr val="bg1"/>
                </a:solidFill>
              </a:rPr>
              <a:t>R</a:t>
            </a:r>
            <a:r>
              <a:rPr lang="en-US" altLang="zh-CN" baseline="-2500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14" name="Group 68">
            <a:extLst>
              <a:ext uri="{FF2B5EF4-FFF2-40B4-BE49-F238E27FC236}">
                <a16:creationId xmlns:a16="http://schemas.microsoft.com/office/drawing/2014/main" id="{FE7E1D6D-A073-7690-7E46-F4B69A5E41CD}"/>
              </a:ext>
            </a:extLst>
          </p:cNvPr>
          <p:cNvGrpSpPr>
            <a:grpSpLocks/>
          </p:cNvGrpSpPr>
          <p:nvPr/>
        </p:nvGrpSpPr>
        <p:grpSpPr bwMode="auto">
          <a:xfrm>
            <a:off x="8159750" y="3724275"/>
            <a:ext cx="520700" cy="2557463"/>
            <a:chOff x="5004" y="2210"/>
            <a:chExt cx="328" cy="1611"/>
          </a:xfrm>
        </p:grpSpPr>
        <p:sp>
          <p:nvSpPr>
            <p:cNvPr id="12332" name="Line 69">
              <a:extLst>
                <a:ext uri="{FF2B5EF4-FFF2-40B4-BE49-F238E27FC236}">
                  <a16:creationId xmlns:a16="http://schemas.microsoft.com/office/drawing/2014/main" id="{FD3E8BC1-FF61-BC29-FE5C-E3532E3144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2210"/>
              <a:ext cx="30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 type="non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Line 70">
              <a:extLst>
                <a:ext uri="{FF2B5EF4-FFF2-40B4-BE49-F238E27FC236}">
                  <a16:creationId xmlns:a16="http://schemas.microsoft.com/office/drawing/2014/main" id="{F0F2359E-5555-990E-4D34-F61F60BA7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0" y="3821"/>
              <a:ext cx="311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 type="non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4" name="Line 71">
              <a:extLst>
                <a:ext uri="{FF2B5EF4-FFF2-40B4-BE49-F238E27FC236}">
                  <a16:creationId xmlns:a16="http://schemas.microsoft.com/office/drawing/2014/main" id="{B337DFF7-FA82-548E-A013-56ACACA69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9" y="2210"/>
              <a:ext cx="0" cy="161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Text Box 72">
              <a:extLst>
                <a:ext uri="{FF2B5EF4-FFF2-40B4-BE49-F238E27FC236}">
                  <a16:creationId xmlns:a16="http://schemas.microsoft.com/office/drawing/2014/main" id="{EA3B20C3-A2D0-E4F4-D1BC-28C7FFE69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3" y="2917"/>
              <a:ext cx="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chemeClr val="bg1"/>
                  </a:solidFill>
                </a:rPr>
                <a:t>l</a:t>
              </a:r>
              <a:endParaRPr lang="en-US" altLang="zh-CN" baseline="-25000">
                <a:solidFill>
                  <a:schemeClr val="bg1"/>
                </a:solidFill>
              </a:endParaRPr>
            </a:p>
          </p:txBody>
        </p:sp>
      </p:grpSp>
      <p:sp>
        <p:nvSpPr>
          <p:cNvPr id="294985" name="AutoShape 73">
            <a:extLst>
              <a:ext uri="{FF2B5EF4-FFF2-40B4-BE49-F238E27FC236}">
                <a16:creationId xmlns:a16="http://schemas.microsoft.com/office/drawing/2014/main" id="{490076F3-272B-29CC-44CA-33BE719D1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963" y="4400550"/>
            <a:ext cx="1155700" cy="1322388"/>
          </a:xfrm>
          <a:prstGeom prst="can">
            <a:avLst>
              <a:gd name="adj" fmla="val 24447"/>
            </a:avLst>
          </a:prstGeom>
          <a:noFill/>
          <a:ln w="28575">
            <a:solidFill>
              <a:srgbClr val="FFCC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4986" name="Line 74">
            <a:extLst>
              <a:ext uri="{FF2B5EF4-FFF2-40B4-BE49-F238E27FC236}">
                <a16:creationId xmlns:a16="http://schemas.microsoft.com/office/drawing/2014/main" id="{9DD8A1DA-8CF5-E864-9118-4A55AB58B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5213" y="4352925"/>
            <a:ext cx="714375" cy="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4987" name="Object 75">
            <a:extLst>
              <a:ext uri="{FF2B5EF4-FFF2-40B4-BE49-F238E27FC236}">
                <a16:creationId xmlns:a16="http://schemas.microsoft.com/office/drawing/2014/main" id="{0395245F-B069-B4CD-19BC-91B2330BB8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1963" y="4911725"/>
          <a:ext cx="35401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602" imgH="144641" progId="Equation.3">
                  <p:embed/>
                </p:oleObj>
              </mc:Choice>
              <mc:Fallback>
                <p:oleObj name="Equation" r:id="rId10" imgW="83602" imgH="144641" progId="Equation.3">
                  <p:embed/>
                  <p:pic>
                    <p:nvPicPr>
                      <p:cNvPr id="294987" name="Object 75">
                        <a:extLst>
                          <a:ext uri="{FF2B5EF4-FFF2-40B4-BE49-F238E27FC236}">
                            <a16:creationId xmlns:a16="http://schemas.microsoft.com/office/drawing/2014/main" id="{0395245F-B069-B4CD-19BC-91B2330BB8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1963" y="4911725"/>
                        <a:ext cx="35401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88" name="Object 76">
            <a:extLst>
              <a:ext uri="{FF2B5EF4-FFF2-40B4-BE49-F238E27FC236}">
                <a16:creationId xmlns:a16="http://schemas.microsoft.com/office/drawing/2014/main" id="{6EB3013E-F837-235B-A587-C1614E34FD2D}"/>
              </a:ext>
            </a:extLst>
          </p:cNvPr>
          <p:cNvGraphicFramePr>
            <a:graphicFrameLocks/>
          </p:cNvGraphicFramePr>
          <p:nvPr/>
        </p:nvGraphicFramePr>
        <p:xfrm>
          <a:off x="928688" y="4643438"/>
          <a:ext cx="4087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53716" imgH="876328" progId="Equation.3">
                  <p:embed/>
                </p:oleObj>
              </mc:Choice>
              <mc:Fallback>
                <p:oleObj name="Equation" r:id="rId12" imgW="4053716" imgH="876328" progId="Equation.3">
                  <p:embed/>
                  <p:pic>
                    <p:nvPicPr>
                      <p:cNvPr id="294988" name="Object 76">
                        <a:extLst>
                          <a:ext uri="{FF2B5EF4-FFF2-40B4-BE49-F238E27FC236}">
                            <a16:creationId xmlns:a16="http://schemas.microsoft.com/office/drawing/2014/main" id="{6EB3013E-F837-235B-A587-C1614E34F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643438"/>
                        <a:ext cx="4087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89" name="Object 77">
            <a:extLst>
              <a:ext uri="{FF2B5EF4-FFF2-40B4-BE49-F238E27FC236}">
                <a16:creationId xmlns:a16="http://schemas.microsoft.com/office/drawing/2014/main" id="{D7DCBA66-F865-0291-2A3B-01E1AB800A68}"/>
              </a:ext>
            </a:extLst>
          </p:cNvPr>
          <p:cNvGraphicFramePr>
            <a:graphicFrameLocks/>
          </p:cNvGraphicFramePr>
          <p:nvPr/>
        </p:nvGraphicFramePr>
        <p:xfrm>
          <a:off x="1000125" y="5572125"/>
          <a:ext cx="391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78549" imgH="876328" progId="Equation.3">
                  <p:embed/>
                </p:oleObj>
              </mc:Choice>
              <mc:Fallback>
                <p:oleObj name="Equation" r:id="rId14" imgW="3878549" imgH="876328" progId="Equation.3">
                  <p:embed/>
                  <p:pic>
                    <p:nvPicPr>
                      <p:cNvPr id="294989" name="Object 77">
                        <a:extLst>
                          <a:ext uri="{FF2B5EF4-FFF2-40B4-BE49-F238E27FC236}">
                            <a16:creationId xmlns:a16="http://schemas.microsoft.com/office/drawing/2014/main" id="{D7DCBA66-F865-0291-2A3B-01E1AB800A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572125"/>
                        <a:ext cx="3911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9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294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294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9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9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9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4" dur="2000"/>
                                        <p:tgtEl>
                                          <p:spTgt spid="29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29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2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29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29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9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9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9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9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9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9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9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9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9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9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94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94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9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94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94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9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29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29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2000"/>
                                        <p:tgtEl>
                                          <p:spTgt spid="29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2000"/>
                                        <p:tgtEl>
                                          <p:spTgt spid="29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39" grpId="0" autoUpdateAnimBg="0"/>
      <p:bldP spid="294945" grpId="0" autoUpdateAnimBg="0"/>
      <p:bldP spid="294946" grpId="0" animBg="1" autoUpdateAnimBg="0"/>
      <p:bldP spid="294947" grpId="0" animBg="1" autoUpdateAnimBg="0"/>
      <p:bldP spid="294952" grpId="0" animBg="1"/>
      <p:bldP spid="294953" grpId="0" animBg="1"/>
      <p:bldP spid="294954" grpId="0" autoUpdateAnimBg="0"/>
      <p:bldP spid="294955" grpId="0" animBg="1"/>
      <p:bldP spid="294959" grpId="0" autoUpdateAnimBg="0"/>
      <p:bldP spid="294960" grpId="0" autoUpdateAnimBg="0"/>
      <p:bldP spid="294961" grpId="0" autoUpdateAnimBg="0"/>
      <p:bldP spid="294962" grpId="0" animBg="1"/>
      <p:bldP spid="294969" grpId="0" animBg="1"/>
      <p:bldP spid="294970" grpId="0" animBg="1"/>
      <p:bldP spid="294972" grpId="0" animBg="1"/>
      <p:bldP spid="294974" grpId="0" animBg="1"/>
      <p:bldP spid="294975" grpId="0" animBg="1"/>
      <p:bldP spid="294978" grpId="0" autoUpdateAnimBg="0"/>
      <p:bldP spid="294979" grpId="0" autoUpdateAnimBg="0"/>
      <p:bldP spid="29498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890" name="Object 2">
            <a:extLst>
              <a:ext uri="{FF2B5EF4-FFF2-40B4-BE49-F238E27FC236}">
                <a16:creationId xmlns:a16="http://schemas.microsoft.com/office/drawing/2014/main" id="{759ADCAD-388B-DD1D-2426-D30C7BE30A2F}"/>
              </a:ext>
            </a:extLst>
          </p:cNvPr>
          <p:cNvGraphicFramePr>
            <a:graphicFrameLocks/>
          </p:cNvGraphicFramePr>
          <p:nvPr/>
        </p:nvGraphicFramePr>
        <p:xfrm>
          <a:off x="922338" y="115888"/>
          <a:ext cx="230028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07" imgH="1051394" progId="Equation.3">
                  <p:embed/>
                </p:oleObj>
              </mc:Choice>
              <mc:Fallback>
                <p:oleObj name="Equation" r:id="rId2" imgW="2247807" imgH="1051394" progId="Equation.3">
                  <p:embed/>
                  <p:pic>
                    <p:nvPicPr>
                      <p:cNvPr id="293890" name="Object 2">
                        <a:extLst>
                          <a:ext uri="{FF2B5EF4-FFF2-40B4-BE49-F238E27FC236}">
                            <a16:creationId xmlns:a16="http://schemas.microsoft.com/office/drawing/2014/main" id="{759ADCAD-388B-DD1D-2426-D30C7BE30A2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115888"/>
                        <a:ext cx="230028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1" name="Object 3">
            <a:extLst>
              <a:ext uri="{FF2B5EF4-FFF2-40B4-BE49-F238E27FC236}">
                <a16:creationId xmlns:a16="http://schemas.microsoft.com/office/drawing/2014/main" id="{D2DA7224-57A0-1716-FC8A-DF7FB1E79BDD}"/>
              </a:ext>
            </a:extLst>
          </p:cNvPr>
          <p:cNvGraphicFramePr>
            <a:graphicFrameLocks/>
          </p:cNvGraphicFramePr>
          <p:nvPr/>
        </p:nvGraphicFramePr>
        <p:xfrm>
          <a:off x="5795963" y="188913"/>
          <a:ext cx="2490787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4560" imgH="1295289" progId="Equation.3">
                  <p:embed/>
                </p:oleObj>
              </mc:Choice>
              <mc:Fallback>
                <p:oleObj name="Equation" r:id="rId4" imgW="2194560" imgH="1295289" progId="Equation.3">
                  <p:embed/>
                  <p:pic>
                    <p:nvPicPr>
                      <p:cNvPr id="293891" name="Object 3">
                        <a:extLst>
                          <a:ext uri="{FF2B5EF4-FFF2-40B4-BE49-F238E27FC236}">
                            <a16:creationId xmlns:a16="http://schemas.microsoft.com/office/drawing/2014/main" id="{D2DA7224-57A0-1716-FC8A-DF7FB1E79B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188913"/>
                        <a:ext cx="2490787" cy="1346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2" name="Object 4">
            <a:extLst>
              <a:ext uri="{FF2B5EF4-FFF2-40B4-BE49-F238E27FC236}">
                <a16:creationId xmlns:a16="http://schemas.microsoft.com/office/drawing/2014/main" id="{7BA9DC3F-D526-4354-A200-287F352579F6}"/>
              </a:ext>
            </a:extLst>
          </p:cNvPr>
          <p:cNvGraphicFramePr>
            <a:graphicFrameLocks/>
          </p:cNvGraphicFramePr>
          <p:nvPr/>
        </p:nvGraphicFramePr>
        <p:xfrm>
          <a:off x="3241675" y="233363"/>
          <a:ext cx="185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8444" imgH="860866" progId="Equation.3">
                  <p:embed/>
                </p:oleObj>
              </mc:Choice>
              <mc:Fallback>
                <p:oleObj name="Equation" r:id="rId6" imgW="1798444" imgH="860866" progId="Equation.3">
                  <p:embed/>
                  <p:pic>
                    <p:nvPicPr>
                      <p:cNvPr id="293892" name="Object 4">
                        <a:extLst>
                          <a:ext uri="{FF2B5EF4-FFF2-40B4-BE49-F238E27FC236}">
                            <a16:creationId xmlns:a16="http://schemas.microsoft.com/office/drawing/2014/main" id="{7BA9DC3F-D526-4354-A200-287F352579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233363"/>
                        <a:ext cx="1854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3" name="Object 5">
            <a:extLst>
              <a:ext uri="{FF2B5EF4-FFF2-40B4-BE49-F238E27FC236}">
                <a16:creationId xmlns:a16="http://schemas.microsoft.com/office/drawing/2014/main" id="{07F11F18-1F6B-295A-3082-6EC71C5279EA}"/>
              </a:ext>
            </a:extLst>
          </p:cNvPr>
          <p:cNvGraphicFramePr>
            <a:graphicFrameLocks/>
          </p:cNvGraphicFramePr>
          <p:nvPr/>
        </p:nvGraphicFramePr>
        <p:xfrm>
          <a:off x="4500563" y="1700213"/>
          <a:ext cx="3390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37622" imgH="860866" progId="Equation.3">
                  <p:embed/>
                </p:oleObj>
              </mc:Choice>
              <mc:Fallback>
                <p:oleObj name="Equation" r:id="rId8" imgW="3337622" imgH="860866" progId="Equation.3">
                  <p:embed/>
                  <p:pic>
                    <p:nvPicPr>
                      <p:cNvPr id="293893" name="Object 5">
                        <a:extLst>
                          <a:ext uri="{FF2B5EF4-FFF2-40B4-BE49-F238E27FC236}">
                            <a16:creationId xmlns:a16="http://schemas.microsoft.com/office/drawing/2014/main" id="{07F11F18-1F6B-295A-3082-6EC71C5279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700213"/>
                        <a:ext cx="3390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1111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4" name="Object 6">
            <a:extLst>
              <a:ext uri="{FF2B5EF4-FFF2-40B4-BE49-F238E27FC236}">
                <a16:creationId xmlns:a16="http://schemas.microsoft.com/office/drawing/2014/main" id="{83287D93-C330-B323-9498-423DDCF97D7F}"/>
              </a:ext>
            </a:extLst>
          </p:cNvPr>
          <p:cNvGraphicFramePr>
            <a:graphicFrameLocks/>
          </p:cNvGraphicFramePr>
          <p:nvPr/>
        </p:nvGraphicFramePr>
        <p:xfrm>
          <a:off x="4716463" y="2708275"/>
          <a:ext cx="8524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00193" imgH="769592" progId="Equation.3">
                  <p:embed/>
                </p:oleObj>
              </mc:Choice>
              <mc:Fallback>
                <p:oleObj name="公式" r:id="rId10" imgW="800193" imgH="769592" progId="Equation.3">
                  <p:embed/>
                  <p:pic>
                    <p:nvPicPr>
                      <p:cNvPr id="293894" name="Object 6">
                        <a:extLst>
                          <a:ext uri="{FF2B5EF4-FFF2-40B4-BE49-F238E27FC236}">
                            <a16:creationId xmlns:a16="http://schemas.microsoft.com/office/drawing/2014/main" id="{83287D93-C330-B323-9498-423DDCF97D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2708275"/>
                        <a:ext cx="8524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5" name="Rectangle 7">
            <a:extLst>
              <a:ext uri="{FF2B5EF4-FFF2-40B4-BE49-F238E27FC236}">
                <a16:creationId xmlns:a16="http://schemas.microsoft.com/office/drawing/2014/main" id="{1970AFEC-37A4-042A-75AA-D0090C63F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943100"/>
            <a:ext cx="314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若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en-US" altLang="zh-CN" b="1" baseline="-25000">
                <a:solidFill>
                  <a:srgbClr val="66FFFF"/>
                </a:solidFill>
              </a:rPr>
              <a:t>1</a:t>
            </a:r>
            <a:r>
              <a:rPr lang="en-US" altLang="zh-CN" b="1">
                <a:solidFill>
                  <a:srgbClr val="66FFFF"/>
                </a:solidFill>
              </a:rPr>
              <a:t>&gt;&gt;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en-US" altLang="zh-CN" b="1" baseline="-25000">
                <a:solidFill>
                  <a:srgbClr val="66FFFF"/>
                </a:solidFill>
              </a:rPr>
              <a:t>2</a:t>
            </a:r>
            <a:r>
              <a:rPr lang="en-US" altLang="zh-CN" b="1">
                <a:solidFill>
                  <a:srgbClr val="66FFFF"/>
                </a:solidFill>
              </a:rPr>
              <a:t>-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en-US" altLang="zh-CN" b="1" baseline="-25000">
                <a:solidFill>
                  <a:srgbClr val="66FFFF"/>
                </a:solidFill>
              </a:rPr>
              <a:t>1 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b="1">
                <a:solidFill>
                  <a:srgbClr val="00FF00"/>
                </a:solidFill>
              </a:rPr>
              <a:t> </a:t>
            </a:r>
            <a:r>
              <a:rPr lang="en-US" altLang="zh-CN" b="1" i="1">
                <a:solidFill>
                  <a:srgbClr val="66FFFF"/>
                </a:solidFill>
              </a:rPr>
              <a:t>C </a:t>
            </a:r>
            <a:r>
              <a:rPr lang="en-US" altLang="zh-CN" b="1">
                <a:solidFill>
                  <a:srgbClr val="66FFFF"/>
                </a:solidFill>
              </a:rPr>
              <a:t>= ?</a:t>
            </a:r>
          </a:p>
        </p:txBody>
      </p:sp>
      <p:graphicFrame>
        <p:nvGraphicFramePr>
          <p:cNvPr id="293896" name="Object 8">
            <a:extLst>
              <a:ext uri="{FF2B5EF4-FFF2-40B4-BE49-F238E27FC236}">
                <a16:creationId xmlns:a16="http://schemas.microsoft.com/office/drawing/2014/main" id="{D8FC212E-9FC3-4FDC-B82B-97653053727B}"/>
              </a:ext>
            </a:extLst>
          </p:cNvPr>
          <p:cNvGraphicFramePr>
            <a:graphicFrameLocks/>
          </p:cNvGraphicFramePr>
          <p:nvPr/>
        </p:nvGraphicFramePr>
        <p:xfrm>
          <a:off x="827088" y="2659063"/>
          <a:ext cx="2246312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94560" imgH="1295289" progId="Equation.3">
                  <p:embed/>
                </p:oleObj>
              </mc:Choice>
              <mc:Fallback>
                <p:oleObj name="Equation" r:id="rId12" imgW="2194560" imgH="1295289" progId="Equation.3">
                  <p:embed/>
                  <p:pic>
                    <p:nvPicPr>
                      <p:cNvPr id="293896" name="Object 8">
                        <a:extLst>
                          <a:ext uri="{FF2B5EF4-FFF2-40B4-BE49-F238E27FC236}">
                            <a16:creationId xmlns:a16="http://schemas.microsoft.com/office/drawing/2014/main" id="{D8FC212E-9FC3-4FDC-B82B-9765305372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59063"/>
                        <a:ext cx="2246312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7" name="Rectangle 9">
            <a:extLst>
              <a:ext uri="{FF2B5EF4-FFF2-40B4-BE49-F238E27FC236}">
                <a16:creationId xmlns:a16="http://schemas.microsoft.com/office/drawing/2014/main" id="{8183CF99-EF7A-E8F7-2B46-67C02CA44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1341438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293898" name="AutoShape 10">
            <a:extLst>
              <a:ext uri="{FF2B5EF4-FFF2-40B4-BE49-F238E27FC236}">
                <a16:creationId xmlns:a16="http://schemas.microsoft.com/office/drawing/2014/main" id="{FA9C5D92-32E1-494D-CE91-AA69B8EDD3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850" y="1366838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93899" name="Object 11">
            <a:extLst>
              <a:ext uri="{FF2B5EF4-FFF2-40B4-BE49-F238E27FC236}">
                <a16:creationId xmlns:a16="http://schemas.microsoft.com/office/drawing/2014/main" id="{0D1BAC19-4395-3C26-3630-16703BAF9246}"/>
              </a:ext>
            </a:extLst>
          </p:cNvPr>
          <p:cNvGraphicFramePr>
            <a:graphicFrameLocks/>
          </p:cNvGraphicFramePr>
          <p:nvPr/>
        </p:nvGraphicFramePr>
        <p:xfrm>
          <a:off x="3132138" y="2708275"/>
          <a:ext cx="1420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71476" imgH="860866" progId="Equation.3">
                  <p:embed/>
                </p:oleObj>
              </mc:Choice>
              <mc:Fallback>
                <p:oleObj name="公式" r:id="rId14" imgW="1371476" imgH="860866" progId="Equation.3">
                  <p:embed/>
                  <p:pic>
                    <p:nvPicPr>
                      <p:cNvPr id="293899" name="Object 11">
                        <a:extLst>
                          <a:ext uri="{FF2B5EF4-FFF2-40B4-BE49-F238E27FC236}">
                            <a16:creationId xmlns:a16="http://schemas.microsoft.com/office/drawing/2014/main" id="{0D1BAC19-4395-3C26-3630-16703BAF924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708275"/>
                        <a:ext cx="1420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00" name="AutoShape 12">
            <a:extLst>
              <a:ext uri="{FF2B5EF4-FFF2-40B4-BE49-F238E27FC236}">
                <a16:creationId xmlns:a16="http://schemas.microsoft.com/office/drawing/2014/main" id="{D4817A8B-E830-615E-9A6B-36EC63375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801938"/>
            <a:ext cx="2555875" cy="609600"/>
          </a:xfrm>
          <a:prstGeom prst="wedgeRectCallout">
            <a:avLst>
              <a:gd name="adj1" fmla="val -75713"/>
              <a:gd name="adj2" fmla="val 1042"/>
            </a:avLst>
          </a:prstGeom>
          <a:gradFill rotWithShape="1">
            <a:gsLst>
              <a:gs pos="0">
                <a:srgbClr val="00FF00"/>
              </a:gs>
              <a:gs pos="100000">
                <a:srgbClr val="007600"/>
              </a:gs>
            </a:gsLst>
            <a:path path="rect">
              <a:fillToRect l="50000" t="50000" r="50000" b="50000"/>
            </a:path>
          </a:gradFill>
          <a:ln w="317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平行平板电容器</a:t>
            </a:r>
          </a:p>
        </p:txBody>
      </p:sp>
      <p:sp>
        <p:nvSpPr>
          <p:cNvPr id="13325" name="Text Box 22">
            <a:extLst>
              <a:ext uri="{FF2B5EF4-FFF2-40B4-BE49-F238E27FC236}">
                <a16:creationId xmlns:a16="http://schemas.microsoft.com/office/drawing/2014/main" id="{E189B58B-1A1C-8DF1-4454-CC4881596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56102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93911" name="Text Box 23">
            <a:extLst>
              <a:ext uri="{FF2B5EF4-FFF2-40B4-BE49-F238E27FC236}">
                <a16:creationId xmlns:a16="http://schemas.microsoft.com/office/drawing/2014/main" id="{C852FD09-F886-F6AB-E0FA-FDDB88CB9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91318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accent1"/>
                </a:solidFill>
                <a:cs typeface="Times New Roman" panose="02020603050405020304" pitchFamily="18" charset="0"/>
              </a:rPr>
              <a:t>• </a:t>
            </a:r>
            <a:r>
              <a:rPr lang="zh-CN" altLang="en-US">
                <a:solidFill>
                  <a:schemeClr val="accent1"/>
                </a:solidFill>
                <a:ea typeface="楷体_GB2312" pitchFamily="49" charset="-122"/>
              </a:rPr>
              <a:t>电容器并联</a:t>
            </a:r>
            <a:r>
              <a:rPr lang="zh-CN" altLang="en-US" b="1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93912" name="Object 24">
            <a:extLst>
              <a:ext uri="{FF2B5EF4-FFF2-40B4-BE49-F238E27FC236}">
                <a16:creationId xmlns:a16="http://schemas.microsoft.com/office/drawing/2014/main" id="{48F9036E-8604-D352-87D2-B35E956055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4414838"/>
          <a:ext cx="9763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6116" imgH="343149" progId="Equation.3">
                  <p:embed/>
                </p:oleObj>
              </mc:Choice>
              <mc:Fallback>
                <p:oleObj name="Equation" r:id="rId16" imgW="396116" imgH="343149" progId="Equation.3">
                  <p:embed/>
                  <p:pic>
                    <p:nvPicPr>
                      <p:cNvPr id="293912" name="Object 24">
                        <a:extLst>
                          <a:ext uri="{FF2B5EF4-FFF2-40B4-BE49-F238E27FC236}">
                            <a16:creationId xmlns:a16="http://schemas.microsoft.com/office/drawing/2014/main" id="{48F9036E-8604-D352-87D2-B35E956055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414838"/>
                        <a:ext cx="97631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3" name="Object 25">
            <a:extLst>
              <a:ext uri="{FF2B5EF4-FFF2-40B4-BE49-F238E27FC236}">
                <a16:creationId xmlns:a16="http://schemas.microsoft.com/office/drawing/2014/main" id="{4D7A1899-169A-342B-D231-1E9C17FE1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437063"/>
          <a:ext cx="323532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17258" imgH="343149" progId="Equation.3">
                  <p:embed/>
                </p:oleObj>
              </mc:Choice>
              <mc:Fallback>
                <p:oleObj name="Equation" r:id="rId18" imgW="1417258" imgH="343149" progId="Equation.3">
                  <p:embed/>
                  <p:pic>
                    <p:nvPicPr>
                      <p:cNvPr id="293913" name="Object 25">
                        <a:extLst>
                          <a:ext uri="{FF2B5EF4-FFF2-40B4-BE49-F238E27FC236}">
                            <a16:creationId xmlns:a16="http://schemas.microsoft.com/office/drawing/2014/main" id="{4D7A1899-169A-342B-D231-1E9C17FE1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437063"/>
                        <a:ext cx="323532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4" name="Object 26">
            <a:extLst>
              <a:ext uri="{FF2B5EF4-FFF2-40B4-BE49-F238E27FC236}">
                <a16:creationId xmlns:a16="http://schemas.microsoft.com/office/drawing/2014/main" id="{29329BA8-DF17-374D-A789-453626063B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625975"/>
          <a:ext cx="264953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58489" imgH="175066" progId="Equation.3">
                  <p:embed/>
                </p:oleObj>
              </mc:Choice>
              <mc:Fallback>
                <p:oleObj name="Equation" r:id="rId20" imgW="1158489" imgH="175066" progId="Equation.3">
                  <p:embed/>
                  <p:pic>
                    <p:nvPicPr>
                      <p:cNvPr id="293914" name="Object 26">
                        <a:extLst>
                          <a:ext uri="{FF2B5EF4-FFF2-40B4-BE49-F238E27FC236}">
                            <a16:creationId xmlns:a16="http://schemas.microsoft.com/office/drawing/2014/main" id="{29329BA8-DF17-374D-A789-453626063B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625975"/>
                        <a:ext cx="264953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5" name="Text Box 27">
            <a:extLst>
              <a:ext uri="{FF2B5EF4-FFF2-40B4-BE49-F238E27FC236}">
                <a16:creationId xmlns:a16="http://schemas.microsoft.com/office/drawing/2014/main" id="{800FF9B0-C61C-C3E4-08A8-0B30F8ACD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60988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accent1"/>
                </a:solidFill>
                <a:cs typeface="Times New Roman" panose="02020603050405020304" pitchFamily="18" charset="0"/>
              </a:rPr>
              <a:t>• </a:t>
            </a:r>
            <a:r>
              <a:rPr lang="zh-CN" altLang="en-US">
                <a:solidFill>
                  <a:schemeClr val="accent1"/>
                </a:solidFill>
                <a:ea typeface="楷体_GB2312" pitchFamily="49" charset="-122"/>
              </a:rPr>
              <a:t>电容器串联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93916" name="Object 28">
            <a:extLst>
              <a:ext uri="{FF2B5EF4-FFF2-40B4-BE49-F238E27FC236}">
                <a16:creationId xmlns:a16="http://schemas.microsoft.com/office/drawing/2014/main" id="{58AA535E-D516-9394-B1FB-F0840F488E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3300" y="5883275"/>
          <a:ext cx="103187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19007" imgH="365594" progId="Equation.3">
                  <p:embed/>
                </p:oleObj>
              </mc:Choice>
              <mc:Fallback>
                <p:oleObj name="Equation" r:id="rId22" imgW="419007" imgH="365594" progId="Equation.3">
                  <p:embed/>
                  <p:pic>
                    <p:nvPicPr>
                      <p:cNvPr id="293916" name="Object 28">
                        <a:extLst>
                          <a:ext uri="{FF2B5EF4-FFF2-40B4-BE49-F238E27FC236}">
                            <a16:creationId xmlns:a16="http://schemas.microsoft.com/office/drawing/2014/main" id="{58AA535E-D516-9394-B1FB-F0840F488E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5883275"/>
                        <a:ext cx="1031875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7" name="Object 29">
            <a:extLst>
              <a:ext uri="{FF2B5EF4-FFF2-40B4-BE49-F238E27FC236}">
                <a16:creationId xmlns:a16="http://schemas.microsoft.com/office/drawing/2014/main" id="{AF552838-D417-1E89-A874-C68626456A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5883275"/>
          <a:ext cx="27892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19200" imgH="365594" progId="Equation.3">
                  <p:embed/>
                </p:oleObj>
              </mc:Choice>
              <mc:Fallback>
                <p:oleObj name="Equation" r:id="rId24" imgW="1219200" imgH="365594" progId="Equation.3">
                  <p:embed/>
                  <p:pic>
                    <p:nvPicPr>
                      <p:cNvPr id="293917" name="Object 29">
                        <a:extLst>
                          <a:ext uri="{FF2B5EF4-FFF2-40B4-BE49-F238E27FC236}">
                            <a16:creationId xmlns:a16="http://schemas.microsoft.com/office/drawing/2014/main" id="{AF552838-D417-1E89-A874-C68626456A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5883275"/>
                        <a:ext cx="2789237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8" name="Object 30">
            <a:extLst>
              <a:ext uri="{FF2B5EF4-FFF2-40B4-BE49-F238E27FC236}">
                <a16:creationId xmlns:a16="http://schemas.microsoft.com/office/drawing/2014/main" id="{8267850B-33FF-4323-E80C-4F7CF89BD0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8238" y="5930900"/>
          <a:ext cx="290036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64982" imgH="381055" progId="Equation.3">
                  <p:embed/>
                </p:oleObj>
              </mc:Choice>
              <mc:Fallback>
                <p:oleObj name="Equation" r:id="rId26" imgW="1264982" imgH="381055" progId="Equation.3">
                  <p:embed/>
                  <p:pic>
                    <p:nvPicPr>
                      <p:cNvPr id="293918" name="Object 30">
                        <a:extLst>
                          <a:ext uri="{FF2B5EF4-FFF2-40B4-BE49-F238E27FC236}">
                            <a16:creationId xmlns:a16="http://schemas.microsoft.com/office/drawing/2014/main" id="{8267850B-33FF-4323-E80C-4F7CF89BD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238" y="5930900"/>
                        <a:ext cx="2900362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9" name="Text Box 31">
            <a:extLst>
              <a:ext uri="{FF2B5EF4-FFF2-40B4-BE49-F238E27FC236}">
                <a16:creationId xmlns:a16="http://schemas.microsoft.com/office/drawing/2014/main" id="{34A29135-DBDF-1DBB-8F5E-79E9B183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3933825"/>
            <a:ext cx="485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——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各电容上电压相同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93920" name="Text Box 32">
            <a:extLst>
              <a:ext uri="{FF2B5EF4-FFF2-40B4-BE49-F238E27FC236}">
                <a16:creationId xmlns:a16="http://schemas.microsoft.com/office/drawing/2014/main" id="{2CB276F8-B0A8-8715-7CB3-21021ADD3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373688"/>
            <a:ext cx="477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——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各电容上电量相同     </a:t>
            </a:r>
            <a:r>
              <a:rPr lang="zh-CN" altLang="en-US" b="1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300"/>
                                        <p:tgtEl>
                                          <p:spTgt spid="29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300"/>
                                        <p:tgtEl>
                                          <p:spTgt spid="29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300"/>
                                        <p:tgtEl>
                                          <p:spTgt spid="29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300"/>
                                        <p:tgtEl>
                                          <p:spTgt spid="29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5" grpId="0" autoUpdateAnimBg="0"/>
      <p:bldP spid="293897" grpId="0" autoUpdateAnimBg="0"/>
      <p:bldP spid="293898" grpId="0" animBg="1"/>
      <p:bldP spid="293900" grpId="0" animBg="1"/>
      <p:bldP spid="293911" grpId="0" autoUpdateAnimBg="0"/>
      <p:bldP spid="293915" grpId="0" autoUpdateAnimBg="0"/>
      <p:bldP spid="293919" grpId="0" autoUpdateAnimBg="0"/>
      <p:bldP spid="29392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563DC7-35C2-AF58-5754-0B0C004E92F3}"/>
              </a:ext>
            </a:extLst>
          </p:cNvPr>
          <p:cNvGrpSpPr>
            <a:grpSpLocks/>
          </p:cNvGrpSpPr>
          <p:nvPr/>
        </p:nvGrpSpPr>
        <p:grpSpPr bwMode="auto">
          <a:xfrm>
            <a:off x="6537325" y="1844675"/>
            <a:ext cx="1676400" cy="3411538"/>
            <a:chOff x="3878" y="949"/>
            <a:chExt cx="1056" cy="2149"/>
          </a:xfrm>
        </p:grpSpPr>
        <p:sp>
          <p:nvSpPr>
            <p:cNvPr id="15415" name="Rectangle 3">
              <a:extLst>
                <a:ext uri="{FF2B5EF4-FFF2-40B4-BE49-F238E27FC236}">
                  <a16:creationId xmlns:a16="http://schemas.microsoft.com/office/drawing/2014/main" id="{CAFF6783-84E7-930D-9459-70804B8BB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949"/>
              <a:ext cx="144" cy="1824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rgbClr val="66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16" name="Text Box 4">
              <a:extLst>
                <a:ext uri="{FF2B5EF4-FFF2-40B4-BE49-F238E27FC236}">
                  <a16:creationId xmlns:a16="http://schemas.microsoft.com/office/drawing/2014/main" id="{C7D49544-BA54-E83F-898E-7B6453EB4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80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FF00"/>
                  </a:solidFill>
                </a:rPr>
                <a:t>A</a:t>
              </a:r>
            </a:p>
          </p:txBody>
        </p:sp>
        <p:sp>
          <p:nvSpPr>
            <p:cNvPr id="15417" name="Text Box 5">
              <a:extLst>
                <a:ext uri="{FF2B5EF4-FFF2-40B4-BE49-F238E27FC236}">
                  <a16:creationId xmlns:a16="http://schemas.microsoft.com/office/drawing/2014/main" id="{C0128CA9-3D58-C0BD-5459-49F367D7D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0" y="281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FF00"/>
                  </a:solidFill>
                </a:rPr>
                <a:t>B</a:t>
              </a:r>
            </a:p>
          </p:txBody>
        </p:sp>
        <p:sp>
          <p:nvSpPr>
            <p:cNvPr id="15418" name="Rectangle 6">
              <a:extLst>
                <a:ext uri="{FF2B5EF4-FFF2-40B4-BE49-F238E27FC236}">
                  <a16:creationId xmlns:a16="http://schemas.microsoft.com/office/drawing/2014/main" id="{0366BC4A-1E53-1D49-87BF-86B22BE59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960"/>
              <a:ext cx="144" cy="1824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rgbClr val="66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291847" name="Text Box 7">
            <a:extLst>
              <a:ext uri="{FF2B5EF4-FFF2-40B4-BE49-F238E27FC236}">
                <a16:creationId xmlns:a16="http://schemas.microsoft.com/office/drawing/2014/main" id="{DF363A77-2BF0-3A43-8C02-FC7741B5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15888"/>
            <a:ext cx="28559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FF00"/>
                </a:solidFill>
                <a:ea typeface="黑体" panose="02010609060101010101" pitchFamily="49" charset="-122"/>
              </a:rPr>
              <a:t>8-8</a:t>
            </a:r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电场能量</a:t>
            </a:r>
            <a:r>
              <a:rPr lang="zh-CN" altLang="en-US" sz="2800" b="1">
                <a:solidFill>
                  <a:srgbClr val="00FF00"/>
                </a:solidFill>
              </a:rPr>
              <a:t> </a:t>
            </a:r>
          </a:p>
        </p:txBody>
      </p:sp>
      <p:sp>
        <p:nvSpPr>
          <p:cNvPr id="291848" name="Text Box 8">
            <a:extLst>
              <a:ext uri="{FF2B5EF4-FFF2-40B4-BE49-F238E27FC236}">
                <a16:creationId xmlns:a16="http://schemas.microsoft.com/office/drawing/2014/main" id="{B8EB973D-F210-B4A8-9599-35ABB25C1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620713"/>
            <a:ext cx="6483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以平行板电容器为例，来计算电场能量。</a:t>
            </a:r>
            <a:r>
              <a:rPr lang="zh-CN" altLang="en-US" sz="2800" b="1">
                <a:solidFill>
                  <a:srgbClr val="66FFFF"/>
                </a:solidFill>
              </a:rPr>
              <a:t> 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68E5F091-6997-FF69-67BF-62ED24169212}"/>
              </a:ext>
            </a:extLst>
          </p:cNvPr>
          <p:cNvGrpSpPr>
            <a:grpSpLocks/>
          </p:cNvGrpSpPr>
          <p:nvPr/>
        </p:nvGrpSpPr>
        <p:grpSpPr bwMode="auto">
          <a:xfrm>
            <a:off x="7831138" y="3141663"/>
            <a:ext cx="444500" cy="641350"/>
            <a:chOff x="2688" y="2688"/>
            <a:chExt cx="280" cy="404"/>
          </a:xfrm>
        </p:grpSpPr>
        <p:sp>
          <p:nvSpPr>
            <p:cNvPr id="15413" name="Oval 10">
              <a:extLst>
                <a:ext uri="{FF2B5EF4-FFF2-40B4-BE49-F238E27FC236}">
                  <a16:creationId xmlns:a16="http://schemas.microsoft.com/office/drawing/2014/main" id="{E961C943-B844-1AA1-01B2-39A55BA1C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795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14" name="Rectangle 11">
              <a:extLst>
                <a:ext uri="{FF2B5EF4-FFF2-40B4-BE49-F238E27FC236}">
                  <a16:creationId xmlns:a16="http://schemas.microsoft.com/office/drawing/2014/main" id="{5092B6D8-6474-0554-65C7-335350885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91852" name="Line 12">
            <a:extLst>
              <a:ext uri="{FF2B5EF4-FFF2-40B4-BE49-F238E27FC236}">
                <a16:creationId xmlns:a16="http://schemas.microsoft.com/office/drawing/2014/main" id="{771B6D7C-9E3C-D3C7-5B61-2C9B8674DF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0125" y="3478213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53" name="Rectangle 13">
            <a:extLst>
              <a:ext uri="{FF2B5EF4-FFF2-40B4-BE49-F238E27FC236}">
                <a16:creationId xmlns:a16="http://schemas.microsoft.com/office/drawing/2014/main" id="{A56BB9A0-DD2F-A7E4-C922-26ACD596A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196975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设在时间</a:t>
            </a:r>
            <a:r>
              <a:rPr lang="en-US" altLang="zh-CN" b="1" i="1">
                <a:solidFill>
                  <a:srgbClr val="66FFFF"/>
                </a:solidFill>
              </a:rPr>
              <a:t>t </a:t>
            </a:r>
            <a:r>
              <a:rPr lang="zh-CN" altLang="en-US" b="1">
                <a:solidFill>
                  <a:schemeClr val="bg1"/>
                </a:solidFill>
              </a:rPr>
              <a:t>内，从</a:t>
            </a:r>
            <a:r>
              <a:rPr lang="en-US" altLang="zh-CN" b="1" i="1">
                <a:solidFill>
                  <a:srgbClr val="66FFFF"/>
                </a:solidFill>
              </a:rPr>
              <a:t>B</a:t>
            </a:r>
            <a:r>
              <a:rPr lang="zh-CN" altLang="en-US" b="1">
                <a:solidFill>
                  <a:schemeClr val="bg1"/>
                </a:solidFill>
              </a:rPr>
              <a:t>板向</a:t>
            </a:r>
            <a:r>
              <a:rPr lang="en-US" altLang="zh-CN" b="1" i="1">
                <a:solidFill>
                  <a:srgbClr val="66FFFF"/>
                </a:solidFill>
              </a:rPr>
              <a:t>A</a:t>
            </a:r>
            <a:r>
              <a:rPr lang="zh-CN" altLang="en-US" b="1">
                <a:solidFill>
                  <a:schemeClr val="bg1"/>
                </a:solidFill>
              </a:rPr>
              <a:t>板迁移了电荷 </a:t>
            </a:r>
          </a:p>
        </p:txBody>
      </p:sp>
      <p:graphicFrame>
        <p:nvGraphicFramePr>
          <p:cNvPr id="291854" name="Object 14">
            <a:extLst>
              <a:ext uri="{FF2B5EF4-FFF2-40B4-BE49-F238E27FC236}">
                <a16:creationId xmlns:a16="http://schemas.microsoft.com/office/drawing/2014/main" id="{6C4A19C5-6092-FD44-EB51-7B6CFC7BD0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5713" y="1179513"/>
          <a:ext cx="685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5522" imgH="137160" progId="Equation.3">
                  <p:embed/>
                </p:oleObj>
              </mc:Choice>
              <mc:Fallback>
                <p:oleObj r:id="rId2" imgW="205522" imgH="137160" progId="Equation.3">
                  <p:embed/>
                  <p:pic>
                    <p:nvPicPr>
                      <p:cNvPr id="291854" name="Object 14">
                        <a:extLst>
                          <a:ext uri="{FF2B5EF4-FFF2-40B4-BE49-F238E27FC236}">
                            <a16:creationId xmlns:a16="http://schemas.microsoft.com/office/drawing/2014/main" id="{6C4A19C5-6092-FD44-EB51-7B6CFC7BD0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1179513"/>
                        <a:ext cx="685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5" name="Object 15">
            <a:extLst>
              <a:ext uri="{FF2B5EF4-FFF2-40B4-BE49-F238E27FC236}">
                <a16:creationId xmlns:a16="http://schemas.microsoft.com/office/drawing/2014/main" id="{57AD64CB-01C6-7308-A5A3-7E3104365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7850" y="2641600"/>
          <a:ext cx="8953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869" imgH="152622" progId="Equation.3">
                  <p:embed/>
                </p:oleObj>
              </mc:Choice>
              <mc:Fallback>
                <p:oleObj name="Equation" r:id="rId4" imgW="342869" imgH="152622" progId="Equation.3">
                  <p:embed/>
                  <p:pic>
                    <p:nvPicPr>
                      <p:cNvPr id="291855" name="Object 15">
                        <a:extLst>
                          <a:ext uri="{FF2B5EF4-FFF2-40B4-BE49-F238E27FC236}">
                            <a16:creationId xmlns:a16="http://schemas.microsoft.com/office/drawing/2014/main" id="{57AD64CB-01C6-7308-A5A3-7E3104365A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2641600"/>
                        <a:ext cx="8953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6" name="Object 16">
            <a:extLst>
              <a:ext uri="{FF2B5EF4-FFF2-40B4-BE49-F238E27FC236}">
                <a16:creationId xmlns:a16="http://schemas.microsoft.com/office/drawing/2014/main" id="{B6F022A1-8092-CFB8-228E-D34804A2E3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2636838"/>
          <a:ext cx="9715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869" imgH="152622" progId="Equation.3">
                  <p:embed/>
                </p:oleObj>
              </mc:Choice>
              <mc:Fallback>
                <p:oleObj name="Equation" r:id="rId6" imgW="342869" imgH="152622" progId="Equation.3">
                  <p:embed/>
                  <p:pic>
                    <p:nvPicPr>
                      <p:cNvPr id="291856" name="Object 16">
                        <a:extLst>
                          <a:ext uri="{FF2B5EF4-FFF2-40B4-BE49-F238E27FC236}">
                            <a16:creationId xmlns:a16="http://schemas.microsoft.com/office/drawing/2014/main" id="{B6F022A1-8092-CFB8-228E-D34804A2E3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2636838"/>
                        <a:ext cx="9715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7" name="Object 17">
            <a:extLst>
              <a:ext uri="{FF2B5EF4-FFF2-40B4-BE49-F238E27FC236}">
                <a16:creationId xmlns:a16="http://schemas.microsoft.com/office/drawing/2014/main" id="{CC198DBD-2728-66E4-7E03-CDBBA7B2BB41}"/>
              </a:ext>
            </a:extLst>
          </p:cNvPr>
          <p:cNvGraphicFramePr>
            <a:graphicFrameLocks/>
          </p:cNvGraphicFramePr>
          <p:nvPr/>
        </p:nvGraphicFramePr>
        <p:xfrm>
          <a:off x="1476375" y="1628775"/>
          <a:ext cx="1511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63040" imgH="769592" progId="Equation.3">
                  <p:embed/>
                </p:oleObj>
              </mc:Choice>
              <mc:Fallback>
                <p:oleObj name="Equation" r:id="rId8" imgW="1463040" imgH="769592" progId="Equation.3">
                  <p:embed/>
                  <p:pic>
                    <p:nvPicPr>
                      <p:cNvPr id="291857" name="Object 17">
                        <a:extLst>
                          <a:ext uri="{FF2B5EF4-FFF2-40B4-BE49-F238E27FC236}">
                            <a16:creationId xmlns:a16="http://schemas.microsoft.com/office/drawing/2014/main" id="{CC198DBD-2728-66E4-7E03-CDBBA7B2BB4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628775"/>
                        <a:ext cx="1511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8">
            <a:extLst>
              <a:ext uri="{FF2B5EF4-FFF2-40B4-BE49-F238E27FC236}">
                <a16:creationId xmlns:a16="http://schemas.microsoft.com/office/drawing/2014/main" id="{3BAD0E76-63E0-B731-B1D7-40121BEC5304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090738"/>
            <a:ext cx="1066800" cy="2438400"/>
            <a:chOff x="4080" y="1104"/>
            <a:chExt cx="672" cy="1536"/>
          </a:xfrm>
        </p:grpSpPr>
        <p:sp>
          <p:nvSpPr>
            <p:cNvPr id="15408" name="Line 19">
              <a:extLst>
                <a:ext uri="{FF2B5EF4-FFF2-40B4-BE49-F238E27FC236}">
                  <a16:creationId xmlns:a16="http://schemas.microsoft.com/office/drawing/2014/main" id="{740BE2A8-1413-26C9-D728-456BF8733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104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Line 20">
              <a:extLst>
                <a:ext uri="{FF2B5EF4-FFF2-40B4-BE49-F238E27FC236}">
                  <a16:creationId xmlns:a16="http://schemas.microsoft.com/office/drawing/2014/main" id="{AE5F4196-12EB-E195-5CF3-BBEB68A3A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488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Line 21">
              <a:extLst>
                <a:ext uri="{FF2B5EF4-FFF2-40B4-BE49-F238E27FC236}">
                  <a16:creationId xmlns:a16="http://schemas.microsoft.com/office/drawing/2014/main" id="{EB74CC34-770E-ACF3-3FD5-C76BB77DB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Line 22">
              <a:extLst>
                <a:ext uri="{FF2B5EF4-FFF2-40B4-BE49-F238E27FC236}">
                  <a16:creationId xmlns:a16="http://schemas.microsoft.com/office/drawing/2014/main" id="{28810017-7717-054F-E72D-F20E95C44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282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Line 23">
              <a:extLst>
                <a:ext uri="{FF2B5EF4-FFF2-40B4-BE49-F238E27FC236}">
                  <a16:creationId xmlns:a16="http://schemas.microsoft.com/office/drawing/2014/main" id="{CE04B5F4-2748-7897-428F-89A21FD79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640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1864" name="Rectangle 24">
            <a:extLst>
              <a:ext uri="{FF2B5EF4-FFF2-40B4-BE49-F238E27FC236}">
                <a16:creationId xmlns:a16="http://schemas.microsoft.com/office/drawing/2014/main" id="{444B2FDE-EA88-FC67-33CB-01460B617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5654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在将</a:t>
            </a:r>
            <a:r>
              <a:rPr lang="en-US" altLang="zh-CN" b="1">
                <a:solidFill>
                  <a:srgbClr val="66FFFF"/>
                </a:solidFill>
              </a:rPr>
              <a:t>d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zh-CN" altLang="en-US" b="1">
                <a:solidFill>
                  <a:schemeClr val="bg1"/>
                </a:solidFill>
              </a:rPr>
              <a:t>从</a:t>
            </a:r>
            <a:r>
              <a:rPr lang="en-US" altLang="zh-CN" b="1" i="1">
                <a:solidFill>
                  <a:srgbClr val="66FFFF"/>
                </a:solidFill>
              </a:rPr>
              <a:t>B</a:t>
            </a:r>
            <a:r>
              <a:rPr lang="zh-CN" altLang="en-US" b="1">
                <a:solidFill>
                  <a:schemeClr val="bg1"/>
                </a:solidFill>
              </a:rPr>
              <a:t>板迁移到</a:t>
            </a:r>
            <a:r>
              <a:rPr lang="en-US" altLang="zh-CN" b="1" i="1">
                <a:solidFill>
                  <a:srgbClr val="66FFFF"/>
                </a:solidFill>
              </a:rPr>
              <a:t>A</a:t>
            </a:r>
            <a:r>
              <a:rPr lang="zh-CN" altLang="en-US" b="1">
                <a:solidFill>
                  <a:schemeClr val="bg1"/>
                </a:solidFill>
              </a:rPr>
              <a:t>板需作功 </a:t>
            </a:r>
          </a:p>
        </p:txBody>
      </p:sp>
      <p:graphicFrame>
        <p:nvGraphicFramePr>
          <p:cNvPr id="291865" name="Object 25">
            <a:extLst>
              <a:ext uri="{FF2B5EF4-FFF2-40B4-BE49-F238E27FC236}">
                <a16:creationId xmlns:a16="http://schemas.microsoft.com/office/drawing/2014/main" id="{88B58668-2C47-35AC-9F3F-0CE3FF3E4AF2}"/>
              </a:ext>
            </a:extLst>
          </p:cNvPr>
          <p:cNvGraphicFramePr>
            <a:graphicFrameLocks/>
          </p:cNvGraphicFramePr>
          <p:nvPr/>
        </p:nvGraphicFramePr>
        <p:xfrm>
          <a:off x="1331913" y="3181350"/>
          <a:ext cx="30083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6436" imgH="769592" progId="Equation.3">
                  <p:embed/>
                </p:oleObj>
              </mc:Choice>
              <mc:Fallback>
                <p:oleObj name="Equation" r:id="rId10" imgW="2956436" imgH="769592" progId="Equation.3">
                  <p:embed/>
                  <p:pic>
                    <p:nvPicPr>
                      <p:cNvPr id="291865" name="Object 25">
                        <a:extLst>
                          <a:ext uri="{FF2B5EF4-FFF2-40B4-BE49-F238E27FC236}">
                            <a16:creationId xmlns:a16="http://schemas.microsoft.com/office/drawing/2014/main" id="{88B58668-2C47-35AC-9F3F-0CE3FF3E4A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181350"/>
                        <a:ext cx="30083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6" name="Object 26">
            <a:extLst>
              <a:ext uri="{FF2B5EF4-FFF2-40B4-BE49-F238E27FC236}">
                <a16:creationId xmlns:a16="http://schemas.microsoft.com/office/drawing/2014/main" id="{868F6200-1E3E-3253-513E-BB17605503A9}"/>
              </a:ext>
            </a:extLst>
          </p:cNvPr>
          <p:cNvGraphicFramePr>
            <a:graphicFrameLocks/>
          </p:cNvGraphicFramePr>
          <p:nvPr/>
        </p:nvGraphicFramePr>
        <p:xfrm>
          <a:off x="1331913" y="4797425"/>
          <a:ext cx="38227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72056" imgH="822960" progId="Equation.3">
                  <p:embed/>
                </p:oleObj>
              </mc:Choice>
              <mc:Fallback>
                <p:oleObj name="Equation" r:id="rId12" imgW="3772056" imgH="822960" progId="Equation.3">
                  <p:embed/>
                  <p:pic>
                    <p:nvPicPr>
                      <p:cNvPr id="291866" name="Object 26">
                        <a:extLst>
                          <a:ext uri="{FF2B5EF4-FFF2-40B4-BE49-F238E27FC236}">
                            <a16:creationId xmlns:a16="http://schemas.microsoft.com/office/drawing/2014/main" id="{868F6200-1E3E-3253-513E-BB17605503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97425"/>
                        <a:ext cx="38227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7" name="Text Box 27">
            <a:extLst>
              <a:ext uri="{FF2B5EF4-FFF2-40B4-BE49-F238E27FC236}">
                <a16:creationId xmlns:a16="http://schemas.microsoft.com/office/drawing/2014/main" id="{6A9FFAB8-C4A2-6F44-5CAC-5D4475DD9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221163"/>
            <a:ext cx="4595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极板上电量从</a:t>
            </a:r>
            <a:r>
              <a:rPr lang="en-US" altLang="zh-CN" b="1">
                <a:solidFill>
                  <a:srgbClr val="66FFFF"/>
                </a:solidFill>
              </a:rPr>
              <a:t>0 ——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zh-CN" altLang="en-US" b="1">
                <a:solidFill>
                  <a:schemeClr val="bg1"/>
                </a:solidFill>
              </a:rPr>
              <a:t>作的总功为</a:t>
            </a:r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C3C7412A-5DB0-23F9-13FF-1B2F384FAFB2}"/>
              </a:ext>
            </a:extLst>
          </p:cNvPr>
          <p:cNvGrpSpPr>
            <a:grpSpLocks/>
          </p:cNvGrpSpPr>
          <p:nvPr/>
        </p:nvGrpSpPr>
        <p:grpSpPr bwMode="auto">
          <a:xfrm>
            <a:off x="7832725" y="3487738"/>
            <a:ext cx="444500" cy="641350"/>
            <a:chOff x="2688" y="2688"/>
            <a:chExt cx="280" cy="404"/>
          </a:xfrm>
        </p:grpSpPr>
        <p:sp>
          <p:nvSpPr>
            <p:cNvPr id="15406" name="Oval 29">
              <a:extLst>
                <a:ext uri="{FF2B5EF4-FFF2-40B4-BE49-F238E27FC236}">
                  <a16:creationId xmlns:a16="http://schemas.microsoft.com/office/drawing/2014/main" id="{40CC7309-DC10-402B-E412-6897B3D5C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795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07" name="Rectangle 30">
              <a:extLst>
                <a:ext uri="{FF2B5EF4-FFF2-40B4-BE49-F238E27FC236}">
                  <a16:creationId xmlns:a16="http://schemas.microsoft.com/office/drawing/2014/main" id="{AF48CC02-A526-1B6C-4B37-660E6AF1D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91871" name="Line 31">
            <a:extLst>
              <a:ext uri="{FF2B5EF4-FFF2-40B4-BE49-F238E27FC236}">
                <a16:creationId xmlns:a16="http://schemas.microsoft.com/office/drawing/2014/main" id="{B0CCFD76-A5B2-0787-3AC7-00A95E7AA1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0600" y="3824288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32">
            <a:extLst>
              <a:ext uri="{FF2B5EF4-FFF2-40B4-BE49-F238E27FC236}">
                <a16:creationId xmlns:a16="http://schemas.microsoft.com/office/drawing/2014/main" id="{5696226F-BFFF-3817-04C3-CC1D0A8A3317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3848100"/>
            <a:ext cx="444500" cy="641350"/>
            <a:chOff x="2688" y="2688"/>
            <a:chExt cx="280" cy="404"/>
          </a:xfrm>
        </p:grpSpPr>
        <p:sp>
          <p:nvSpPr>
            <p:cNvPr id="15404" name="Oval 33">
              <a:extLst>
                <a:ext uri="{FF2B5EF4-FFF2-40B4-BE49-F238E27FC236}">
                  <a16:creationId xmlns:a16="http://schemas.microsoft.com/office/drawing/2014/main" id="{F806D4BD-A47B-BEAB-0640-7A2B48686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795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05" name="Rectangle 34">
              <a:extLst>
                <a:ext uri="{FF2B5EF4-FFF2-40B4-BE49-F238E27FC236}">
                  <a16:creationId xmlns:a16="http://schemas.microsoft.com/office/drawing/2014/main" id="{41DC85FB-02B6-F71B-9812-6CFC257AD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91875" name="Line 35">
            <a:extLst>
              <a:ext uri="{FF2B5EF4-FFF2-40B4-BE49-F238E27FC236}">
                <a16:creationId xmlns:a16="http://schemas.microsoft.com/office/drawing/2014/main" id="{93644C2A-2604-8ECE-A1E3-4417538A9B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0600" y="4184650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36">
            <a:extLst>
              <a:ext uri="{FF2B5EF4-FFF2-40B4-BE49-F238E27FC236}">
                <a16:creationId xmlns:a16="http://schemas.microsoft.com/office/drawing/2014/main" id="{DC23E96A-D704-28A0-9B73-12914DB37002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4202113"/>
            <a:ext cx="444500" cy="641350"/>
            <a:chOff x="2688" y="2688"/>
            <a:chExt cx="280" cy="404"/>
          </a:xfrm>
        </p:grpSpPr>
        <p:sp>
          <p:nvSpPr>
            <p:cNvPr id="15402" name="Oval 37">
              <a:extLst>
                <a:ext uri="{FF2B5EF4-FFF2-40B4-BE49-F238E27FC236}">
                  <a16:creationId xmlns:a16="http://schemas.microsoft.com/office/drawing/2014/main" id="{E176633E-25A3-2B50-8B1B-E00206E87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795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03" name="Rectangle 38">
              <a:extLst>
                <a:ext uri="{FF2B5EF4-FFF2-40B4-BE49-F238E27FC236}">
                  <a16:creationId xmlns:a16="http://schemas.microsoft.com/office/drawing/2014/main" id="{AD32CA12-9B00-6CA5-C440-8D8A657BC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91879" name="Line 39">
            <a:extLst>
              <a:ext uri="{FF2B5EF4-FFF2-40B4-BE49-F238E27FC236}">
                <a16:creationId xmlns:a16="http://schemas.microsoft.com/office/drawing/2014/main" id="{CC5590DF-1C46-A10F-6EFB-17E9E75D6E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0600" y="4538663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40">
            <a:extLst>
              <a:ext uri="{FF2B5EF4-FFF2-40B4-BE49-F238E27FC236}">
                <a16:creationId xmlns:a16="http://schemas.microsoft.com/office/drawing/2014/main" id="{9A567BEF-02EF-854D-5FB2-0B06BCE81AF6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2754313"/>
            <a:ext cx="444500" cy="641350"/>
            <a:chOff x="2688" y="2688"/>
            <a:chExt cx="280" cy="404"/>
          </a:xfrm>
        </p:grpSpPr>
        <p:sp>
          <p:nvSpPr>
            <p:cNvPr id="15400" name="Oval 41">
              <a:extLst>
                <a:ext uri="{FF2B5EF4-FFF2-40B4-BE49-F238E27FC236}">
                  <a16:creationId xmlns:a16="http://schemas.microsoft.com/office/drawing/2014/main" id="{86B0DB6A-2AF8-A30E-1CF4-5F4784F88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795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01" name="Rectangle 42">
              <a:extLst>
                <a:ext uri="{FF2B5EF4-FFF2-40B4-BE49-F238E27FC236}">
                  <a16:creationId xmlns:a16="http://schemas.microsoft.com/office/drawing/2014/main" id="{F1093359-336E-9A7A-EBEC-4B41F5F79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91883" name="Line 43">
            <a:extLst>
              <a:ext uri="{FF2B5EF4-FFF2-40B4-BE49-F238E27FC236}">
                <a16:creationId xmlns:a16="http://schemas.microsoft.com/office/drawing/2014/main" id="{043B8F64-3FF2-B078-6119-072EFF5786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0600" y="3090863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44">
            <a:extLst>
              <a:ext uri="{FF2B5EF4-FFF2-40B4-BE49-F238E27FC236}">
                <a16:creationId xmlns:a16="http://schemas.microsoft.com/office/drawing/2014/main" id="{435644C4-75C5-0361-F324-5ACE8708B659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2393950"/>
            <a:ext cx="444500" cy="641350"/>
            <a:chOff x="2688" y="2688"/>
            <a:chExt cx="280" cy="404"/>
          </a:xfrm>
        </p:grpSpPr>
        <p:sp>
          <p:nvSpPr>
            <p:cNvPr id="15398" name="Oval 45">
              <a:extLst>
                <a:ext uri="{FF2B5EF4-FFF2-40B4-BE49-F238E27FC236}">
                  <a16:creationId xmlns:a16="http://schemas.microsoft.com/office/drawing/2014/main" id="{F6D48E26-1494-CF13-FD10-ACBB84837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795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99" name="Rectangle 46">
              <a:extLst>
                <a:ext uri="{FF2B5EF4-FFF2-40B4-BE49-F238E27FC236}">
                  <a16:creationId xmlns:a16="http://schemas.microsoft.com/office/drawing/2014/main" id="{F42A3AA9-0554-0706-CA4B-66E8FC319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91887" name="Line 47">
            <a:extLst>
              <a:ext uri="{FF2B5EF4-FFF2-40B4-BE49-F238E27FC236}">
                <a16:creationId xmlns:a16="http://schemas.microsoft.com/office/drawing/2014/main" id="{6C49F7D2-9786-C845-FAFE-3FD0961885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0600" y="2730500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48">
            <a:extLst>
              <a:ext uri="{FF2B5EF4-FFF2-40B4-BE49-F238E27FC236}">
                <a16:creationId xmlns:a16="http://schemas.microsoft.com/office/drawing/2014/main" id="{99BA74F1-F9F0-D960-29DF-1A3F89423FBC}"/>
              </a:ext>
            </a:extLst>
          </p:cNvPr>
          <p:cNvGrpSpPr>
            <a:grpSpLocks/>
          </p:cNvGrpSpPr>
          <p:nvPr/>
        </p:nvGrpSpPr>
        <p:grpSpPr bwMode="auto">
          <a:xfrm>
            <a:off x="7832725" y="2035175"/>
            <a:ext cx="444500" cy="641350"/>
            <a:chOff x="2688" y="2688"/>
            <a:chExt cx="280" cy="404"/>
          </a:xfrm>
        </p:grpSpPr>
        <p:sp>
          <p:nvSpPr>
            <p:cNvPr id="15396" name="Oval 49">
              <a:extLst>
                <a:ext uri="{FF2B5EF4-FFF2-40B4-BE49-F238E27FC236}">
                  <a16:creationId xmlns:a16="http://schemas.microsoft.com/office/drawing/2014/main" id="{8441B6FE-65F8-6B0B-DF37-B97FA6419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795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97" name="Rectangle 50">
              <a:extLst>
                <a:ext uri="{FF2B5EF4-FFF2-40B4-BE49-F238E27FC236}">
                  <a16:creationId xmlns:a16="http://schemas.microsoft.com/office/drawing/2014/main" id="{EECD0A00-CD05-B6E5-1ED9-40CBA4B0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91891" name="Line 51">
            <a:extLst>
              <a:ext uri="{FF2B5EF4-FFF2-40B4-BE49-F238E27FC236}">
                <a16:creationId xmlns:a16="http://schemas.microsoft.com/office/drawing/2014/main" id="{498EB4BB-CB31-5F2A-7D0B-0E5AFB9B2E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0600" y="2371725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52">
            <a:extLst>
              <a:ext uri="{FF2B5EF4-FFF2-40B4-BE49-F238E27FC236}">
                <a16:creationId xmlns:a16="http://schemas.microsoft.com/office/drawing/2014/main" id="{2D8DE931-F6BF-1B01-E3A8-37347F45B021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1674813"/>
            <a:ext cx="444500" cy="641350"/>
            <a:chOff x="2688" y="2688"/>
            <a:chExt cx="280" cy="404"/>
          </a:xfrm>
        </p:grpSpPr>
        <p:sp>
          <p:nvSpPr>
            <p:cNvPr id="15394" name="Oval 53">
              <a:extLst>
                <a:ext uri="{FF2B5EF4-FFF2-40B4-BE49-F238E27FC236}">
                  <a16:creationId xmlns:a16="http://schemas.microsoft.com/office/drawing/2014/main" id="{3158479B-E429-B2AC-5F49-C3BCAFCB7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795"/>
              <a:ext cx="192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95" name="Rectangle 54">
              <a:extLst>
                <a:ext uri="{FF2B5EF4-FFF2-40B4-BE49-F238E27FC236}">
                  <a16:creationId xmlns:a16="http://schemas.microsoft.com/office/drawing/2014/main" id="{32A3399A-E63B-ED90-789C-67E0246F3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688"/>
              <a:ext cx="2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91895" name="Line 55">
            <a:extLst>
              <a:ext uri="{FF2B5EF4-FFF2-40B4-BE49-F238E27FC236}">
                <a16:creationId xmlns:a16="http://schemas.microsoft.com/office/drawing/2014/main" id="{C62D8A46-F6DB-0D05-CB0F-0369F88746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0600" y="2011363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1896" name="Object 56">
            <a:extLst>
              <a:ext uri="{FF2B5EF4-FFF2-40B4-BE49-F238E27FC236}">
                <a16:creationId xmlns:a16="http://schemas.microsoft.com/office/drawing/2014/main" id="{C2C42D68-5571-F14A-6B3E-E164FEF28AF5}"/>
              </a:ext>
            </a:extLst>
          </p:cNvPr>
          <p:cNvGraphicFramePr>
            <a:graphicFrameLocks/>
          </p:cNvGraphicFramePr>
          <p:nvPr/>
        </p:nvGraphicFramePr>
        <p:xfrm>
          <a:off x="990600" y="5751513"/>
          <a:ext cx="17637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44" imgH="822960" progId="Equation.3">
                  <p:embed/>
                </p:oleObj>
              </mc:Choice>
              <mc:Fallback>
                <p:oleObj name="Equation" r:id="rId14" imgW="1714344" imgH="822960" progId="Equation.3">
                  <p:embed/>
                  <p:pic>
                    <p:nvPicPr>
                      <p:cNvPr id="291896" name="Object 56">
                        <a:extLst>
                          <a:ext uri="{FF2B5EF4-FFF2-40B4-BE49-F238E27FC236}">
                            <a16:creationId xmlns:a16="http://schemas.microsoft.com/office/drawing/2014/main" id="{C2C42D68-5571-F14A-6B3E-E164FEF28A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751513"/>
                        <a:ext cx="17637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97" name="Object 57">
            <a:extLst>
              <a:ext uri="{FF2B5EF4-FFF2-40B4-BE49-F238E27FC236}">
                <a16:creationId xmlns:a16="http://schemas.microsoft.com/office/drawing/2014/main" id="{8B78E258-DBB3-FD48-19D0-A24B344D2536}"/>
              </a:ext>
            </a:extLst>
          </p:cNvPr>
          <p:cNvGraphicFramePr>
            <a:graphicFrameLocks/>
          </p:cNvGraphicFramePr>
          <p:nvPr/>
        </p:nvGraphicFramePr>
        <p:xfrm>
          <a:off x="6011863" y="6021388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27636" imgH="343149" progId="Equation.3">
                  <p:embed/>
                </p:oleObj>
              </mc:Choice>
              <mc:Fallback>
                <p:oleObj name="Equation" r:id="rId16" imgW="1127636" imgH="343149" progId="Equation.3">
                  <p:embed/>
                  <p:pic>
                    <p:nvPicPr>
                      <p:cNvPr id="291897" name="Object 57">
                        <a:extLst>
                          <a:ext uri="{FF2B5EF4-FFF2-40B4-BE49-F238E27FC236}">
                            <a16:creationId xmlns:a16="http://schemas.microsoft.com/office/drawing/2014/main" id="{8B78E258-DBB3-FD48-19D0-A24B344D253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6021388"/>
                        <a:ext cx="1181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99" name="Object 59">
            <a:extLst>
              <a:ext uri="{FF2B5EF4-FFF2-40B4-BE49-F238E27FC236}">
                <a16:creationId xmlns:a16="http://schemas.microsoft.com/office/drawing/2014/main" id="{C9309B8C-B3A2-7D40-95DF-7125CB5FE5AC}"/>
              </a:ext>
            </a:extLst>
          </p:cNvPr>
          <p:cNvGraphicFramePr>
            <a:graphicFrameLocks/>
          </p:cNvGraphicFramePr>
          <p:nvPr/>
        </p:nvGraphicFramePr>
        <p:xfrm>
          <a:off x="2916238" y="5805488"/>
          <a:ext cx="23749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23944" imgH="769592" progId="Equation.3">
                  <p:embed/>
                </p:oleObj>
              </mc:Choice>
              <mc:Fallback>
                <p:oleObj name="Equation" r:id="rId18" imgW="2323944" imgH="769592" progId="Equation.3">
                  <p:embed/>
                  <p:pic>
                    <p:nvPicPr>
                      <p:cNvPr id="291899" name="Object 59">
                        <a:extLst>
                          <a:ext uri="{FF2B5EF4-FFF2-40B4-BE49-F238E27FC236}">
                            <a16:creationId xmlns:a16="http://schemas.microsoft.com/office/drawing/2014/main" id="{C9309B8C-B3A2-7D40-95DF-7125CB5FE5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805488"/>
                        <a:ext cx="23749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9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9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9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9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9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9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9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5" presetClass="path" presetSubtype="0" repeatCount="indefinite" accel="50000" decel="50000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8.33333E-7 -3.7037E-7 L -0.13333 -0.00486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67" y="-255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35" presetClass="path" presetSubtype="0" repeatCount="indefinite" accel="50000" decel="50000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8.33333E-7 3.33333E-6 L -0.13333 0.00555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67" y="278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35" presetClass="path" presetSubtype="0" repeatCount="indefinite" accel="50000" decel="50000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94444E-6 0.0 L -0.13194 0.0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7" y="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35" presetClass="path" presetSubtype="0" repeatCount="indefinite" accel="50000" decel="50000" fill="hold" nodeType="withEffect">
                                  <p:stCondLst>
                                    <p:cond delay="8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8.33333E-7 2.22222E-6 L -0.14114 -0.01528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66" y="-764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35" presetClass="path" presetSubtype="0" repeatCount="indefinite" accel="50000" decel="50000" fill="hold" nodeType="withEffect">
                                  <p:stCondLst>
                                    <p:cond delay="1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2.5E-6 7.40741E-7 L -0.12639 0.00185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19" y="93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35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8.33333E-7 -2.22222E-6 L -0.13333 0.00371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67" y="185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35" presetClass="path" presetSubtype="0" repeatCount="indefinite" accel="50000" decel="50000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8.33333E-7 1.48148E-6 L -0.12535 -0.00671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67" y="-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35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8.33333E-7 1.11111E-6 L -0.13333 -0.00579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67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29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9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9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2000"/>
                                        <p:tgtEl>
                                          <p:spTgt spid="29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2000"/>
                                        <p:tgtEl>
                                          <p:spTgt spid="29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2000"/>
                                        <p:tgtEl>
                                          <p:spTgt spid="29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2000"/>
                                        <p:tgtEl>
                                          <p:spTgt spid="29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2000"/>
                                        <p:tgtEl>
                                          <p:spTgt spid="29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9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2000"/>
                                        <p:tgtEl>
                                          <p:spTgt spid="29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2000"/>
                                        <p:tgtEl>
                                          <p:spTgt spid="29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utoUpdateAnimBg="0"/>
      <p:bldP spid="291848" grpId="0" autoUpdateAnimBg="0"/>
      <p:bldP spid="291853" grpId="0" autoUpdateAnimBg="0"/>
      <p:bldP spid="291864" grpId="0" autoUpdateAnimBg="0"/>
      <p:bldP spid="29186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AutoShape 2">
            <a:extLst>
              <a:ext uri="{FF2B5EF4-FFF2-40B4-BE49-F238E27FC236}">
                <a16:creationId xmlns:a16="http://schemas.microsoft.com/office/drawing/2014/main" id="{3F31EC3F-C882-C9D4-0FF7-E5A8CBB5C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771775"/>
            <a:ext cx="2881313" cy="1008063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0819" name="Text Box 3">
            <a:extLst>
              <a:ext uri="{FF2B5EF4-FFF2-40B4-BE49-F238E27FC236}">
                <a16:creationId xmlns:a16="http://schemas.microsoft.com/office/drawing/2014/main" id="{C087331A-86A3-09BC-2237-708A78B1D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333375"/>
            <a:ext cx="561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忽略边缘效应，在均匀电场中</a:t>
            </a:r>
          </a:p>
        </p:txBody>
      </p:sp>
      <p:graphicFrame>
        <p:nvGraphicFramePr>
          <p:cNvPr id="290820" name="Object 4">
            <a:extLst>
              <a:ext uri="{FF2B5EF4-FFF2-40B4-BE49-F238E27FC236}">
                <a16:creationId xmlns:a16="http://schemas.microsoft.com/office/drawing/2014/main" id="{F7EDCF11-E971-3C80-EBF7-FC56069A3227}"/>
              </a:ext>
            </a:extLst>
          </p:cNvPr>
          <p:cNvGraphicFramePr>
            <a:graphicFrameLocks/>
          </p:cNvGraphicFramePr>
          <p:nvPr/>
        </p:nvGraphicFramePr>
        <p:xfrm>
          <a:off x="917575" y="1079500"/>
          <a:ext cx="11049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1498" imgH="266839" progId="Equation.3">
                  <p:embed/>
                </p:oleObj>
              </mc:Choice>
              <mc:Fallback>
                <p:oleObj name="Equation" r:id="rId2" imgW="1051498" imgH="266839" progId="Equation.3">
                  <p:embed/>
                  <p:pic>
                    <p:nvPicPr>
                      <p:cNvPr id="290820" name="Object 4">
                        <a:extLst>
                          <a:ext uri="{FF2B5EF4-FFF2-40B4-BE49-F238E27FC236}">
                            <a16:creationId xmlns:a16="http://schemas.microsoft.com/office/drawing/2014/main" id="{F7EDCF11-E971-3C80-EBF7-FC56069A32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1079500"/>
                        <a:ext cx="11049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1" name="Object 5">
            <a:extLst>
              <a:ext uri="{FF2B5EF4-FFF2-40B4-BE49-F238E27FC236}">
                <a16:creationId xmlns:a16="http://schemas.microsoft.com/office/drawing/2014/main" id="{6E067A2E-3605-6E62-3663-479660CA36AB}"/>
              </a:ext>
            </a:extLst>
          </p:cNvPr>
          <p:cNvGraphicFramePr>
            <a:graphicFrameLocks/>
          </p:cNvGraphicFramePr>
          <p:nvPr/>
        </p:nvGraphicFramePr>
        <p:xfrm>
          <a:off x="3217863" y="806450"/>
          <a:ext cx="11049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1498" imgH="769592" progId="Equation.3">
                  <p:embed/>
                </p:oleObj>
              </mc:Choice>
              <mc:Fallback>
                <p:oleObj name="Equation" r:id="rId4" imgW="1051498" imgH="769592" progId="Equation.3">
                  <p:embed/>
                  <p:pic>
                    <p:nvPicPr>
                      <p:cNvPr id="290821" name="Object 5">
                        <a:extLst>
                          <a:ext uri="{FF2B5EF4-FFF2-40B4-BE49-F238E27FC236}">
                            <a16:creationId xmlns:a16="http://schemas.microsoft.com/office/drawing/2014/main" id="{6E067A2E-3605-6E62-3663-479660CA36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806450"/>
                        <a:ext cx="11049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2" name="Object 6">
            <a:extLst>
              <a:ext uri="{FF2B5EF4-FFF2-40B4-BE49-F238E27FC236}">
                <a16:creationId xmlns:a16="http://schemas.microsoft.com/office/drawing/2014/main" id="{8B6A90DE-EDAF-F0FE-B4C0-765B7039365E}"/>
              </a:ext>
            </a:extLst>
          </p:cNvPr>
          <p:cNvGraphicFramePr>
            <a:graphicFrameLocks/>
          </p:cNvGraphicFramePr>
          <p:nvPr/>
        </p:nvGraphicFramePr>
        <p:xfrm>
          <a:off x="906463" y="1717675"/>
          <a:ext cx="34655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13760" imgH="769592" progId="Equation.3">
                  <p:embed/>
                </p:oleObj>
              </mc:Choice>
              <mc:Fallback>
                <p:oleObj name="Equation" r:id="rId6" imgW="3413760" imgH="769592" progId="Equation.3">
                  <p:embed/>
                  <p:pic>
                    <p:nvPicPr>
                      <p:cNvPr id="290822" name="Object 6">
                        <a:extLst>
                          <a:ext uri="{FF2B5EF4-FFF2-40B4-BE49-F238E27FC236}">
                            <a16:creationId xmlns:a16="http://schemas.microsoft.com/office/drawing/2014/main" id="{8B6A90DE-EDAF-F0FE-B4C0-765B703936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1717675"/>
                        <a:ext cx="34655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3" name="Object 7">
            <a:extLst>
              <a:ext uri="{FF2B5EF4-FFF2-40B4-BE49-F238E27FC236}">
                <a16:creationId xmlns:a16="http://schemas.microsoft.com/office/drawing/2014/main" id="{92D73667-2F6F-C753-5862-EA50E3D14D90}"/>
              </a:ext>
            </a:extLst>
          </p:cNvPr>
          <p:cNvGraphicFramePr>
            <a:graphicFrameLocks/>
          </p:cNvGraphicFramePr>
          <p:nvPr/>
        </p:nvGraphicFramePr>
        <p:xfrm>
          <a:off x="3300413" y="2857500"/>
          <a:ext cx="22209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71669" imgH="769592" progId="Equation.3">
                  <p:embed/>
                </p:oleObj>
              </mc:Choice>
              <mc:Fallback>
                <p:oleObj name="Equation" r:id="rId8" imgW="2171669" imgH="769592" progId="Equation.3">
                  <p:embed/>
                  <p:pic>
                    <p:nvPicPr>
                      <p:cNvPr id="290823" name="Object 7">
                        <a:extLst>
                          <a:ext uri="{FF2B5EF4-FFF2-40B4-BE49-F238E27FC236}">
                            <a16:creationId xmlns:a16="http://schemas.microsoft.com/office/drawing/2014/main" id="{92D73667-2F6F-C753-5862-EA50E3D14D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3" y="2857500"/>
                        <a:ext cx="22209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24" name="Rectangle 8">
            <a:extLst>
              <a:ext uri="{FF2B5EF4-FFF2-40B4-BE49-F238E27FC236}">
                <a16:creationId xmlns:a16="http://schemas.microsoft.com/office/drawing/2014/main" id="{99480C15-94DF-7037-85EC-1969F01A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" y="3021013"/>
            <a:ext cx="184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能量密度</a:t>
            </a:r>
          </a:p>
        </p:txBody>
      </p:sp>
      <p:graphicFrame>
        <p:nvGraphicFramePr>
          <p:cNvPr id="290826" name="Object 10">
            <a:extLst>
              <a:ext uri="{FF2B5EF4-FFF2-40B4-BE49-F238E27FC236}">
                <a16:creationId xmlns:a16="http://schemas.microsoft.com/office/drawing/2014/main" id="{0DAD85AA-5CBB-A5A2-EC12-794FE3D75BE4}"/>
              </a:ext>
            </a:extLst>
          </p:cNvPr>
          <p:cNvGraphicFramePr>
            <a:graphicFrameLocks/>
          </p:cNvGraphicFramePr>
          <p:nvPr/>
        </p:nvGraphicFramePr>
        <p:xfrm>
          <a:off x="7308850" y="5084763"/>
          <a:ext cx="1612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069" imgH="266839" progId="Equation.3">
                  <p:embed/>
                </p:oleObj>
              </mc:Choice>
              <mc:Fallback>
                <p:oleObj name="Equation" r:id="rId10" imgW="1562069" imgH="266839" progId="Equation.3">
                  <p:embed/>
                  <p:pic>
                    <p:nvPicPr>
                      <p:cNvPr id="290826" name="Object 10">
                        <a:extLst>
                          <a:ext uri="{FF2B5EF4-FFF2-40B4-BE49-F238E27FC236}">
                            <a16:creationId xmlns:a16="http://schemas.microsoft.com/office/drawing/2014/main" id="{0DAD85AA-5CBB-A5A2-EC12-794FE3D75B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084763"/>
                        <a:ext cx="1612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31" name="Text Box 15">
            <a:extLst>
              <a:ext uri="{FF2B5EF4-FFF2-40B4-BE49-F238E27FC236}">
                <a16:creationId xmlns:a16="http://schemas.microsoft.com/office/drawing/2014/main" id="{AB2A254C-DF76-072A-C50C-44ECC3F61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60800"/>
            <a:ext cx="513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—— </a:t>
            </a:r>
            <a:r>
              <a:rPr lang="zh-CN" altLang="en-US" b="1" u="sng">
                <a:solidFill>
                  <a:srgbClr val="FFFF00"/>
                </a:solidFill>
                <a:ea typeface="楷体_GB2312" pitchFamily="49" charset="-122"/>
              </a:rPr>
              <a:t>计算电场能量密度的普遍公式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，</a:t>
            </a:r>
          </a:p>
        </p:txBody>
      </p:sp>
      <p:sp>
        <p:nvSpPr>
          <p:cNvPr id="290832" name="Text Box 16">
            <a:extLst>
              <a:ext uri="{FF2B5EF4-FFF2-40B4-BE49-F238E27FC236}">
                <a16:creationId xmlns:a16="http://schemas.microsoft.com/office/drawing/2014/main" id="{CF6A62BF-9CE6-78AB-08E7-3C6F222BF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8608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不论电场均匀与否，也</a:t>
            </a:r>
          </a:p>
        </p:txBody>
      </p:sp>
      <p:sp>
        <p:nvSpPr>
          <p:cNvPr id="290833" name="Rectangle 17">
            <a:extLst>
              <a:ext uri="{FF2B5EF4-FFF2-40B4-BE49-F238E27FC236}">
                <a16:creationId xmlns:a16="http://schemas.microsoft.com/office/drawing/2014/main" id="{C2435E7D-8E64-81E7-7F11-E37D23997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3180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不论是静电场还是非静电场都是适用的。</a:t>
            </a:r>
          </a:p>
        </p:txBody>
      </p:sp>
      <p:sp>
        <p:nvSpPr>
          <p:cNvPr id="290834" name="Text Box 18">
            <a:extLst>
              <a:ext uri="{FF2B5EF4-FFF2-40B4-BE49-F238E27FC236}">
                <a16:creationId xmlns:a16="http://schemas.microsoft.com/office/drawing/2014/main" id="{97D674C8-42E1-4098-15DB-8BEBE8CD8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0292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对于非均匀电场</a:t>
            </a:r>
          </a:p>
        </p:txBody>
      </p:sp>
      <p:graphicFrame>
        <p:nvGraphicFramePr>
          <p:cNvPr id="290835" name="Object 19">
            <a:extLst>
              <a:ext uri="{FF2B5EF4-FFF2-40B4-BE49-F238E27FC236}">
                <a16:creationId xmlns:a16="http://schemas.microsoft.com/office/drawing/2014/main" id="{DE2CFA0C-2682-25F7-0BC5-2458D60EB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5562600"/>
          <a:ext cx="4343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00387" imgH="434423" progId="Equation.3">
                  <p:embed/>
                </p:oleObj>
              </mc:Choice>
              <mc:Fallback>
                <p:oleObj name="公式" r:id="rId12" imgW="1600387" imgH="434423" progId="Equation.3">
                  <p:embed/>
                  <p:pic>
                    <p:nvPicPr>
                      <p:cNvPr id="290835" name="Object 19">
                        <a:extLst>
                          <a:ext uri="{FF2B5EF4-FFF2-40B4-BE49-F238E27FC236}">
                            <a16:creationId xmlns:a16="http://schemas.microsoft.com/office/drawing/2014/main" id="{DE2CFA0C-2682-25F7-0BC5-2458D60EB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562600"/>
                        <a:ext cx="4343400" cy="10668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36" name="Text Box 20">
            <a:extLst>
              <a:ext uri="{FF2B5EF4-FFF2-40B4-BE49-F238E27FC236}">
                <a16:creationId xmlns:a16="http://schemas.microsoft.com/office/drawing/2014/main" id="{E5DF68DF-07D6-027E-2D73-CF8AD10A1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029200"/>
            <a:ext cx="632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——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能量密度为空间坐标的函数</a:t>
            </a:r>
          </a:p>
        </p:txBody>
      </p:sp>
      <p:sp>
        <p:nvSpPr>
          <p:cNvPr id="290837" name="AutoShape 21">
            <a:extLst>
              <a:ext uri="{FF2B5EF4-FFF2-40B4-BE49-F238E27FC236}">
                <a16:creationId xmlns:a16="http://schemas.microsoft.com/office/drawing/2014/main" id="{510D562F-8510-F9B6-68D5-2E97E311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638800"/>
            <a:ext cx="2438400" cy="914400"/>
          </a:xfrm>
          <a:prstGeom prst="wedgeRectCallout">
            <a:avLst>
              <a:gd name="adj1" fmla="val -91079"/>
              <a:gd name="adj2" fmla="val -34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i="1">
                <a:ea typeface="楷体_GB2312" pitchFamily="49" charset="-122"/>
              </a:rPr>
              <a:t>积分遍及电场所占的空间体积 </a:t>
            </a:r>
            <a:r>
              <a:rPr lang="en-US" altLang="zh-CN" b="1" i="1">
                <a:ea typeface="楷体_GB2312" pitchFamily="49" charset="-122"/>
              </a:rPr>
              <a:t>V</a:t>
            </a:r>
          </a:p>
        </p:txBody>
      </p:sp>
      <p:sp>
        <p:nvSpPr>
          <p:cNvPr id="290838" name="AutoShape 22">
            <a:extLst>
              <a:ext uri="{FF2B5EF4-FFF2-40B4-BE49-F238E27FC236}">
                <a16:creationId xmlns:a16="http://schemas.microsoft.com/office/drawing/2014/main" id="{A8AE55F9-ED6E-EA7E-E2A2-A8EFA5192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38800"/>
            <a:ext cx="457200" cy="381000"/>
          </a:xfrm>
          <a:prstGeom prst="star5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9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9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9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300"/>
                                        <p:tgtEl>
                                          <p:spTgt spid="29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300"/>
                                        <p:tgtEl>
                                          <p:spTgt spid="29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300"/>
                                        <p:tgtEl>
                                          <p:spTgt spid="29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300"/>
                                        <p:tgtEl>
                                          <p:spTgt spid="29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90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90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9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0" fill="hold"/>
                                        <p:tgtEl>
                                          <p:spTgt spid="290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0" fill="hold"/>
                                        <p:tgtEl>
                                          <p:spTgt spid="290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5" dur="300"/>
                                        <p:tgtEl>
                                          <p:spTgt spid="29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8" grpId="0" animBg="1"/>
      <p:bldP spid="290819" grpId="0" autoUpdateAnimBg="0"/>
      <p:bldP spid="290824" grpId="0" autoUpdateAnimBg="0"/>
      <p:bldP spid="290831" grpId="0" autoUpdateAnimBg="0"/>
      <p:bldP spid="290832" grpId="0" autoUpdateAnimBg="0"/>
      <p:bldP spid="290833" grpId="0" autoUpdateAnimBg="0"/>
      <p:bldP spid="290834" grpId="0" autoUpdateAnimBg="0"/>
      <p:bldP spid="290836" grpId="0" autoUpdateAnimBg="0"/>
      <p:bldP spid="290837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Oval 2">
            <a:extLst>
              <a:ext uri="{FF2B5EF4-FFF2-40B4-BE49-F238E27FC236}">
                <a16:creationId xmlns:a16="http://schemas.microsoft.com/office/drawing/2014/main" id="{46FC7DB2-8C7C-4CD7-F00D-AB3DDD5D8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1522413"/>
            <a:ext cx="1143000" cy="1143000"/>
          </a:xfrm>
          <a:prstGeom prst="ellipse">
            <a:avLst/>
          </a:prstGeom>
          <a:noFill/>
          <a:ln w="76200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9795" name="Line 3">
            <a:extLst>
              <a:ext uri="{FF2B5EF4-FFF2-40B4-BE49-F238E27FC236}">
                <a16:creationId xmlns:a16="http://schemas.microsoft.com/office/drawing/2014/main" id="{F3CA178F-C55F-D29F-356D-1F67BB0F6A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64388" y="1560513"/>
            <a:ext cx="3048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796" name="Text Box 4">
            <a:extLst>
              <a:ext uri="{FF2B5EF4-FFF2-40B4-BE49-F238E27FC236}">
                <a16:creationId xmlns:a16="http://schemas.microsoft.com/office/drawing/2014/main" id="{07E4A6D8-476B-44C1-020D-8D14A21BB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662113"/>
            <a:ext cx="474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89797" name="Oval 5">
            <a:extLst>
              <a:ext uri="{FF2B5EF4-FFF2-40B4-BE49-F238E27FC236}">
                <a16:creationId xmlns:a16="http://schemas.microsoft.com/office/drawing/2014/main" id="{A8E93FF1-61DB-385F-BAFF-C95D24070E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15100" y="1162050"/>
            <a:ext cx="1863725" cy="1863725"/>
          </a:xfrm>
          <a:prstGeom prst="ellipse">
            <a:avLst/>
          </a:prstGeom>
          <a:gradFill rotWithShape="1">
            <a:gsLst>
              <a:gs pos="0">
                <a:srgbClr val="0099FF">
                  <a:alpha val="60001"/>
                </a:srgbClr>
              </a:gs>
              <a:gs pos="100000">
                <a:srgbClr val="004776">
                  <a:alpha val="45000"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9798" name="Text Box 6">
            <a:extLst>
              <a:ext uri="{FF2B5EF4-FFF2-40B4-BE49-F238E27FC236}">
                <a16:creationId xmlns:a16="http://schemas.microsoft.com/office/drawing/2014/main" id="{F78D6AD6-CB13-882F-20D7-B0A763365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188913"/>
            <a:ext cx="609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已知均匀带电的球体，半径为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zh-CN" altLang="en-US" b="1">
                <a:solidFill>
                  <a:schemeClr val="bg1"/>
                </a:solidFill>
              </a:rPr>
              <a:t>，带电量为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</a:p>
        </p:txBody>
      </p:sp>
      <p:sp>
        <p:nvSpPr>
          <p:cNvPr id="289799" name="Text Box 7">
            <a:extLst>
              <a:ext uri="{FF2B5EF4-FFF2-40B4-BE49-F238E27FC236}">
                <a16:creationId xmlns:a16="http://schemas.microsoft.com/office/drawing/2014/main" id="{1282B64F-E441-81FD-A692-29A5EC801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014413"/>
            <a:ext cx="420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289800" name="Text Box 8">
            <a:extLst>
              <a:ext uri="{FF2B5EF4-FFF2-40B4-BE49-F238E27FC236}">
                <a16:creationId xmlns:a16="http://schemas.microsoft.com/office/drawing/2014/main" id="{88AD35C7-FDD6-9F04-C743-9FB0146B3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0" y="72548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00FF00"/>
                </a:solidFill>
              </a:rPr>
              <a:t>Q</a:t>
            </a:r>
          </a:p>
        </p:txBody>
      </p:sp>
      <p:sp>
        <p:nvSpPr>
          <p:cNvPr id="289801" name="Text Box 9">
            <a:extLst>
              <a:ext uri="{FF2B5EF4-FFF2-40B4-BE49-F238E27FC236}">
                <a16:creationId xmlns:a16="http://schemas.microsoft.com/office/drawing/2014/main" id="{DC8F40A2-D54E-3C82-02EA-E5DF3EC5E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722313"/>
            <a:ext cx="445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从球心到无穷远处的电场能量。</a:t>
            </a:r>
          </a:p>
        </p:txBody>
      </p:sp>
      <p:sp>
        <p:nvSpPr>
          <p:cNvPr id="289802" name="Text Box 10">
            <a:extLst>
              <a:ext uri="{FF2B5EF4-FFF2-40B4-BE49-F238E27FC236}">
                <a16:creationId xmlns:a16="http://schemas.microsoft.com/office/drawing/2014/main" id="{8822F0EC-8060-8D8F-9887-3406C3CBB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4493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289803" name="Object 11">
            <a:extLst>
              <a:ext uri="{FF2B5EF4-FFF2-40B4-BE49-F238E27FC236}">
                <a16:creationId xmlns:a16="http://schemas.microsoft.com/office/drawing/2014/main" id="{7E1FEB2D-5111-12D1-6DFA-01A64AFB18BA}"/>
              </a:ext>
            </a:extLst>
          </p:cNvPr>
          <p:cNvGraphicFramePr>
            <a:graphicFrameLocks/>
          </p:cNvGraphicFramePr>
          <p:nvPr/>
        </p:nvGraphicFramePr>
        <p:xfrm>
          <a:off x="8099425" y="28860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442" imgH="365594" progId="Equation.3">
                  <p:embed/>
                </p:oleObj>
              </mc:Choice>
              <mc:Fallback>
                <p:oleObj name="Equation" r:id="rId2" imgW="327442" imgH="365594" progId="Equation.3">
                  <p:embed/>
                  <p:pic>
                    <p:nvPicPr>
                      <p:cNvPr id="289803" name="Object 11">
                        <a:extLst>
                          <a:ext uri="{FF2B5EF4-FFF2-40B4-BE49-F238E27FC236}">
                            <a16:creationId xmlns:a16="http://schemas.microsoft.com/office/drawing/2014/main" id="{7E1FEB2D-5111-12D1-6DFA-01A64AFB18B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9425" y="2886075"/>
                        <a:ext cx="38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4" name="Object 12">
            <a:extLst>
              <a:ext uri="{FF2B5EF4-FFF2-40B4-BE49-F238E27FC236}">
                <a16:creationId xmlns:a16="http://schemas.microsoft.com/office/drawing/2014/main" id="{A56ED5E1-58F7-B613-E717-6557E3225017}"/>
              </a:ext>
            </a:extLst>
          </p:cNvPr>
          <p:cNvGraphicFramePr>
            <a:graphicFrameLocks/>
          </p:cNvGraphicFramePr>
          <p:nvPr/>
        </p:nvGraphicFramePr>
        <p:xfrm>
          <a:off x="928688" y="1301750"/>
          <a:ext cx="17891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7236" imgH="860866" progId="Equation.3">
                  <p:embed/>
                </p:oleObj>
              </mc:Choice>
              <mc:Fallback>
                <p:oleObj name="Equation" r:id="rId4" imgW="1737236" imgH="860866" progId="Equation.3">
                  <p:embed/>
                  <p:pic>
                    <p:nvPicPr>
                      <p:cNvPr id="289804" name="Object 12">
                        <a:extLst>
                          <a:ext uri="{FF2B5EF4-FFF2-40B4-BE49-F238E27FC236}">
                            <a16:creationId xmlns:a16="http://schemas.microsoft.com/office/drawing/2014/main" id="{A56ED5E1-58F7-B613-E717-6557E32250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301750"/>
                        <a:ext cx="17891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5" name="Object 13">
            <a:extLst>
              <a:ext uri="{FF2B5EF4-FFF2-40B4-BE49-F238E27FC236}">
                <a16:creationId xmlns:a16="http://schemas.microsoft.com/office/drawing/2014/main" id="{C66CEADB-D00F-4F76-3AC9-CB8DF3262E86}"/>
              </a:ext>
            </a:extLst>
          </p:cNvPr>
          <p:cNvGraphicFramePr>
            <a:graphicFrameLocks/>
          </p:cNvGraphicFramePr>
          <p:nvPr/>
        </p:nvGraphicFramePr>
        <p:xfrm>
          <a:off x="3500438" y="1336675"/>
          <a:ext cx="1778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9771" imgH="860866" progId="Equation.3">
                  <p:embed/>
                </p:oleObj>
              </mc:Choice>
              <mc:Fallback>
                <p:oleObj name="Equation" r:id="rId6" imgW="1729771" imgH="860866" progId="Equation.3">
                  <p:embed/>
                  <p:pic>
                    <p:nvPicPr>
                      <p:cNvPr id="289805" name="Object 13">
                        <a:extLst>
                          <a:ext uri="{FF2B5EF4-FFF2-40B4-BE49-F238E27FC236}">
                            <a16:creationId xmlns:a16="http://schemas.microsoft.com/office/drawing/2014/main" id="{C66CEADB-D00F-4F76-3AC9-CB8DF3262E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1336675"/>
                        <a:ext cx="1778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6" name="Object 14">
            <a:extLst>
              <a:ext uri="{FF2B5EF4-FFF2-40B4-BE49-F238E27FC236}">
                <a16:creationId xmlns:a16="http://schemas.microsoft.com/office/drawing/2014/main" id="{D7480877-4D1C-97E5-CE2F-B187551AC98F}"/>
              </a:ext>
            </a:extLst>
          </p:cNvPr>
          <p:cNvGraphicFramePr>
            <a:graphicFrameLocks/>
          </p:cNvGraphicFramePr>
          <p:nvPr/>
        </p:nvGraphicFramePr>
        <p:xfrm>
          <a:off x="933450" y="2476500"/>
          <a:ext cx="1828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5553" imgH="343149" progId="Equation.3">
                  <p:embed/>
                </p:oleObj>
              </mc:Choice>
              <mc:Fallback>
                <p:oleObj name="Equation" r:id="rId8" imgW="1775553" imgH="343149" progId="Equation.3">
                  <p:embed/>
                  <p:pic>
                    <p:nvPicPr>
                      <p:cNvPr id="289806" name="Object 14">
                        <a:extLst>
                          <a:ext uri="{FF2B5EF4-FFF2-40B4-BE49-F238E27FC236}">
                            <a16:creationId xmlns:a16="http://schemas.microsoft.com/office/drawing/2014/main" id="{D7480877-4D1C-97E5-CE2F-B187551AC9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2476500"/>
                        <a:ext cx="18288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7" name="Object 15">
            <a:extLst>
              <a:ext uri="{FF2B5EF4-FFF2-40B4-BE49-F238E27FC236}">
                <a16:creationId xmlns:a16="http://schemas.microsoft.com/office/drawing/2014/main" id="{BABF66FC-A190-67C1-C8BC-27FE20CA223C}"/>
              </a:ext>
            </a:extLst>
          </p:cNvPr>
          <p:cNvGraphicFramePr>
            <a:graphicFrameLocks/>
          </p:cNvGraphicFramePr>
          <p:nvPr/>
        </p:nvGraphicFramePr>
        <p:xfrm>
          <a:off x="909638" y="3249613"/>
          <a:ext cx="23733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23944" imgH="769592" progId="Equation.3">
                  <p:embed/>
                </p:oleObj>
              </mc:Choice>
              <mc:Fallback>
                <p:oleObj name="公式" r:id="rId10" imgW="2323944" imgH="769592" progId="Equation.3">
                  <p:embed/>
                  <p:pic>
                    <p:nvPicPr>
                      <p:cNvPr id="289807" name="Object 15">
                        <a:extLst>
                          <a:ext uri="{FF2B5EF4-FFF2-40B4-BE49-F238E27FC236}">
                            <a16:creationId xmlns:a16="http://schemas.microsoft.com/office/drawing/2014/main" id="{BABF66FC-A190-67C1-C8BC-27FE20CA22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3249613"/>
                        <a:ext cx="23733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8" name="Object 16">
            <a:extLst>
              <a:ext uri="{FF2B5EF4-FFF2-40B4-BE49-F238E27FC236}">
                <a16:creationId xmlns:a16="http://schemas.microsoft.com/office/drawing/2014/main" id="{4D7AB408-596D-00D1-BA57-66D3AEF4FE06}"/>
              </a:ext>
            </a:extLst>
          </p:cNvPr>
          <p:cNvGraphicFramePr>
            <a:graphicFrameLocks/>
          </p:cNvGraphicFramePr>
          <p:nvPr/>
        </p:nvGraphicFramePr>
        <p:xfrm>
          <a:off x="4073525" y="3267075"/>
          <a:ext cx="24257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77689" imgH="769592" progId="Equation.3">
                  <p:embed/>
                </p:oleObj>
              </mc:Choice>
              <mc:Fallback>
                <p:oleObj name="公式" r:id="rId12" imgW="2377689" imgH="769592" progId="Equation.3">
                  <p:embed/>
                  <p:pic>
                    <p:nvPicPr>
                      <p:cNvPr id="289808" name="Object 16">
                        <a:extLst>
                          <a:ext uri="{FF2B5EF4-FFF2-40B4-BE49-F238E27FC236}">
                            <a16:creationId xmlns:a16="http://schemas.microsoft.com/office/drawing/2014/main" id="{4D7AB408-596D-00D1-BA57-66D3AEF4FE0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525" y="3267075"/>
                        <a:ext cx="24257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9" name="Object 17">
            <a:extLst>
              <a:ext uri="{FF2B5EF4-FFF2-40B4-BE49-F238E27FC236}">
                <a16:creationId xmlns:a16="http://schemas.microsoft.com/office/drawing/2014/main" id="{BE83A437-9A63-2BB1-9D85-F2989ED09A21}"/>
              </a:ext>
            </a:extLst>
          </p:cNvPr>
          <p:cNvGraphicFramePr>
            <a:graphicFrameLocks/>
          </p:cNvGraphicFramePr>
          <p:nvPr/>
        </p:nvGraphicFramePr>
        <p:xfrm>
          <a:off x="950913" y="4252913"/>
          <a:ext cx="32480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00276" imgH="914234" progId="Equation.3">
                  <p:embed/>
                </p:oleObj>
              </mc:Choice>
              <mc:Fallback>
                <p:oleObj name="Equation" r:id="rId14" imgW="3200276" imgH="914234" progId="Equation.3">
                  <p:embed/>
                  <p:pic>
                    <p:nvPicPr>
                      <p:cNvPr id="289809" name="Object 17">
                        <a:extLst>
                          <a:ext uri="{FF2B5EF4-FFF2-40B4-BE49-F238E27FC236}">
                            <a16:creationId xmlns:a16="http://schemas.microsoft.com/office/drawing/2014/main" id="{BE83A437-9A63-2BB1-9D85-F2989ED09A2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4252913"/>
                        <a:ext cx="32480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10" name="Rectangle 18">
            <a:extLst>
              <a:ext uri="{FF2B5EF4-FFF2-40B4-BE49-F238E27FC236}">
                <a16:creationId xmlns:a16="http://schemas.microsoft.com/office/drawing/2014/main" id="{D9536C60-44DC-9F40-CCAF-E8A9B306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6937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289811" name="Rectangle 19">
            <a:extLst>
              <a:ext uri="{FF2B5EF4-FFF2-40B4-BE49-F238E27FC236}">
                <a16:creationId xmlns:a16="http://schemas.microsoft.com/office/drawing/2014/main" id="{8A89B527-90A7-B4DA-077F-FFAA0E573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1857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89812" name="Line 20">
            <a:extLst>
              <a:ext uri="{FF2B5EF4-FFF2-40B4-BE49-F238E27FC236}">
                <a16:creationId xmlns:a16="http://schemas.microsoft.com/office/drawing/2014/main" id="{C869E5A9-FDCE-8BA2-414F-A7FBA69ECB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1725" y="1408113"/>
            <a:ext cx="68580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9813" name="Object 21">
            <a:extLst>
              <a:ext uri="{FF2B5EF4-FFF2-40B4-BE49-F238E27FC236}">
                <a16:creationId xmlns:a16="http://schemas.microsoft.com/office/drawing/2014/main" id="{6DF47065-35CC-00BC-DF73-B2F61F7179FB}"/>
              </a:ext>
            </a:extLst>
          </p:cNvPr>
          <p:cNvGraphicFramePr>
            <a:graphicFrameLocks/>
          </p:cNvGraphicFramePr>
          <p:nvPr/>
        </p:nvGraphicFramePr>
        <p:xfrm>
          <a:off x="7451725" y="2454275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9622" imgH="365594" progId="Equation.3">
                  <p:embed/>
                </p:oleObj>
              </mc:Choice>
              <mc:Fallback>
                <p:oleObj name="Equation" r:id="rId16" imgW="289622" imgH="365594" progId="Equation.3">
                  <p:embed/>
                  <p:pic>
                    <p:nvPicPr>
                      <p:cNvPr id="289813" name="Object 21">
                        <a:extLst>
                          <a:ext uri="{FF2B5EF4-FFF2-40B4-BE49-F238E27FC236}">
                            <a16:creationId xmlns:a16="http://schemas.microsoft.com/office/drawing/2014/main" id="{6DF47065-35CC-00BC-DF73-B2F61F7179F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2454275"/>
                        <a:ext cx="342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14" name="Text Box 22">
            <a:extLst>
              <a:ext uri="{FF2B5EF4-FFF2-40B4-BE49-F238E27FC236}">
                <a16:creationId xmlns:a16="http://schemas.microsoft.com/office/drawing/2014/main" id="{4DC6DD32-82BF-C6B2-0696-F81FA6453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486400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u="sng">
                <a:solidFill>
                  <a:schemeClr val="bg1"/>
                </a:solidFill>
                <a:ea typeface="楷体_GB2312" pitchFamily="49" charset="-122"/>
              </a:rPr>
              <a:t>求静电场能量的一般方法：</a:t>
            </a:r>
          </a:p>
        </p:txBody>
      </p:sp>
      <p:sp>
        <p:nvSpPr>
          <p:cNvPr id="289815" name="Rectangle 23">
            <a:extLst>
              <a:ext uri="{FF2B5EF4-FFF2-40B4-BE49-F238E27FC236}">
                <a16:creationId xmlns:a16="http://schemas.microsoft.com/office/drawing/2014/main" id="{73C8D0AD-874B-B628-9BAA-6E4075453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0198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定场强分布</a:t>
            </a:r>
          </a:p>
        </p:txBody>
      </p:sp>
      <p:sp>
        <p:nvSpPr>
          <p:cNvPr id="289816" name="Rectangle 24">
            <a:extLst>
              <a:ext uri="{FF2B5EF4-FFF2-40B4-BE49-F238E27FC236}">
                <a16:creationId xmlns:a16="http://schemas.microsoft.com/office/drawing/2014/main" id="{89AF521F-6056-5457-EE64-2C80F8B62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60198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定能量密度</a:t>
            </a:r>
          </a:p>
        </p:txBody>
      </p:sp>
      <p:sp>
        <p:nvSpPr>
          <p:cNvPr id="289817" name="Rectangle 25">
            <a:extLst>
              <a:ext uri="{FF2B5EF4-FFF2-40B4-BE49-F238E27FC236}">
                <a16:creationId xmlns:a16="http://schemas.microsoft.com/office/drawing/2014/main" id="{C4AAD784-0305-1EF4-E6A2-110B34E8C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60198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定体积元</a:t>
            </a:r>
          </a:p>
        </p:txBody>
      </p:sp>
      <p:sp>
        <p:nvSpPr>
          <p:cNvPr id="289818" name="Rectangle 26">
            <a:extLst>
              <a:ext uri="{FF2B5EF4-FFF2-40B4-BE49-F238E27FC236}">
                <a16:creationId xmlns:a16="http://schemas.microsoft.com/office/drawing/2014/main" id="{4D7627D0-0A70-F3B8-B466-D8ED88964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6019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定电场空间</a:t>
            </a:r>
          </a:p>
        </p:txBody>
      </p:sp>
      <p:sp>
        <p:nvSpPr>
          <p:cNvPr id="289819" name="AutoShape 27">
            <a:extLst>
              <a:ext uri="{FF2B5EF4-FFF2-40B4-BE49-F238E27FC236}">
                <a16:creationId xmlns:a16="http://schemas.microsoft.com/office/drawing/2014/main" id="{82DEFB5D-03EE-5C21-AB80-DC1B6B067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0960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9820" name="AutoShape 28">
            <a:extLst>
              <a:ext uri="{FF2B5EF4-FFF2-40B4-BE49-F238E27FC236}">
                <a16:creationId xmlns:a16="http://schemas.microsoft.com/office/drawing/2014/main" id="{0605EB1B-7D44-AB20-4C5E-FD133E417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0960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9821" name="AutoShape 29">
            <a:extLst>
              <a:ext uri="{FF2B5EF4-FFF2-40B4-BE49-F238E27FC236}">
                <a16:creationId xmlns:a16="http://schemas.microsoft.com/office/drawing/2014/main" id="{1D25EC49-8063-B16E-2888-3F66A15BF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60960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9822" name="AutoShape 30">
            <a:extLst>
              <a:ext uri="{FF2B5EF4-FFF2-40B4-BE49-F238E27FC236}">
                <a16:creationId xmlns:a16="http://schemas.microsoft.com/office/drawing/2014/main" id="{8E0C5B66-0745-5ED5-3CFF-D86F60296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410200"/>
            <a:ext cx="533400" cy="457200"/>
          </a:xfrm>
          <a:prstGeom prst="star5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89823" name="Line 31">
            <a:extLst>
              <a:ext uri="{FF2B5EF4-FFF2-40B4-BE49-F238E27FC236}">
                <a16:creationId xmlns:a16="http://schemas.microsoft.com/office/drawing/2014/main" id="{1F436CBC-A306-70D3-15CD-D05D57E74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629400"/>
            <a:ext cx="8763000" cy="0"/>
          </a:xfrm>
          <a:prstGeom prst="line">
            <a:avLst/>
          </a:prstGeom>
          <a:noFill/>
          <a:ln w="19050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824" name="Line 32">
            <a:extLst>
              <a:ext uri="{FF2B5EF4-FFF2-40B4-BE49-F238E27FC236}">
                <a16:creationId xmlns:a16="http://schemas.microsoft.com/office/drawing/2014/main" id="{8AA1EDA9-BE6F-1B08-4BA5-D118FDB27E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5410200"/>
            <a:ext cx="8763000" cy="0"/>
          </a:xfrm>
          <a:prstGeom prst="line">
            <a:avLst/>
          </a:prstGeom>
          <a:noFill/>
          <a:ln w="19050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8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8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28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28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289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28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89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89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89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89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300"/>
                                        <p:tgtEl>
                                          <p:spTgt spid="28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89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89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89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300"/>
                                        <p:tgtEl>
                                          <p:spTgt spid="28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89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89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300" fill="hold"/>
                                        <p:tgtEl>
                                          <p:spTgt spid="289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00" fill="hold"/>
                                        <p:tgtEl>
                                          <p:spTgt spid="289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89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89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300" fill="hold"/>
                                        <p:tgtEl>
                                          <p:spTgt spid="289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289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0" dur="1" fill="hold"/>
                                        <p:tgtEl>
                                          <p:spTgt spid="2898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4" grpId="0" animBg="1"/>
      <p:bldP spid="289796" grpId="0"/>
      <p:bldP spid="289797" grpId="0" animBg="1"/>
      <p:bldP spid="289798" grpId="0" autoUpdateAnimBg="0"/>
      <p:bldP spid="289799" grpId="0" autoUpdateAnimBg="0"/>
      <p:bldP spid="289800" grpId="0" autoUpdateAnimBg="0"/>
      <p:bldP spid="289801" grpId="0" autoUpdateAnimBg="0"/>
      <p:bldP spid="289802" grpId="0" autoUpdateAnimBg="0"/>
      <p:bldP spid="289810" grpId="0" autoUpdateAnimBg="0"/>
      <p:bldP spid="289811" grpId="0" autoUpdateAnimBg="0"/>
      <p:bldP spid="289814" grpId="0" autoUpdateAnimBg="0"/>
      <p:bldP spid="289815" grpId="0" build="p" autoUpdateAnimBg="0"/>
      <p:bldP spid="289816" grpId="0" autoUpdateAnimBg="0"/>
      <p:bldP spid="289817" grpId="0" autoUpdateAnimBg="0"/>
      <p:bldP spid="289818" grpId="0" autoUpdateAnimBg="0"/>
      <p:bldP spid="289819" grpId="0" animBg="1"/>
      <p:bldP spid="289820" grpId="0" animBg="1"/>
      <p:bldP spid="2898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Text Box 2">
            <a:extLst>
              <a:ext uri="{FF2B5EF4-FFF2-40B4-BE49-F238E27FC236}">
                <a16:creationId xmlns:a16="http://schemas.microsoft.com/office/drawing/2014/main" id="{32D0E127-4DF6-B2D6-6EE8-1DD42E088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03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2  </a:t>
            </a:r>
          </a:p>
        </p:txBody>
      </p:sp>
      <p:sp>
        <p:nvSpPr>
          <p:cNvPr id="288771" name="Text Box 3">
            <a:extLst>
              <a:ext uri="{FF2B5EF4-FFF2-40B4-BE49-F238E27FC236}">
                <a16:creationId xmlns:a16="http://schemas.microsoft.com/office/drawing/2014/main" id="{8C0C1D1D-A2CF-0031-91D5-496CEF062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"/>
            <a:ext cx="838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一平行板空气电容器，极板面积为</a:t>
            </a:r>
            <a:r>
              <a:rPr lang="zh-CN" altLang="en-US" b="1" i="1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FF00"/>
                </a:solidFill>
                <a:ea typeface="楷体_GB2312" pitchFamily="49" charset="-122"/>
              </a:rPr>
              <a:t>S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，板间距为</a:t>
            </a:r>
            <a:r>
              <a:rPr lang="en-US" altLang="zh-CN" sz="2800" b="1" i="1">
                <a:solidFill>
                  <a:srgbClr val="00FF00"/>
                </a:solidFill>
                <a:ea typeface="楷体_GB2312" pitchFamily="49" charset="-122"/>
              </a:rPr>
              <a:t>d</a:t>
            </a:r>
            <a:r>
              <a:rPr lang="en-US" altLang="zh-CN" b="1" i="1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，充电至</a:t>
            </a:r>
          </a:p>
        </p:txBody>
      </p:sp>
      <p:sp>
        <p:nvSpPr>
          <p:cNvPr id="288772" name="Rectangle 4">
            <a:extLst>
              <a:ext uri="{FF2B5EF4-FFF2-40B4-BE49-F238E27FC236}">
                <a16:creationId xmlns:a16="http://schemas.microsoft.com/office/drawing/2014/main" id="{D00AD6CB-95DF-8541-7B29-81EB37D49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899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带电</a:t>
            </a:r>
            <a:r>
              <a:rPr lang="en-US" altLang="zh-CN" sz="2800" b="1" i="1">
                <a:solidFill>
                  <a:srgbClr val="00FF00"/>
                </a:solidFill>
                <a:ea typeface="楷体_GB2312" pitchFamily="49" charset="-122"/>
              </a:rPr>
              <a:t>Q</a:t>
            </a:r>
            <a:r>
              <a:rPr lang="en-US" altLang="zh-CN" b="1" i="1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后与电源断开。然后用外力缓慢地将两极板间距拉到</a:t>
            </a:r>
            <a:r>
              <a:rPr lang="en-US" altLang="zh-CN" sz="2800" b="1" i="1">
                <a:solidFill>
                  <a:srgbClr val="00FF00"/>
                </a:solidFill>
                <a:ea typeface="楷体_GB2312" pitchFamily="49" charset="-122"/>
              </a:rPr>
              <a:t>2d </a:t>
            </a:r>
            <a:r>
              <a:rPr lang="en-US" altLang="zh-CN" b="1" i="1">
                <a:solidFill>
                  <a:schemeClr val="bg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88773" name="Text Box 5">
            <a:extLst>
              <a:ext uri="{FF2B5EF4-FFF2-40B4-BE49-F238E27FC236}">
                <a16:creationId xmlns:a16="http://schemas.microsoft.com/office/drawing/2014/main" id="{0AC1DB25-173F-7B86-BC95-5C0C2EFFD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117600"/>
            <a:ext cx="873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求： </a:t>
            </a:r>
          </a:p>
        </p:txBody>
      </p:sp>
      <p:sp>
        <p:nvSpPr>
          <p:cNvPr id="288774" name="Text Box 6">
            <a:extLst>
              <a:ext uri="{FF2B5EF4-FFF2-40B4-BE49-F238E27FC236}">
                <a16:creationId xmlns:a16="http://schemas.microsoft.com/office/drawing/2014/main" id="{8EC60344-256B-63B1-05FC-0E94D9127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38238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ea typeface="楷体_GB2312" pitchFamily="49" charset="-122"/>
              </a:rPr>
              <a:t>•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电容器能量的改变</a:t>
            </a:r>
          </a:p>
        </p:txBody>
      </p:sp>
      <p:sp>
        <p:nvSpPr>
          <p:cNvPr id="288775" name="Rectangle 7">
            <a:extLst>
              <a:ext uri="{FF2B5EF4-FFF2-40B4-BE49-F238E27FC236}">
                <a16:creationId xmlns:a16="http://schemas.microsoft.com/office/drawing/2014/main" id="{BDB196CC-9D54-5487-317C-80FE33D8C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143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ea typeface="楷体_GB2312" pitchFamily="49" charset="-122"/>
              </a:rPr>
              <a:t>•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外力在作用过程中所作的功</a:t>
            </a:r>
          </a:p>
        </p:txBody>
      </p:sp>
      <p:sp>
        <p:nvSpPr>
          <p:cNvPr id="288776" name="Text Box 8">
            <a:extLst>
              <a:ext uri="{FF2B5EF4-FFF2-40B4-BE49-F238E27FC236}">
                <a16:creationId xmlns:a16="http://schemas.microsoft.com/office/drawing/2014/main" id="{AACC601E-3D6E-EA18-CBCC-489157350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9050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解：</a:t>
            </a:r>
          </a:p>
        </p:txBody>
      </p:sp>
      <p:sp>
        <p:nvSpPr>
          <p:cNvPr id="288777" name="Text Box 9">
            <a:extLst>
              <a:ext uri="{FF2B5EF4-FFF2-40B4-BE49-F238E27FC236}">
                <a16:creationId xmlns:a16="http://schemas.microsoft.com/office/drawing/2014/main" id="{CA47A87A-D7BA-B143-90A9-EC65CF552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81188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极板间距为</a:t>
            </a:r>
          </a:p>
        </p:txBody>
      </p:sp>
      <p:graphicFrame>
        <p:nvGraphicFramePr>
          <p:cNvPr id="288778" name="Object 10">
            <a:extLst>
              <a:ext uri="{FF2B5EF4-FFF2-40B4-BE49-F238E27FC236}">
                <a16:creationId xmlns:a16="http://schemas.microsoft.com/office/drawing/2014/main" id="{0C4419FF-5D0B-CDDC-94D2-4A25306A61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881188"/>
          <a:ext cx="3683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3602" imgH="129679" progId="Equation.3">
                  <p:embed/>
                </p:oleObj>
              </mc:Choice>
              <mc:Fallback>
                <p:oleObj name="公式" r:id="rId2" imgW="83602" imgH="129679" progId="Equation.3">
                  <p:embed/>
                  <p:pic>
                    <p:nvPicPr>
                      <p:cNvPr id="288778" name="Object 10">
                        <a:extLst>
                          <a:ext uri="{FF2B5EF4-FFF2-40B4-BE49-F238E27FC236}">
                            <a16:creationId xmlns:a16="http://schemas.microsoft.com/office/drawing/2014/main" id="{0C4419FF-5D0B-CDDC-94D2-4A25306A61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881188"/>
                        <a:ext cx="3683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9" name="Text Box 11">
            <a:extLst>
              <a:ext uri="{FF2B5EF4-FFF2-40B4-BE49-F238E27FC236}">
                <a16:creationId xmlns:a16="http://schemas.microsoft.com/office/drawing/2014/main" id="{68DC2913-CF01-6B80-B47B-063F3D088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905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时</a:t>
            </a:r>
          </a:p>
        </p:txBody>
      </p:sp>
      <p:sp>
        <p:nvSpPr>
          <p:cNvPr id="288780" name="AutoShape 12">
            <a:extLst>
              <a:ext uri="{FF2B5EF4-FFF2-40B4-BE49-F238E27FC236}">
                <a16:creationId xmlns:a16="http://schemas.microsoft.com/office/drawing/2014/main" id="{5AAD14AA-09D9-1C5A-44CE-0D744015B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9050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8781" name="Text Box 13">
            <a:extLst>
              <a:ext uri="{FF2B5EF4-FFF2-40B4-BE49-F238E27FC236}">
                <a16:creationId xmlns:a16="http://schemas.microsoft.com/office/drawing/2014/main" id="{1A3A1FAA-E375-EE0F-ACB1-54C33AF16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9718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极板间距为</a:t>
            </a:r>
          </a:p>
        </p:txBody>
      </p:sp>
      <p:graphicFrame>
        <p:nvGraphicFramePr>
          <p:cNvPr id="288782" name="Object 14">
            <a:extLst>
              <a:ext uri="{FF2B5EF4-FFF2-40B4-BE49-F238E27FC236}">
                <a16:creationId xmlns:a16="http://schemas.microsoft.com/office/drawing/2014/main" id="{6F34E54A-95EF-76BE-E729-5496D396D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2971800"/>
          <a:ext cx="5699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238" imgH="129679" progId="Equation.3">
                  <p:embed/>
                </p:oleObj>
              </mc:Choice>
              <mc:Fallback>
                <p:oleObj name="公式" r:id="rId4" imgW="160238" imgH="129679" progId="Equation.3">
                  <p:embed/>
                  <p:pic>
                    <p:nvPicPr>
                      <p:cNvPr id="288782" name="Object 14">
                        <a:extLst>
                          <a:ext uri="{FF2B5EF4-FFF2-40B4-BE49-F238E27FC236}">
                            <a16:creationId xmlns:a16="http://schemas.microsoft.com/office/drawing/2014/main" id="{6F34E54A-95EF-76BE-E729-5496D396D4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971800"/>
                        <a:ext cx="5699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3" name="Text Box 15">
            <a:extLst>
              <a:ext uri="{FF2B5EF4-FFF2-40B4-BE49-F238E27FC236}">
                <a16:creationId xmlns:a16="http://schemas.microsoft.com/office/drawing/2014/main" id="{8AAB6E03-CCBE-E0F5-2535-DFB024E39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971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时</a:t>
            </a:r>
          </a:p>
        </p:txBody>
      </p:sp>
      <p:graphicFrame>
        <p:nvGraphicFramePr>
          <p:cNvPr id="288784" name="Object 16">
            <a:extLst>
              <a:ext uri="{FF2B5EF4-FFF2-40B4-BE49-F238E27FC236}">
                <a16:creationId xmlns:a16="http://schemas.microsoft.com/office/drawing/2014/main" id="{6135CB63-0010-09EF-082D-184170017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2711450"/>
          <a:ext cx="152558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86709" imgH="350631" progId="Equation.3">
                  <p:embed/>
                </p:oleObj>
              </mc:Choice>
              <mc:Fallback>
                <p:oleObj name="公式" r:id="rId6" imgW="586709" imgH="350631" progId="Equation.3">
                  <p:embed/>
                  <p:pic>
                    <p:nvPicPr>
                      <p:cNvPr id="288784" name="Object 16">
                        <a:extLst>
                          <a:ext uri="{FF2B5EF4-FFF2-40B4-BE49-F238E27FC236}">
                            <a16:creationId xmlns:a16="http://schemas.microsoft.com/office/drawing/2014/main" id="{6135CB63-0010-09EF-082D-184170017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711450"/>
                        <a:ext cx="152558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5" name="AutoShape 17">
            <a:extLst>
              <a:ext uri="{FF2B5EF4-FFF2-40B4-BE49-F238E27FC236}">
                <a16:creationId xmlns:a16="http://schemas.microsoft.com/office/drawing/2014/main" id="{CFDC7E44-E3F0-28CD-27B2-E59C1E3A8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9718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88786" name="Object 18">
            <a:extLst>
              <a:ext uri="{FF2B5EF4-FFF2-40B4-BE49-F238E27FC236}">
                <a16:creationId xmlns:a16="http://schemas.microsoft.com/office/drawing/2014/main" id="{B04723B6-316C-94E6-8F30-4610DB99B1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743200"/>
          <a:ext cx="26479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66924" imgH="403999" progId="Equation.3">
                  <p:embed/>
                </p:oleObj>
              </mc:Choice>
              <mc:Fallback>
                <p:oleObj name="公式" r:id="rId8" imgW="1066924" imgH="403999" progId="Equation.3">
                  <p:embed/>
                  <p:pic>
                    <p:nvPicPr>
                      <p:cNvPr id="288786" name="Object 18">
                        <a:extLst>
                          <a:ext uri="{FF2B5EF4-FFF2-40B4-BE49-F238E27FC236}">
                            <a16:creationId xmlns:a16="http://schemas.microsoft.com/office/drawing/2014/main" id="{B04723B6-316C-94E6-8F30-4610DB99B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743200"/>
                        <a:ext cx="26479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7" name="AutoShape 19">
            <a:extLst>
              <a:ext uri="{FF2B5EF4-FFF2-40B4-BE49-F238E27FC236}">
                <a16:creationId xmlns:a16="http://schemas.microsoft.com/office/drawing/2014/main" id="{5C47500D-CA3C-EB33-DC5E-93FE3AACB8AE}"/>
              </a:ext>
            </a:extLst>
          </p:cNvPr>
          <p:cNvSpPr>
            <a:spLocks/>
          </p:cNvSpPr>
          <p:nvPr/>
        </p:nvSpPr>
        <p:spPr bwMode="auto">
          <a:xfrm>
            <a:off x="609600" y="1828800"/>
            <a:ext cx="533400" cy="1828800"/>
          </a:xfrm>
          <a:prstGeom prst="leftBrace">
            <a:avLst>
              <a:gd name="adj1" fmla="val 28571"/>
              <a:gd name="adj2" fmla="val 50000"/>
            </a:avLst>
          </a:prstGeom>
          <a:noFill/>
          <a:ln w="539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8788" name="Rectangle 20">
            <a:extLst>
              <a:ext uri="{FF2B5EF4-FFF2-40B4-BE49-F238E27FC236}">
                <a16:creationId xmlns:a16="http://schemas.microsoft.com/office/drawing/2014/main" id="{C1EA7657-9C7C-4413-A137-B4BCD7F1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•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电容器的能量变化</a:t>
            </a:r>
          </a:p>
        </p:txBody>
      </p:sp>
      <p:graphicFrame>
        <p:nvGraphicFramePr>
          <p:cNvPr id="288789" name="Object 21">
            <a:extLst>
              <a:ext uri="{FF2B5EF4-FFF2-40B4-BE49-F238E27FC236}">
                <a16:creationId xmlns:a16="http://schemas.microsoft.com/office/drawing/2014/main" id="{5918F5B4-7261-0461-E24C-CAE47DA6B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810000"/>
          <a:ext cx="42433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37236" imgH="190528" progId="Equation.3">
                  <p:embed/>
                </p:oleObj>
              </mc:Choice>
              <mc:Fallback>
                <p:oleObj name="公式" r:id="rId10" imgW="1737236" imgH="190528" progId="Equation.3">
                  <p:embed/>
                  <p:pic>
                    <p:nvPicPr>
                      <p:cNvPr id="288789" name="Object 21">
                        <a:extLst>
                          <a:ext uri="{FF2B5EF4-FFF2-40B4-BE49-F238E27FC236}">
                            <a16:creationId xmlns:a16="http://schemas.microsoft.com/office/drawing/2014/main" id="{5918F5B4-7261-0461-E24C-CAE47DA6B5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0"/>
                        <a:ext cx="424338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90" name="Object 22">
            <a:extLst>
              <a:ext uri="{FF2B5EF4-FFF2-40B4-BE49-F238E27FC236}">
                <a16:creationId xmlns:a16="http://schemas.microsoft.com/office/drawing/2014/main" id="{841D2B15-C546-18A2-1CAA-A520AC01A0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3300" y="3886200"/>
          <a:ext cx="5715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593" imgH="129679" progId="Equation.3">
                  <p:embed/>
                </p:oleObj>
              </mc:Choice>
              <mc:Fallback>
                <p:oleObj name="公式" r:id="rId12" imgW="190593" imgH="129679" progId="Equation.3">
                  <p:embed/>
                  <p:pic>
                    <p:nvPicPr>
                      <p:cNvPr id="288790" name="Object 22">
                        <a:extLst>
                          <a:ext uri="{FF2B5EF4-FFF2-40B4-BE49-F238E27FC236}">
                            <a16:creationId xmlns:a16="http://schemas.microsoft.com/office/drawing/2014/main" id="{841D2B15-C546-18A2-1CAA-A520AC01A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886200"/>
                        <a:ext cx="5715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91" name="Rectangle 23">
            <a:extLst>
              <a:ext uri="{FF2B5EF4-FFF2-40B4-BE49-F238E27FC236}">
                <a16:creationId xmlns:a16="http://schemas.microsoft.com/office/drawing/2014/main" id="{4887A654-9112-B406-1BAD-D5B63E01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343400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ea typeface="楷体_GB2312" pitchFamily="49" charset="-122"/>
              </a:rPr>
              <a:t>•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外力在作用过程中所作的功</a:t>
            </a:r>
          </a:p>
        </p:txBody>
      </p:sp>
      <p:graphicFrame>
        <p:nvGraphicFramePr>
          <p:cNvPr id="288792" name="Object 24">
            <a:extLst>
              <a:ext uri="{FF2B5EF4-FFF2-40B4-BE49-F238E27FC236}">
                <a16:creationId xmlns:a16="http://schemas.microsoft.com/office/drawing/2014/main" id="{BAC96747-9B7E-8248-E380-69EC2D454C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4876800"/>
          <a:ext cx="20129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70809" imgH="175066" progId="Equation.3">
                  <p:embed/>
                </p:oleObj>
              </mc:Choice>
              <mc:Fallback>
                <p:oleObj name="公式" r:id="rId14" imgW="670809" imgH="175066" progId="Equation.3">
                  <p:embed/>
                  <p:pic>
                    <p:nvPicPr>
                      <p:cNvPr id="288792" name="Object 24">
                        <a:extLst>
                          <a:ext uri="{FF2B5EF4-FFF2-40B4-BE49-F238E27FC236}">
                            <a16:creationId xmlns:a16="http://schemas.microsoft.com/office/drawing/2014/main" id="{BAC96747-9B7E-8248-E380-69EC2D454C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876800"/>
                        <a:ext cx="201295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93" name="AutoShape 25">
            <a:extLst>
              <a:ext uri="{FF2B5EF4-FFF2-40B4-BE49-F238E27FC236}">
                <a16:creationId xmlns:a16="http://schemas.microsoft.com/office/drawing/2014/main" id="{8EFEADDA-CC0F-E9B8-871F-8771483DF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562600"/>
            <a:ext cx="2514600" cy="1066800"/>
          </a:xfrm>
          <a:prstGeom prst="wedgeRectCallout">
            <a:avLst>
              <a:gd name="adj1" fmla="val 10162"/>
              <a:gd name="adj2" fmla="val -70389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ea typeface="楷体_GB2312" pitchFamily="49" charset="-122"/>
            </a:endParaRPr>
          </a:p>
        </p:txBody>
      </p:sp>
      <p:graphicFrame>
        <p:nvGraphicFramePr>
          <p:cNvPr id="288794" name="Object 26">
            <a:extLst>
              <a:ext uri="{FF2B5EF4-FFF2-40B4-BE49-F238E27FC236}">
                <a16:creationId xmlns:a16="http://schemas.microsoft.com/office/drawing/2014/main" id="{3B46126F-3198-78B6-495B-314E46FF6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5943600"/>
          <a:ext cx="12192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33169" imgH="203112" progId="Equation.3">
                  <p:embed/>
                </p:oleObj>
              </mc:Choice>
              <mc:Fallback>
                <p:oleObj name="公式" r:id="rId16" imgW="533169" imgH="203112" progId="Equation.3">
                  <p:embed/>
                  <p:pic>
                    <p:nvPicPr>
                      <p:cNvPr id="288794" name="Object 26">
                        <a:extLst>
                          <a:ext uri="{FF2B5EF4-FFF2-40B4-BE49-F238E27FC236}">
                            <a16:creationId xmlns:a16="http://schemas.microsoft.com/office/drawing/2014/main" id="{3B46126F-3198-78B6-495B-314E46FF6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943600"/>
                        <a:ext cx="12192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95" name="Object 27">
            <a:extLst>
              <a:ext uri="{FF2B5EF4-FFF2-40B4-BE49-F238E27FC236}">
                <a16:creationId xmlns:a16="http://schemas.microsoft.com/office/drawing/2014/main" id="{6842454C-028F-CFCA-E42C-9EA3B43D3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2700" y="4833938"/>
          <a:ext cx="24003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15122" imgH="190528" progId="Equation.3">
                  <p:embed/>
                </p:oleObj>
              </mc:Choice>
              <mc:Fallback>
                <p:oleObj name="公式" r:id="rId18" imgW="815122" imgH="190528" progId="Equation.3">
                  <p:embed/>
                  <p:pic>
                    <p:nvPicPr>
                      <p:cNvPr id="288795" name="Object 27">
                        <a:extLst>
                          <a:ext uri="{FF2B5EF4-FFF2-40B4-BE49-F238E27FC236}">
                            <a16:creationId xmlns:a16="http://schemas.microsoft.com/office/drawing/2014/main" id="{6842454C-028F-CFCA-E42C-9EA3B43D3B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833938"/>
                        <a:ext cx="24003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96" name="AutoShape 28">
            <a:extLst>
              <a:ext uri="{FF2B5EF4-FFF2-40B4-BE49-F238E27FC236}">
                <a16:creationId xmlns:a16="http://schemas.microsoft.com/office/drawing/2014/main" id="{167A2D59-08BA-3C16-4249-A7ED8149F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495800"/>
            <a:ext cx="2133600" cy="838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2269 w 21600"/>
              <a:gd name="T25" fmla="*/ 13162 h 21600"/>
              <a:gd name="T26" fmla="*/ 17695 w 21600"/>
              <a:gd name="T27" fmla="*/ 17695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5429" y="0"/>
                </a:moveTo>
                <a:lnTo>
                  <a:pt x="9257" y="6177"/>
                </a:lnTo>
                <a:lnTo>
                  <a:pt x="13162" y="6177"/>
                </a:lnTo>
                <a:lnTo>
                  <a:pt x="13162" y="13162"/>
                </a:lnTo>
                <a:lnTo>
                  <a:pt x="6177" y="13162"/>
                </a:lnTo>
                <a:lnTo>
                  <a:pt x="6177" y="9257"/>
                </a:lnTo>
                <a:lnTo>
                  <a:pt x="0" y="15429"/>
                </a:lnTo>
                <a:lnTo>
                  <a:pt x="6177" y="21600"/>
                </a:lnTo>
                <a:lnTo>
                  <a:pt x="6177" y="17695"/>
                </a:lnTo>
                <a:lnTo>
                  <a:pt x="17695" y="17695"/>
                </a:lnTo>
                <a:lnTo>
                  <a:pt x="17695" y="6177"/>
                </a:lnTo>
                <a:lnTo>
                  <a:pt x="21600" y="6177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797" name="Rectangle 29">
            <a:extLst>
              <a:ext uri="{FF2B5EF4-FFF2-40B4-BE49-F238E27FC236}">
                <a16:creationId xmlns:a16="http://schemas.microsoft.com/office/drawing/2014/main" id="{55D4C253-9C65-B69F-19EA-F94DE0882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486400"/>
            <a:ext cx="617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外力对电容器作的功等于电容器能量的增量</a:t>
            </a:r>
          </a:p>
        </p:txBody>
      </p:sp>
      <p:graphicFrame>
        <p:nvGraphicFramePr>
          <p:cNvPr id="288798" name="Object 30">
            <a:extLst>
              <a:ext uri="{FF2B5EF4-FFF2-40B4-BE49-F238E27FC236}">
                <a16:creationId xmlns:a16="http://schemas.microsoft.com/office/drawing/2014/main" id="{EDE09861-84C9-F4C7-D382-044B0693E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75" y="4716463"/>
          <a:ext cx="15335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94173" imgH="175066" progId="Equation.3">
                  <p:embed/>
                </p:oleObj>
              </mc:Choice>
              <mc:Fallback>
                <p:oleObj name="公式" r:id="rId20" imgW="594173" imgH="175066" progId="Equation.3">
                  <p:embed/>
                  <p:pic>
                    <p:nvPicPr>
                      <p:cNvPr id="288798" name="Object 30">
                        <a:extLst>
                          <a:ext uri="{FF2B5EF4-FFF2-40B4-BE49-F238E27FC236}">
                            <a16:creationId xmlns:a16="http://schemas.microsoft.com/office/drawing/2014/main" id="{EDE09861-84C9-F4C7-D382-044B0693E8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5" y="4716463"/>
                        <a:ext cx="1533525" cy="541337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99" name="Object 31">
            <a:extLst>
              <a:ext uri="{FF2B5EF4-FFF2-40B4-BE49-F238E27FC236}">
                <a16:creationId xmlns:a16="http://schemas.microsoft.com/office/drawing/2014/main" id="{C308E49E-14A6-1E9E-3066-5DD4B41674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1676400"/>
          <a:ext cx="149225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71282" imgH="350631" progId="Equation.3">
                  <p:embed/>
                </p:oleObj>
              </mc:Choice>
              <mc:Fallback>
                <p:oleObj name="公式" r:id="rId22" imgW="571282" imgH="350631" progId="Equation.3">
                  <p:embed/>
                  <p:pic>
                    <p:nvPicPr>
                      <p:cNvPr id="288799" name="Object 31">
                        <a:extLst>
                          <a:ext uri="{FF2B5EF4-FFF2-40B4-BE49-F238E27FC236}">
                            <a16:creationId xmlns:a16="http://schemas.microsoft.com/office/drawing/2014/main" id="{C308E49E-14A6-1E9E-3066-5DD4B41674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49225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00" name="Object 32">
            <a:extLst>
              <a:ext uri="{FF2B5EF4-FFF2-40B4-BE49-F238E27FC236}">
                <a16:creationId xmlns:a16="http://schemas.microsoft.com/office/drawing/2014/main" id="{FCAF9647-7806-1AAA-5344-843B97BB9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1676400"/>
          <a:ext cx="271621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089816" imgH="403999" progId="Equation.3">
                  <p:embed/>
                </p:oleObj>
              </mc:Choice>
              <mc:Fallback>
                <p:oleObj name="公式" r:id="rId24" imgW="1089816" imgH="403999" progId="Equation.3">
                  <p:embed/>
                  <p:pic>
                    <p:nvPicPr>
                      <p:cNvPr id="288800" name="Object 32">
                        <a:extLst>
                          <a:ext uri="{FF2B5EF4-FFF2-40B4-BE49-F238E27FC236}">
                            <a16:creationId xmlns:a16="http://schemas.microsoft.com/office/drawing/2014/main" id="{FCAF9647-7806-1AAA-5344-843B97BB9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676400"/>
                        <a:ext cx="271621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801" name="Text Box 33">
            <a:extLst>
              <a:ext uri="{FF2B5EF4-FFF2-40B4-BE49-F238E27FC236}">
                <a16:creationId xmlns:a16="http://schemas.microsoft.com/office/drawing/2014/main" id="{BE59C291-9060-34E2-A368-7F2DE3647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6019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思考：  </a:t>
            </a:r>
          </a:p>
        </p:txBody>
      </p:sp>
      <p:sp>
        <p:nvSpPr>
          <p:cNvPr id="288802" name="Text Box 34">
            <a:extLst>
              <a:ext uri="{FF2B5EF4-FFF2-40B4-BE49-F238E27FC236}">
                <a16:creationId xmlns:a16="http://schemas.microsoft.com/office/drawing/2014/main" id="{1789A64E-F964-8D2A-C17C-BD45123C0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999163"/>
            <a:ext cx="5086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若保持极板间电压不变，结果如何？</a:t>
            </a:r>
          </a:p>
        </p:txBody>
      </p:sp>
      <p:graphicFrame>
        <p:nvGraphicFramePr>
          <p:cNvPr id="288803" name="Object 35">
            <a:extLst>
              <a:ext uri="{FF2B5EF4-FFF2-40B4-BE49-F238E27FC236}">
                <a16:creationId xmlns:a16="http://schemas.microsoft.com/office/drawing/2014/main" id="{4AFA5FCE-310B-E614-A690-D8097FEA98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7975" y="5715000"/>
          <a:ext cx="10890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33169" imgH="431613" progId="Equation.3">
                  <p:embed/>
                </p:oleObj>
              </mc:Choice>
              <mc:Fallback>
                <p:oleObj name="Equation" r:id="rId26" imgW="533169" imgH="431613" progId="Equation.3">
                  <p:embed/>
                  <p:pic>
                    <p:nvPicPr>
                      <p:cNvPr id="288803" name="Object 35">
                        <a:extLst>
                          <a:ext uri="{FF2B5EF4-FFF2-40B4-BE49-F238E27FC236}">
                            <a16:creationId xmlns:a16="http://schemas.microsoft.com/office/drawing/2014/main" id="{4AFA5FCE-310B-E614-A690-D8097FEA98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5715000"/>
                        <a:ext cx="10890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804" name="Rectangle 36">
            <a:extLst>
              <a:ext uri="{FF2B5EF4-FFF2-40B4-BE49-F238E27FC236}">
                <a16:creationId xmlns:a16="http://schemas.microsoft.com/office/drawing/2014/main" id="{6C9338EE-D5DC-AE11-80C7-97E19E99D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715000"/>
            <a:ext cx="12954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88805" name="Object 37">
            <a:extLst>
              <a:ext uri="{FF2B5EF4-FFF2-40B4-BE49-F238E27FC236}">
                <a16:creationId xmlns:a16="http://schemas.microsoft.com/office/drawing/2014/main" id="{19BA1C0A-E1CD-536D-43EB-F071471584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5715000"/>
          <a:ext cx="12715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22030" imgH="431613" progId="Equation.3">
                  <p:embed/>
                </p:oleObj>
              </mc:Choice>
              <mc:Fallback>
                <p:oleObj name="Equation" r:id="rId28" imgW="622030" imgH="431613" progId="Equation.3">
                  <p:embed/>
                  <p:pic>
                    <p:nvPicPr>
                      <p:cNvPr id="288805" name="Object 37">
                        <a:extLst>
                          <a:ext uri="{FF2B5EF4-FFF2-40B4-BE49-F238E27FC236}">
                            <a16:creationId xmlns:a16="http://schemas.microsoft.com/office/drawing/2014/main" id="{19BA1C0A-E1CD-536D-43EB-F071471584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715000"/>
                        <a:ext cx="12715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300"/>
                                        <p:tgtEl>
                                          <p:spTgt spid="28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300"/>
                                        <p:tgtEl>
                                          <p:spTgt spid="28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8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300"/>
                                        <p:tgtEl>
                                          <p:spTgt spid="28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3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300"/>
                                        <p:tgtEl>
                                          <p:spTgt spid="28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8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8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8" dur="500"/>
                                        <p:tgtEl>
                                          <p:spTgt spid="28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8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28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88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500"/>
                                        <p:tgtEl>
                                          <p:spTgt spid="28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300"/>
                                        <p:tgtEl>
                                          <p:spTgt spid="28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8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300"/>
                                        <p:tgtEl>
                                          <p:spTgt spid="28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8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3" dur="500"/>
                                        <p:tgtEl>
                                          <p:spTgt spid="28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28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28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28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28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8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88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88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0" fill="hold"/>
                                        <p:tgtEl>
                                          <p:spTgt spid="288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0" fill="hold"/>
                                        <p:tgtEl>
                                          <p:spTgt spid="288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300" fill="hold"/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300" fill="hold"/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5" dur="300"/>
                                        <p:tgtEl>
                                          <p:spTgt spid="28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0" grpId="0" build="p" autoUpdateAnimBg="0"/>
      <p:bldP spid="288771" grpId="0" autoUpdateAnimBg="0"/>
      <p:bldP spid="288772" grpId="0" autoUpdateAnimBg="0"/>
      <p:bldP spid="288773" grpId="0" build="p" autoUpdateAnimBg="0"/>
      <p:bldP spid="288774" grpId="0" autoUpdateAnimBg="0"/>
      <p:bldP spid="288775" grpId="0" autoUpdateAnimBg="0"/>
      <p:bldP spid="288776" grpId="0" build="p" autoUpdateAnimBg="0"/>
      <p:bldP spid="288777" grpId="0" autoUpdateAnimBg="0"/>
      <p:bldP spid="288779" grpId="0" build="p" autoUpdateAnimBg="0" advAuto="0"/>
      <p:bldP spid="288780" grpId="0" animBg="1"/>
      <p:bldP spid="288781" grpId="0" build="p" autoUpdateAnimBg="0"/>
      <p:bldP spid="288783" grpId="0" build="p" autoUpdateAnimBg="0" advAuto="0"/>
      <p:bldP spid="288785" grpId="0" animBg="1"/>
      <p:bldP spid="288787" grpId="0" animBg="1"/>
      <p:bldP spid="288788" grpId="0" autoUpdateAnimBg="0"/>
      <p:bldP spid="288791" grpId="0" build="p" autoUpdateAnimBg="0"/>
      <p:bldP spid="288793" grpId="0" animBg="1" autoUpdateAnimBg="0"/>
      <p:bldP spid="288797" grpId="0" autoUpdateAnimBg="0"/>
      <p:bldP spid="288801" grpId="0" build="p" autoUpdateAnimBg="0"/>
      <p:bldP spid="288802" grpId="0" autoUpdateAnimBg="0"/>
      <p:bldP spid="28880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18" name="Text Box 74">
            <a:extLst>
              <a:ext uri="{FF2B5EF4-FFF2-40B4-BE49-F238E27FC236}">
                <a16:creationId xmlns:a16="http://schemas.microsoft.com/office/drawing/2014/main" id="{7AA0CF0A-B578-1524-8DEA-4CDF3E0D1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6934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00FF00"/>
                </a:solidFill>
                <a:ea typeface="黑体" panose="02010609060101010101" pitchFamily="49" charset="-122"/>
              </a:rPr>
              <a:t>8-9</a:t>
            </a:r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静电场中的电介质</a:t>
            </a:r>
          </a:p>
        </p:txBody>
      </p:sp>
      <p:sp>
        <p:nvSpPr>
          <p:cNvPr id="287819" name="Text Box 75">
            <a:extLst>
              <a:ext uri="{FF2B5EF4-FFF2-40B4-BE49-F238E27FC236}">
                <a16:creationId xmlns:a16="http://schemas.microsoft.com/office/drawing/2014/main" id="{9574D583-6E10-C652-9792-31654AB6C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36613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电介质对电场的影响</a:t>
            </a:r>
          </a:p>
        </p:txBody>
      </p:sp>
      <p:sp>
        <p:nvSpPr>
          <p:cNvPr id="287820" name="Text Box 76">
            <a:extLst>
              <a:ext uri="{FF2B5EF4-FFF2-40B4-BE49-F238E27FC236}">
                <a16:creationId xmlns:a16="http://schemas.microsoft.com/office/drawing/2014/main" id="{B2873853-1781-8777-8E59-D7D16475C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1484313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电介质 </a:t>
            </a:r>
            <a:r>
              <a:rPr lang="en-US" altLang="zh-CN" b="1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绝缘体</a:t>
            </a:r>
          </a:p>
        </p:txBody>
      </p:sp>
      <p:sp>
        <p:nvSpPr>
          <p:cNvPr id="287821" name="Text Box 77">
            <a:extLst>
              <a:ext uri="{FF2B5EF4-FFF2-40B4-BE49-F238E27FC236}">
                <a16:creationId xmlns:a16="http://schemas.microsoft.com/office/drawing/2014/main" id="{B61AF73E-0081-4AAF-8F0E-D2E9153A8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484313"/>
            <a:ext cx="4937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内部没有可自由移动的电荷</a:t>
            </a:r>
          </a:p>
        </p:txBody>
      </p:sp>
      <p:grpSp>
        <p:nvGrpSpPr>
          <p:cNvPr id="2" name="Group 78">
            <a:extLst>
              <a:ext uri="{FF2B5EF4-FFF2-40B4-BE49-F238E27FC236}">
                <a16:creationId xmlns:a16="http://schemas.microsoft.com/office/drawing/2014/main" id="{E8BC61B7-7D74-2F7E-F655-E8DC0FA61823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060575"/>
            <a:ext cx="2667000" cy="1524000"/>
            <a:chOff x="3456" y="912"/>
            <a:chExt cx="2016" cy="1200"/>
          </a:xfrm>
        </p:grpSpPr>
        <p:sp>
          <p:nvSpPr>
            <p:cNvPr id="20575" name="Line 79">
              <a:extLst>
                <a:ext uri="{FF2B5EF4-FFF2-40B4-BE49-F238E27FC236}">
                  <a16:creationId xmlns:a16="http://schemas.microsoft.com/office/drawing/2014/main" id="{35353A71-5CDE-7A1E-FA24-07605D4FB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91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6" name="Line 80">
              <a:extLst>
                <a:ext uri="{FF2B5EF4-FFF2-40B4-BE49-F238E27FC236}">
                  <a16:creationId xmlns:a16="http://schemas.microsoft.com/office/drawing/2014/main" id="{70B355CC-6E70-52E1-0EAD-C1357D62A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15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7" name="Line 81">
              <a:extLst>
                <a:ext uri="{FF2B5EF4-FFF2-40B4-BE49-F238E27FC236}">
                  <a16:creationId xmlns:a16="http://schemas.microsoft.com/office/drawing/2014/main" id="{CA7B0C3D-71AD-3AF3-A934-973394370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39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8" name="Line 82">
              <a:extLst>
                <a:ext uri="{FF2B5EF4-FFF2-40B4-BE49-F238E27FC236}">
                  <a16:creationId xmlns:a16="http://schemas.microsoft.com/office/drawing/2014/main" id="{C8FCA4F3-7759-E618-D242-EFA480FB3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63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9" name="Line 83">
              <a:extLst>
                <a:ext uri="{FF2B5EF4-FFF2-40B4-BE49-F238E27FC236}">
                  <a16:creationId xmlns:a16="http://schemas.microsoft.com/office/drawing/2014/main" id="{2404887E-E24C-9226-9222-65689FC98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7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0" name="Line 84">
              <a:extLst>
                <a:ext uri="{FF2B5EF4-FFF2-40B4-BE49-F238E27FC236}">
                  <a16:creationId xmlns:a16="http://schemas.microsoft.com/office/drawing/2014/main" id="{48A0FC15-9606-FBD9-BA81-C968CE728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1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7829" name="AutoShape 85">
            <a:extLst>
              <a:ext uri="{FF2B5EF4-FFF2-40B4-BE49-F238E27FC236}">
                <a16:creationId xmlns:a16="http://schemas.microsoft.com/office/drawing/2014/main" id="{30135E79-7A21-5F0E-D70E-83DC9F9F4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163" y="2551113"/>
            <a:ext cx="300037" cy="373062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87830" name="Object 86">
            <a:extLst>
              <a:ext uri="{FF2B5EF4-FFF2-40B4-BE49-F238E27FC236}">
                <a16:creationId xmlns:a16="http://schemas.microsoft.com/office/drawing/2014/main" id="{80CF0F42-28CC-48D2-E248-7B2A8BA777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3413" y="2413000"/>
          <a:ext cx="5715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347" imgH="190528" progId="Equation.DSMT4">
                  <p:embed/>
                </p:oleObj>
              </mc:Choice>
              <mc:Fallback>
                <p:oleObj name="Equation" r:id="rId3" imgW="137347" imgH="190528" progId="Equation.DSMT4">
                  <p:embed/>
                  <p:pic>
                    <p:nvPicPr>
                      <p:cNvPr id="287830" name="Object 86">
                        <a:extLst>
                          <a:ext uri="{FF2B5EF4-FFF2-40B4-BE49-F238E27FC236}">
                            <a16:creationId xmlns:a16="http://schemas.microsoft.com/office/drawing/2014/main" id="{80CF0F42-28CC-48D2-E248-7B2A8BA777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3" y="2413000"/>
                        <a:ext cx="5715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31" name="Object 87">
            <a:extLst>
              <a:ext uri="{FF2B5EF4-FFF2-40B4-BE49-F238E27FC236}">
                <a16:creationId xmlns:a16="http://schemas.microsoft.com/office/drawing/2014/main" id="{AC2885E0-4E83-7788-AFF7-1888F9010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4863" y="2505075"/>
          <a:ext cx="5238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167" imgH="190528" progId="Equation.DSMT4">
                  <p:embed/>
                </p:oleObj>
              </mc:Choice>
              <mc:Fallback>
                <p:oleObj name="Equation" r:id="rId5" imgW="175167" imgH="190528" progId="Equation.DSMT4">
                  <p:embed/>
                  <p:pic>
                    <p:nvPicPr>
                      <p:cNvPr id="287831" name="Object 87">
                        <a:extLst>
                          <a:ext uri="{FF2B5EF4-FFF2-40B4-BE49-F238E27FC236}">
                            <a16:creationId xmlns:a16="http://schemas.microsoft.com/office/drawing/2014/main" id="{AC2885E0-4E83-7788-AFF7-1888F9010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2505075"/>
                        <a:ext cx="52387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832" name="Freeform 88">
            <a:extLst>
              <a:ext uri="{FF2B5EF4-FFF2-40B4-BE49-F238E27FC236}">
                <a16:creationId xmlns:a16="http://schemas.microsoft.com/office/drawing/2014/main" id="{8431982E-EAEF-80E0-FC31-21821E96D172}"/>
              </a:ext>
            </a:extLst>
          </p:cNvPr>
          <p:cNvSpPr>
            <a:spLocks/>
          </p:cNvSpPr>
          <p:nvPr/>
        </p:nvSpPr>
        <p:spPr bwMode="auto">
          <a:xfrm rot="5577328">
            <a:off x="5279232" y="1945481"/>
            <a:ext cx="1181100" cy="1782763"/>
          </a:xfrm>
          <a:custGeom>
            <a:avLst/>
            <a:gdLst>
              <a:gd name="T0" fmla="*/ 2147483646 w 1100"/>
              <a:gd name="T1" fmla="*/ 2147483646 h 977"/>
              <a:gd name="T2" fmla="*/ 2147483646 w 1100"/>
              <a:gd name="T3" fmla="*/ 2147483646 h 977"/>
              <a:gd name="T4" fmla="*/ 2147483646 w 1100"/>
              <a:gd name="T5" fmla="*/ 2147483646 h 977"/>
              <a:gd name="T6" fmla="*/ 2147483646 w 1100"/>
              <a:gd name="T7" fmla="*/ 2147483646 h 977"/>
              <a:gd name="T8" fmla="*/ 2147483646 w 1100"/>
              <a:gd name="T9" fmla="*/ 2147483646 h 977"/>
              <a:gd name="T10" fmla="*/ 2147483646 w 1100"/>
              <a:gd name="T11" fmla="*/ 2147483646 h 977"/>
              <a:gd name="T12" fmla="*/ 2147483646 w 1100"/>
              <a:gd name="T13" fmla="*/ 2147483646 h 977"/>
              <a:gd name="T14" fmla="*/ 2147483646 w 1100"/>
              <a:gd name="T15" fmla="*/ 2147483646 h 977"/>
              <a:gd name="T16" fmla="*/ 2147483646 w 1100"/>
              <a:gd name="T17" fmla="*/ 2147483646 h 977"/>
              <a:gd name="T18" fmla="*/ 2147483646 w 1100"/>
              <a:gd name="T19" fmla="*/ 2147483646 h 977"/>
              <a:gd name="T20" fmla="*/ 2147483646 w 1100"/>
              <a:gd name="T21" fmla="*/ 2147483646 h 977"/>
              <a:gd name="T22" fmla="*/ 2147483646 w 1100"/>
              <a:gd name="T23" fmla="*/ 2147483646 h 977"/>
              <a:gd name="T24" fmla="*/ 2147483646 w 1100"/>
              <a:gd name="T25" fmla="*/ 2147483646 h 977"/>
              <a:gd name="T26" fmla="*/ 2147483646 w 1100"/>
              <a:gd name="T27" fmla="*/ 2147483646 h 977"/>
              <a:gd name="T28" fmla="*/ 2147483646 w 1100"/>
              <a:gd name="T29" fmla="*/ 2147483646 h 977"/>
              <a:gd name="T30" fmla="*/ 2147483646 w 1100"/>
              <a:gd name="T31" fmla="*/ 2147483646 h 977"/>
              <a:gd name="T32" fmla="*/ 2147483646 w 1100"/>
              <a:gd name="T33" fmla="*/ 2147483646 h 977"/>
              <a:gd name="T34" fmla="*/ 2147483646 w 1100"/>
              <a:gd name="T35" fmla="*/ 2147483646 h 977"/>
              <a:gd name="T36" fmla="*/ 2147483646 w 1100"/>
              <a:gd name="T37" fmla="*/ 2147483646 h 977"/>
              <a:gd name="T38" fmla="*/ 2147483646 w 1100"/>
              <a:gd name="T39" fmla="*/ 2147483646 h 977"/>
              <a:gd name="T40" fmla="*/ 2147483646 w 1100"/>
              <a:gd name="T41" fmla="*/ 2147483646 h 977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100"/>
              <a:gd name="T64" fmla="*/ 0 h 977"/>
              <a:gd name="T65" fmla="*/ 1100 w 1100"/>
              <a:gd name="T66" fmla="*/ 977 h 977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100" h="977">
                <a:moveTo>
                  <a:pt x="311" y="89"/>
                </a:moveTo>
                <a:cubicBezTo>
                  <a:pt x="395" y="77"/>
                  <a:pt x="479" y="63"/>
                  <a:pt x="563" y="50"/>
                </a:cubicBezTo>
                <a:cubicBezTo>
                  <a:pt x="655" y="4"/>
                  <a:pt x="522" y="66"/>
                  <a:pt x="642" y="26"/>
                </a:cubicBezTo>
                <a:cubicBezTo>
                  <a:pt x="651" y="23"/>
                  <a:pt x="657" y="14"/>
                  <a:pt x="666" y="10"/>
                </a:cubicBezTo>
                <a:cubicBezTo>
                  <a:pt x="676" y="6"/>
                  <a:pt x="687" y="5"/>
                  <a:pt x="697" y="2"/>
                </a:cubicBezTo>
                <a:cubicBezTo>
                  <a:pt x="787" y="5"/>
                  <a:pt x="877" y="0"/>
                  <a:pt x="966" y="10"/>
                </a:cubicBezTo>
                <a:cubicBezTo>
                  <a:pt x="999" y="14"/>
                  <a:pt x="1060" y="42"/>
                  <a:pt x="1060" y="42"/>
                </a:cubicBezTo>
                <a:cubicBezTo>
                  <a:pt x="1087" y="68"/>
                  <a:pt x="1088" y="86"/>
                  <a:pt x="1100" y="121"/>
                </a:cubicBezTo>
                <a:cubicBezTo>
                  <a:pt x="1097" y="195"/>
                  <a:pt x="1092" y="268"/>
                  <a:pt x="1092" y="342"/>
                </a:cubicBezTo>
                <a:cubicBezTo>
                  <a:pt x="1092" y="431"/>
                  <a:pt x="1100" y="521"/>
                  <a:pt x="1100" y="610"/>
                </a:cubicBezTo>
                <a:cubicBezTo>
                  <a:pt x="1100" y="818"/>
                  <a:pt x="962" y="858"/>
                  <a:pt x="784" y="902"/>
                </a:cubicBezTo>
                <a:cubicBezTo>
                  <a:pt x="684" y="977"/>
                  <a:pt x="413" y="926"/>
                  <a:pt x="358" y="925"/>
                </a:cubicBezTo>
                <a:cubicBezTo>
                  <a:pt x="297" y="914"/>
                  <a:pt x="238" y="896"/>
                  <a:pt x="177" y="886"/>
                </a:cubicBezTo>
                <a:cubicBezTo>
                  <a:pt x="151" y="869"/>
                  <a:pt x="132" y="848"/>
                  <a:pt x="106" y="831"/>
                </a:cubicBezTo>
                <a:cubicBezTo>
                  <a:pt x="82" y="795"/>
                  <a:pt x="63" y="757"/>
                  <a:pt x="42" y="720"/>
                </a:cubicBezTo>
                <a:cubicBezTo>
                  <a:pt x="29" y="698"/>
                  <a:pt x="11" y="649"/>
                  <a:pt x="11" y="649"/>
                </a:cubicBezTo>
                <a:cubicBezTo>
                  <a:pt x="20" y="543"/>
                  <a:pt x="0" y="539"/>
                  <a:pt x="98" y="523"/>
                </a:cubicBezTo>
                <a:cubicBezTo>
                  <a:pt x="205" y="440"/>
                  <a:pt x="266" y="350"/>
                  <a:pt x="287" y="215"/>
                </a:cubicBezTo>
                <a:cubicBezTo>
                  <a:pt x="290" y="197"/>
                  <a:pt x="292" y="117"/>
                  <a:pt x="311" y="97"/>
                </a:cubicBezTo>
                <a:cubicBezTo>
                  <a:pt x="317" y="91"/>
                  <a:pt x="334" y="97"/>
                  <a:pt x="334" y="89"/>
                </a:cubicBezTo>
                <a:cubicBezTo>
                  <a:pt x="334" y="81"/>
                  <a:pt x="319" y="89"/>
                  <a:pt x="311" y="89"/>
                </a:cubicBezTo>
                <a:close/>
              </a:path>
            </a:pathLst>
          </a:custGeom>
          <a:gradFill rotWithShape="0">
            <a:gsLst>
              <a:gs pos="0">
                <a:srgbClr val="CC99FF"/>
              </a:gs>
              <a:gs pos="100000">
                <a:srgbClr val="5E4776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3" name="Group 89">
            <a:extLst>
              <a:ext uri="{FF2B5EF4-FFF2-40B4-BE49-F238E27FC236}">
                <a16:creationId xmlns:a16="http://schemas.microsoft.com/office/drawing/2014/main" id="{DEDC2578-1813-3009-9150-B575F2284C4C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1865313"/>
            <a:ext cx="3124200" cy="1924050"/>
            <a:chOff x="3360" y="672"/>
            <a:chExt cx="2168" cy="1212"/>
          </a:xfrm>
        </p:grpSpPr>
        <p:sp>
          <p:nvSpPr>
            <p:cNvPr id="20560" name="Freeform 90">
              <a:extLst>
                <a:ext uri="{FF2B5EF4-FFF2-40B4-BE49-F238E27FC236}">
                  <a16:creationId xmlns:a16="http://schemas.microsoft.com/office/drawing/2014/main" id="{0E654671-A6E1-F40D-C60C-BF207C23E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955"/>
              <a:ext cx="793" cy="110"/>
            </a:xfrm>
            <a:custGeom>
              <a:avLst/>
              <a:gdLst>
                <a:gd name="T0" fmla="*/ 0 w 758"/>
                <a:gd name="T1" fmla="*/ 1 h 158"/>
                <a:gd name="T2" fmla="*/ 179 w 758"/>
                <a:gd name="T3" fmla="*/ 0 h 158"/>
                <a:gd name="T4" fmla="*/ 783 w 758"/>
                <a:gd name="T5" fmla="*/ 1 h 158"/>
                <a:gd name="T6" fmla="*/ 1495 w 758"/>
                <a:gd name="T7" fmla="*/ 1 h 158"/>
                <a:gd name="T8" fmla="*/ 1709 w 758"/>
                <a:gd name="T9" fmla="*/ 1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8"/>
                <a:gd name="T16" fmla="*/ 0 h 158"/>
                <a:gd name="T17" fmla="*/ 758 w 758"/>
                <a:gd name="T18" fmla="*/ 158 h 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8" h="158">
                  <a:moveTo>
                    <a:pt x="0" y="32"/>
                  </a:moveTo>
                  <a:cubicBezTo>
                    <a:pt x="29" y="22"/>
                    <a:pt x="49" y="8"/>
                    <a:pt x="79" y="0"/>
                  </a:cubicBezTo>
                  <a:cubicBezTo>
                    <a:pt x="168" y="3"/>
                    <a:pt x="258" y="4"/>
                    <a:pt x="347" y="8"/>
                  </a:cubicBezTo>
                  <a:cubicBezTo>
                    <a:pt x="445" y="13"/>
                    <a:pt x="576" y="60"/>
                    <a:pt x="663" y="103"/>
                  </a:cubicBezTo>
                  <a:cubicBezTo>
                    <a:pt x="683" y="113"/>
                    <a:pt x="758" y="133"/>
                    <a:pt x="758" y="158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1" name="Freeform 91">
              <a:extLst>
                <a:ext uri="{FF2B5EF4-FFF2-40B4-BE49-F238E27FC236}">
                  <a16:creationId xmlns:a16="http://schemas.microsoft.com/office/drawing/2014/main" id="{074BB88A-51A5-FC5D-EF29-B0D8E0D71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672"/>
              <a:ext cx="1909" cy="160"/>
            </a:xfrm>
            <a:custGeom>
              <a:avLst/>
              <a:gdLst>
                <a:gd name="T0" fmla="*/ 0 w 1539"/>
                <a:gd name="T1" fmla="*/ 14 h 181"/>
                <a:gd name="T2" fmla="*/ 41605 w 1539"/>
                <a:gd name="T3" fmla="*/ 19 h 181"/>
                <a:gd name="T4" fmla="*/ 54578 w 1539"/>
                <a:gd name="T5" fmla="*/ 19 h 181"/>
                <a:gd name="T6" fmla="*/ 56455 w 1539"/>
                <a:gd name="T7" fmla="*/ 19 h 181"/>
                <a:gd name="T8" fmla="*/ 62919 w 1539"/>
                <a:gd name="T9" fmla="*/ 16 h 181"/>
                <a:gd name="T10" fmla="*/ 65287 w 1539"/>
                <a:gd name="T11" fmla="*/ 14 h 181"/>
                <a:gd name="T12" fmla="*/ 72126 w 1539"/>
                <a:gd name="T13" fmla="*/ 4 h 181"/>
                <a:gd name="T14" fmla="*/ 73196 w 1539"/>
                <a:gd name="T15" fmla="*/ 4 h 181"/>
                <a:gd name="T16" fmla="*/ 74378 w 1539"/>
                <a:gd name="T17" fmla="*/ 0 h 1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39"/>
                <a:gd name="T28" fmla="*/ 0 h 181"/>
                <a:gd name="T29" fmla="*/ 1539 w 1539"/>
                <a:gd name="T30" fmla="*/ 181 h 1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39" h="181">
                  <a:moveTo>
                    <a:pt x="0" y="126"/>
                  </a:moveTo>
                  <a:cubicBezTo>
                    <a:pt x="291" y="133"/>
                    <a:pt x="571" y="166"/>
                    <a:pt x="860" y="181"/>
                  </a:cubicBezTo>
                  <a:cubicBezTo>
                    <a:pt x="950" y="178"/>
                    <a:pt x="1039" y="177"/>
                    <a:pt x="1129" y="173"/>
                  </a:cubicBezTo>
                  <a:cubicBezTo>
                    <a:pt x="1142" y="172"/>
                    <a:pt x="1155" y="168"/>
                    <a:pt x="1168" y="166"/>
                  </a:cubicBezTo>
                  <a:cubicBezTo>
                    <a:pt x="1213" y="159"/>
                    <a:pt x="1258" y="155"/>
                    <a:pt x="1302" y="142"/>
                  </a:cubicBezTo>
                  <a:cubicBezTo>
                    <a:pt x="1318" y="137"/>
                    <a:pt x="1350" y="126"/>
                    <a:pt x="1350" y="126"/>
                  </a:cubicBezTo>
                  <a:cubicBezTo>
                    <a:pt x="1398" y="93"/>
                    <a:pt x="1436" y="40"/>
                    <a:pt x="1492" y="24"/>
                  </a:cubicBezTo>
                  <a:cubicBezTo>
                    <a:pt x="1500" y="19"/>
                    <a:pt x="1507" y="12"/>
                    <a:pt x="1515" y="8"/>
                  </a:cubicBezTo>
                  <a:cubicBezTo>
                    <a:pt x="1523" y="4"/>
                    <a:pt x="1539" y="0"/>
                    <a:pt x="1539" y="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2" name="Freeform 92">
              <a:extLst>
                <a:ext uri="{FF2B5EF4-FFF2-40B4-BE49-F238E27FC236}">
                  <a16:creationId xmlns:a16="http://schemas.microsoft.com/office/drawing/2014/main" id="{4F949507-B025-30FD-F824-A749725F5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1728"/>
              <a:ext cx="2072" cy="156"/>
            </a:xfrm>
            <a:custGeom>
              <a:avLst/>
              <a:gdLst>
                <a:gd name="T0" fmla="*/ 0 w 1980"/>
                <a:gd name="T1" fmla="*/ 1 h 223"/>
                <a:gd name="T2" fmla="*/ 464 w 1980"/>
                <a:gd name="T3" fmla="*/ 1 h 223"/>
                <a:gd name="T4" fmla="*/ 982 w 1980"/>
                <a:gd name="T5" fmla="*/ 1 h 223"/>
                <a:gd name="T6" fmla="*/ 1233 w 1980"/>
                <a:gd name="T7" fmla="*/ 1 h 223"/>
                <a:gd name="T8" fmla="*/ 2843 w 1980"/>
                <a:gd name="T9" fmla="*/ 1 h 223"/>
                <a:gd name="T10" fmla="*/ 3697 w 1980"/>
                <a:gd name="T11" fmla="*/ 1 h 223"/>
                <a:gd name="T12" fmla="*/ 3989 w 1980"/>
                <a:gd name="T13" fmla="*/ 1 h 223"/>
                <a:gd name="T14" fmla="*/ 4042 w 1980"/>
                <a:gd name="T15" fmla="*/ 1 h 223"/>
                <a:gd name="T16" fmla="*/ 4147 w 1980"/>
                <a:gd name="T17" fmla="*/ 1 h 223"/>
                <a:gd name="T18" fmla="*/ 4483 w 1980"/>
                <a:gd name="T19" fmla="*/ 1 h 2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80"/>
                <a:gd name="T31" fmla="*/ 0 h 223"/>
                <a:gd name="T32" fmla="*/ 1980 w 1980"/>
                <a:gd name="T33" fmla="*/ 223 h 22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80" h="223">
                  <a:moveTo>
                    <a:pt x="0" y="176"/>
                  </a:moveTo>
                  <a:cubicBezTo>
                    <a:pt x="60" y="136"/>
                    <a:pt x="135" y="137"/>
                    <a:pt x="205" y="129"/>
                  </a:cubicBezTo>
                  <a:cubicBezTo>
                    <a:pt x="280" y="103"/>
                    <a:pt x="355" y="91"/>
                    <a:pt x="434" y="81"/>
                  </a:cubicBezTo>
                  <a:cubicBezTo>
                    <a:pt x="501" y="58"/>
                    <a:pt x="465" y="67"/>
                    <a:pt x="544" y="58"/>
                  </a:cubicBezTo>
                  <a:cubicBezTo>
                    <a:pt x="774" y="0"/>
                    <a:pt x="1255" y="34"/>
                    <a:pt x="1255" y="34"/>
                  </a:cubicBezTo>
                  <a:cubicBezTo>
                    <a:pt x="1400" y="39"/>
                    <a:pt x="1501" y="48"/>
                    <a:pt x="1633" y="65"/>
                  </a:cubicBezTo>
                  <a:cubicBezTo>
                    <a:pt x="1681" y="81"/>
                    <a:pt x="1716" y="107"/>
                    <a:pt x="1760" y="129"/>
                  </a:cubicBezTo>
                  <a:cubicBezTo>
                    <a:pt x="1768" y="133"/>
                    <a:pt x="1775" y="140"/>
                    <a:pt x="1783" y="144"/>
                  </a:cubicBezTo>
                  <a:cubicBezTo>
                    <a:pt x="1798" y="151"/>
                    <a:pt x="1831" y="160"/>
                    <a:pt x="1831" y="160"/>
                  </a:cubicBezTo>
                  <a:cubicBezTo>
                    <a:pt x="1867" y="185"/>
                    <a:pt x="1937" y="223"/>
                    <a:pt x="1980" y="223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3" name="Freeform 93">
              <a:extLst>
                <a:ext uri="{FF2B5EF4-FFF2-40B4-BE49-F238E27FC236}">
                  <a16:creationId xmlns:a16="http://schemas.microsoft.com/office/drawing/2014/main" id="{0DC347FB-1AFF-145F-315A-1E263AE29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440"/>
              <a:ext cx="599" cy="144"/>
            </a:xfrm>
            <a:custGeom>
              <a:avLst/>
              <a:gdLst>
                <a:gd name="T0" fmla="*/ 0 w 458"/>
                <a:gd name="T1" fmla="*/ 2 h 189"/>
                <a:gd name="T2" fmla="*/ 8946 w 458"/>
                <a:gd name="T3" fmla="*/ 2 h 189"/>
                <a:gd name="T4" fmla="*/ 29679 w 458"/>
                <a:gd name="T5" fmla="*/ 2 h 189"/>
                <a:gd name="T6" fmla="*/ 51642 w 458"/>
                <a:gd name="T7" fmla="*/ 2 h 189"/>
                <a:gd name="T8" fmla="*/ 57356 w 458"/>
                <a:gd name="T9" fmla="*/ 0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8"/>
                <a:gd name="T16" fmla="*/ 0 h 189"/>
                <a:gd name="T17" fmla="*/ 458 w 458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8" h="189">
                  <a:moveTo>
                    <a:pt x="0" y="189"/>
                  </a:moveTo>
                  <a:cubicBezTo>
                    <a:pt x="26" y="180"/>
                    <a:pt x="45" y="165"/>
                    <a:pt x="71" y="157"/>
                  </a:cubicBezTo>
                  <a:cubicBezTo>
                    <a:pt x="126" y="141"/>
                    <a:pt x="180" y="132"/>
                    <a:pt x="237" y="126"/>
                  </a:cubicBezTo>
                  <a:cubicBezTo>
                    <a:pt x="300" y="110"/>
                    <a:pt x="352" y="83"/>
                    <a:pt x="411" y="63"/>
                  </a:cubicBezTo>
                  <a:cubicBezTo>
                    <a:pt x="446" y="9"/>
                    <a:pt x="428" y="28"/>
                    <a:pt x="458" y="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4" name="Freeform 94">
              <a:extLst>
                <a:ext uri="{FF2B5EF4-FFF2-40B4-BE49-F238E27FC236}">
                  <a16:creationId xmlns:a16="http://schemas.microsoft.com/office/drawing/2014/main" id="{DD5A0DAF-18AB-4AC4-4C77-46C6CF9C2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912"/>
              <a:ext cx="480" cy="202"/>
            </a:xfrm>
            <a:custGeom>
              <a:avLst/>
              <a:gdLst>
                <a:gd name="T0" fmla="*/ 0 w 363"/>
                <a:gd name="T1" fmla="*/ 14 h 237"/>
                <a:gd name="T2" fmla="*/ 11012 w 363"/>
                <a:gd name="T3" fmla="*/ 10 h 237"/>
                <a:gd name="T4" fmla="*/ 55511 w 363"/>
                <a:gd name="T5" fmla="*/ 0 h 237"/>
                <a:gd name="T6" fmla="*/ 0 60000 65536"/>
                <a:gd name="T7" fmla="*/ 0 60000 65536"/>
                <a:gd name="T8" fmla="*/ 0 60000 65536"/>
                <a:gd name="T9" fmla="*/ 0 w 363"/>
                <a:gd name="T10" fmla="*/ 0 h 237"/>
                <a:gd name="T11" fmla="*/ 363 w 363"/>
                <a:gd name="T12" fmla="*/ 237 h 2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237">
                  <a:moveTo>
                    <a:pt x="0" y="237"/>
                  </a:moveTo>
                  <a:cubicBezTo>
                    <a:pt x="26" y="220"/>
                    <a:pt x="42" y="200"/>
                    <a:pt x="72" y="190"/>
                  </a:cubicBezTo>
                  <a:cubicBezTo>
                    <a:pt x="167" y="125"/>
                    <a:pt x="261" y="54"/>
                    <a:pt x="363" y="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5" name="Freeform 95">
              <a:extLst>
                <a:ext uri="{FF2B5EF4-FFF2-40B4-BE49-F238E27FC236}">
                  <a16:creationId xmlns:a16="http://schemas.microsoft.com/office/drawing/2014/main" id="{26E6F174-0650-13B8-8866-8CFA95CAD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558"/>
              <a:ext cx="471" cy="101"/>
            </a:xfrm>
            <a:custGeom>
              <a:avLst/>
              <a:gdLst>
                <a:gd name="T0" fmla="*/ 0 w 450"/>
                <a:gd name="T1" fmla="*/ 0 h 86"/>
                <a:gd name="T2" fmla="*/ 752 w 450"/>
                <a:gd name="T3" fmla="*/ 1144 h 86"/>
                <a:gd name="T4" fmla="*/ 1024 w 450"/>
                <a:gd name="T5" fmla="*/ 1568 h 86"/>
                <a:gd name="T6" fmla="*/ 0 60000 65536"/>
                <a:gd name="T7" fmla="*/ 0 60000 65536"/>
                <a:gd name="T8" fmla="*/ 0 60000 65536"/>
                <a:gd name="T9" fmla="*/ 0 w 450"/>
                <a:gd name="T10" fmla="*/ 0 h 86"/>
                <a:gd name="T11" fmla="*/ 450 w 450"/>
                <a:gd name="T12" fmla="*/ 86 h 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0" h="86">
                  <a:moveTo>
                    <a:pt x="0" y="0"/>
                  </a:moveTo>
                  <a:cubicBezTo>
                    <a:pt x="117" y="17"/>
                    <a:pt x="210" y="54"/>
                    <a:pt x="332" y="63"/>
                  </a:cubicBezTo>
                  <a:cubicBezTo>
                    <a:pt x="364" y="68"/>
                    <a:pt x="427" y="66"/>
                    <a:pt x="450" y="86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6" name="Freeform 96">
              <a:extLst>
                <a:ext uri="{FF2B5EF4-FFF2-40B4-BE49-F238E27FC236}">
                  <a16:creationId xmlns:a16="http://schemas.microsoft.com/office/drawing/2014/main" id="{CE278053-A546-89A1-0E9E-513DE3AA3B0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992" y="1344"/>
              <a:ext cx="452" cy="33"/>
            </a:xfrm>
            <a:custGeom>
              <a:avLst/>
              <a:gdLst>
                <a:gd name="T0" fmla="*/ 0 w 387"/>
                <a:gd name="T1" fmla="*/ 2 h 41"/>
                <a:gd name="T2" fmla="*/ 5030 w 387"/>
                <a:gd name="T3" fmla="*/ 2 h 41"/>
                <a:gd name="T4" fmla="*/ 6334 w 387"/>
                <a:gd name="T5" fmla="*/ 2 h 41"/>
                <a:gd name="T6" fmla="*/ 0 60000 65536"/>
                <a:gd name="T7" fmla="*/ 0 60000 65536"/>
                <a:gd name="T8" fmla="*/ 0 60000 65536"/>
                <a:gd name="T9" fmla="*/ 0 w 387"/>
                <a:gd name="T10" fmla="*/ 0 h 41"/>
                <a:gd name="T11" fmla="*/ 387 w 38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7" h="41">
                  <a:moveTo>
                    <a:pt x="0" y="41"/>
                  </a:moveTo>
                  <a:cubicBezTo>
                    <a:pt x="130" y="0"/>
                    <a:pt x="31" y="27"/>
                    <a:pt x="308" y="18"/>
                  </a:cubicBezTo>
                  <a:cubicBezTo>
                    <a:pt x="382" y="10"/>
                    <a:pt x="355" y="10"/>
                    <a:pt x="387" y="1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67" name="AutoShape 97">
              <a:extLst>
                <a:ext uri="{FF2B5EF4-FFF2-40B4-BE49-F238E27FC236}">
                  <a16:creationId xmlns:a16="http://schemas.microsoft.com/office/drawing/2014/main" id="{C8D54347-FB52-B53B-04B8-3F8E3CD8A6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86647">
              <a:off x="5404" y="1266"/>
              <a:ext cx="48" cy="201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68" name="AutoShape 98">
              <a:extLst>
                <a:ext uri="{FF2B5EF4-FFF2-40B4-BE49-F238E27FC236}">
                  <a16:creationId xmlns:a16="http://schemas.microsoft.com/office/drawing/2014/main" id="{063E243D-A096-192A-B035-AC64515982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266341">
              <a:off x="5295" y="1521"/>
              <a:ext cx="75" cy="201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69" name="AutoShape 99">
              <a:extLst>
                <a:ext uri="{FF2B5EF4-FFF2-40B4-BE49-F238E27FC236}">
                  <a16:creationId xmlns:a16="http://schemas.microsoft.com/office/drawing/2014/main" id="{28287F75-3B8A-422A-03A1-E95AF0455C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324829">
              <a:off x="5237" y="1723"/>
              <a:ext cx="96" cy="201"/>
            </a:xfrm>
            <a:prstGeom prst="triangle">
              <a:avLst>
                <a:gd name="adj" fmla="val 10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70" name="AutoShape 100">
              <a:extLst>
                <a:ext uri="{FF2B5EF4-FFF2-40B4-BE49-F238E27FC236}">
                  <a16:creationId xmlns:a16="http://schemas.microsoft.com/office/drawing/2014/main" id="{DC9FE353-0880-A7EF-9356-132BC9C999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90758">
              <a:off x="5237" y="811"/>
              <a:ext cx="95" cy="201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71" name="AutoShape 101">
              <a:extLst>
                <a:ext uri="{FF2B5EF4-FFF2-40B4-BE49-F238E27FC236}">
                  <a16:creationId xmlns:a16="http://schemas.microsoft.com/office/drawing/2014/main" id="{645E23AF-907F-B556-BC7C-25CEEE0905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75374">
              <a:off x="5069" y="643"/>
              <a:ext cx="48" cy="201"/>
            </a:xfrm>
            <a:prstGeom prst="triangle">
              <a:avLst>
                <a:gd name="adj" fmla="val 10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72" name="AutoShape 102">
              <a:extLst>
                <a:ext uri="{FF2B5EF4-FFF2-40B4-BE49-F238E27FC236}">
                  <a16:creationId xmlns:a16="http://schemas.microsoft.com/office/drawing/2014/main" id="{A6760682-AF14-35B1-CC55-602BE88A89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433492">
              <a:off x="3607" y="857"/>
              <a:ext cx="81" cy="192"/>
            </a:xfrm>
            <a:prstGeom prst="triangle">
              <a:avLst>
                <a:gd name="adj" fmla="val 13468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73" name="Freeform 103">
              <a:extLst>
                <a:ext uri="{FF2B5EF4-FFF2-40B4-BE49-F238E27FC236}">
                  <a16:creationId xmlns:a16="http://schemas.microsoft.com/office/drawing/2014/main" id="{384F348F-486A-5455-996D-BE03450F6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211"/>
              <a:ext cx="1550" cy="119"/>
            </a:xfrm>
            <a:custGeom>
              <a:avLst/>
              <a:gdLst>
                <a:gd name="T0" fmla="*/ 0 w 1550"/>
                <a:gd name="T1" fmla="*/ 43 h 119"/>
                <a:gd name="T2" fmla="*/ 119 w 1550"/>
                <a:gd name="T3" fmla="*/ 17 h 119"/>
                <a:gd name="T4" fmla="*/ 356 w 1550"/>
                <a:gd name="T5" fmla="*/ 0 h 119"/>
                <a:gd name="T6" fmla="*/ 1220 w 1550"/>
                <a:gd name="T7" fmla="*/ 51 h 119"/>
                <a:gd name="T8" fmla="*/ 1432 w 1550"/>
                <a:gd name="T9" fmla="*/ 85 h 119"/>
                <a:gd name="T10" fmla="*/ 1550 w 1550"/>
                <a:gd name="T11" fmla="*/ 119 h 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50"/>
                <a:gd name="T19" fmla="*/ 0 h 119"/>
                <a:gd name="T20" fmla="*/ 1550 w 1550"/>
                <a:gd name="T21" fmla="*/ 119 h 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50" h="119">
                  <a:moveTo>
                    <a:pt x="0" y="43"/>
                  </a:moveTo>
                  <a:cubicBezTo>
                    <a:pt x="40" y="38"/>
                    <a:pt x="78" y="19"/>
                    <a:pt x="119" y="17"/>
                  </a:cubicBezTo>
                  <a:cubicBezTo>
                    <a:pt x="288" y="7"/>
                    <a:pt x="209" y="13"/>
                    <a:pt x="356" y="0"/>
                  </a:cubicBezTo>
                  <a:cubicBezTo>
                    <a:pt x="644" y="10"/>
                    <a:pt x="933" y="26"/>
                    <a:pt x="1220" y="51"/>
                  </a:cubicBezTo>
                  <a:cubicBezTo>
                    <a:pt x="1291" y="63"/>
                    <a:pt x="1362" y="72"/>
                    <a:pt x="1432" y="85"/>
                  </a:cubicBezTo>
                  <a:cubicBezTo>
                    <a:pt x="1471" y="92"/>
                    <a:pt x="1511" y="119"/>
                    <a:pt x="1550" y="11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4" name="AutoShape 104">
              <a:extLst>
                <a:ext uri="{FF2B5EF4-FFF2-40B4-BE49-F238E27FC236}">
                  <a16:creationId xmlns:a16="http://schemas.microsoft.com/office/drawing/2014/main" id="{AF2631F2-6144-C0D3-A28A-9704719349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80273">
              <a:off x="3557" y="1099"/>
              <a:ext cx="96" cy="201"/>
            </a:xfrm>
            <a:prstGeom prst="triangle">
              <a:avLst>
                <a:gd name="adj" fmla="val 10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pSp>
        <p:nvGrpSpPr>
          <p:cNvPr id="4" name="Group 105">
            <a:extLst>
              <a:ext uri="{FF2B5EF4-FFF2-40B4-BE49-F238E27FC236}">
                <a16:creationId xmlns:a16="http://schemas.microsoft.com/office/drawing/2014/main" id="{D723D234-1368-ED36-2743-DDB75A6C99EC}"/>
              </a:ext>
            </a:extLst>
          </p:cNvPr>
          <p:cNvGrpSpPr>
            <a:grpSpLocks/>
          </p:cNvGrpSpPr>
          <p:nvPr/>
        </p:nvGrpSpPr>
        <p:grpSpPr bwMode="auto">
          <a:xfrm>
            <a:off x="849313" y="2246313"/>
            <a:ext cx="1782762" cy="1181100"/>
            <a:chOff x="624" y="912"/>
            <a:chExt cx="1123" cy="744"/>
          </a:xfrm>
        </p:grpSpPr>
        <p:sp>
          <p:nvSpPr>
            <p:cNvPr id="20558" name="Freeform 106">
              <a:extLst>
                <a:ext uri="{FF2B5EF4-FFF2-40B4-BE49-F238E27FC236}">
                  <a16:creationId xmlns:a16="http://schemas.microsoft.com/office/drawing/2014/main" id="{977A124D-D4EE-8B54-4D28-14F0DDDB3431}"/>
                </a:ext>
              </a:extLst>
            </p:cNvPr>
            <p:cNvSpPr>
              <a:spLocks/>
            </p:cNvSpPr>
            <p:nvPr/>
          </p:nvSpPr>
          <p:spPr bwMode="auto">
            <a:xfrm rot="5577328">
              <a:off x="814" y="722"/>
              <a:ext cx="744" cy="1123"/>
            </a:xfrm>
            <a:custGeom>
              <a:avLst/>
              <a:gdLst>
                <a:gd name="T0" fmla="*/ 1 w 1100"/>
                <a:gd name="T1" fmla="*/ 1078 h 977"/>
                <a:gd name="T2" fmla="*/ 1 w 1100"/>
                <a:gd name="T3" fmla="*/ 616 h 977"/>
                <a:gd name="T4" fmla="*/ 1 w 1100"/>
                <a:gd name="T5" fmla="*/ 321 h 977"/>
                <a:gd name="T6" fmla="*/ 1 w 1100"/>
                <a:gd name="T7" fmla="*/ 121 h 977"/>
                <a:gd name="T8" fmla="*/ 1 w 1100"/>
                <a:gd name="T9" fmla="*/ 2 h 977"/>
                <a:gd name="T10" fmla="*/ 1 w 1100"/>
                <a:gd name="T11" fmla="*/ 121 h 977"/>
                <a:gd name="T12" fmla="*/ 1 w 1100"/>
                <a:gd name="T13" fmla="*/ 507 h 977"/>
                <a:gd name="T14" fmla="*/ 1 w 1100"/>
                <a:gd name="T15" fmla="*/ 1485 h 977"/>
                <a:gd name="T16" fmla="*/ 1 w 1100"/>
                <a:gd name="T17" fmla="*/ 4201 h 977"/>
                <a:gd name="T18" fmla="*/ 1 w 1100"/>
                <a:gd name="T19" fmla="*/ 7479 h 977"/>
                <a:gd name="T20" fmla="*/ 1 w 1100"/>
                <a:gd name="T21" fmla="*/ 11066 h 977"/>
                <a:gd name="T22" fmla="*/ 1 w 1100"/>
                <a:gd name="T23" fmla="*/ 11343 h 977"/>
                <a:gd name="T24" fmla="*/ 1 w 1100"/>
                <a:gd name="T25" fmla="*/ 10866 h 977"/>
                <a:gd name="T26" fmla="*/ 1 w 1100"/>
                <a:gd name="T27" fmla="*/ 10194 h 977"/>
                <a:gd name="T28" fmla="*/ 1 w 1100"/>
                <a:gd name="T29" fmla="*/ 8832 h 977"/>
                <a:gd name="T30" fmla="*/ 1 w 1100"/>
                <a:gd name="T31" fmla="*/ 7950 h 977"/>
                <a:gd name="T32" fmla="*/ 1 w 1100"/>
                <a:gd name="T33" fmla="*/ 6416 h 977"/>
                <a:gd name="T34" fmla="*/ 1 w 1100"/>
                <a:gd name="T35" fmla="*/ 2632 h 977"/>
                <a:gd name="T36" fmla="*/ 1 w 1100"/>
                <a:gd name="T37" fmla="*/ 1185 h 977"/>
                <a:gd name="T38" fmla="*/ 1 w 1100"/>
                <a:gd name="T39" fmla="*/ 1078 h 977"/>
                <a:gd name="T40" fmla="*/ 1 w 1100"/>
                <a:gd name="T41" fmla="*/ 1078 h 9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00"/>
                <a:gd name="T64" fmla="*/ 0 h 977"/>
                <a:gd name="T65" fmla="*/ 1100 w 1100"/>
                <a:gd name="T66" fmla="*/ 977 h 9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00" h="977">
                  <a:moveTo>
                    <a:pt x="311" y="89"/>
                  </a:moveTo>
                  <a:cubicBezTo>
                    <a:pt x="395" y="77"/>
                    <a:pt x="479" y="63"/>
                    <a:pt x="563" y="50"/>
                  </a:cubicBezTo>
                  <a:cubicBezTo>
                    <a:pt x="655" y="4"/>
                    <a:pt x="522" y="66"/>
                    <a:pt x="642" y="26"/>
                  </a:cubicBezTo>
                  <a:cubicBezTo>
                    <a:pt x="651" y="23"/>
                    <a:pt x="657" y="14"/>
                    <a:pt x="666" y="10"/>
                  </a:cubicBezTo>
                  <a:cubicBezTo>
                    <a:pt x="676" y="6"/>
                    <a:pt x="687" y="5"/>
                    <a:pt x="697" y="2"/>
                  </a:cubicBezTo>
                  <a:cubicBezTo>
                    <a:pt x="787" y="5"/>
                    <a:pt x="877" y="0"/>
                    <a:pt x="966" y="10"/>
                  </a:cubicBezTo>
                  <a:cubicBezTo>
                    <a:pt x="999" y="14"/>
                    <a:pt x="1060" y="42"/>
                    <a:pt x="1060" y="42"/>
                  </a:cubicBezTo>
                  <a:cubicBezTo>
                    <a:pt x="1087" y="68"/>
                    <a:pt x="1088" y="86"/>
                    <a:pt x="1100" y="121"/>
                  </a:cubicBezTo>
                  <a:cubicBezTo>
                    <a:pt x="1097" y="195"/>
                    <a:pt x="1092" y="268"/>
                    <a:pt x="1092" y="342"/>
                  </a:cubicBezTo>
                  <a:cubicBezTo>
                    <a:pt x="1092" y="431"/>
                    <a:pt x="1100" y="521"/>
                    <a:pt x="1100" y="610"/>
                  </a:cubicBezTo>
                  <a:cubicBezTo>
                    <a:pt x="1100" y="818"/>
                    <a:pt x="962" y="858"/>
                    <a:pt x="784" y="902"/>
                  </a:cubicBezTo>
                  <a:cubicBezTo>
                    <a:pt x="684" y="977"/>
                    <a:pt x="413" y="926"/>
                    <a:pt x="358" y="925"/>
                  </a:cubicBezTo>
                  <a:cubicBezTo>
                    <a:pt x="297" y="914"/>
                    <a:pt x="238" y="896"/>
                    <a:pt x="177" y="886"/>
                  </a:cubicBezTo>
                  <a:cubicBezTo>
                    <a:pt x="151" y="869"/>
                    <a:pt x="132" y="848"/>
                    <a:pt x="106" y="831"/>
                  </a:cubicBezTo>
                  <a:cubicBezTo>
                    <a:pt x="82" y="795"/>
                    <a:pt x="63" y="757"/>
                    <a:pt x="42" y="720"/>
                  </a:cubicBezTo>
                  <a:cubicBezTo>
                    <a:pt x="29" y="698"/>
                    <a:pt x="11" y="649"/>
                    <a:pt x="11" y="649"/>
                  </a:cubicBezTo>
                  <a:cubicBezTo>
                    <a:pt x="20" y="543"/>
                    <a:pt x="0" y="539"/>
                    <a:pt x="98" y="523"/>
                  </a:cubicBezTo>
                  <a:cubicBezTo>
                    <a:pt x="205" y="440"/>
                    <a:pt x="266" y="350"/>
                    <a:pt x="287" y="215"/>
                  </a:cubicBezTo>
                  <a:cubicBezTo>
                    <a:pt x="290" y="197"/>
                    <a:pt x="292" y="117"/>
                    <a:pt x="311" y="97"/>
                  </a:cubicBezTo>
                  <a:cubicBezTo>
                    <a:pt x="317" y="91"/>
                    <a:pt x="334" y="97"/>
                    <a:pt x="334" y="89"/>
                  </a:cubicBezTo>
                  <a:cubicBezTo>
                    <a:pt x="334" y="81"/>
                    <a:pt x="319" y="89"/>
                    <a:pt x="311" y="89"/>
                  </a:cubicBezTo>
                  <a:close/>
                </a:path>
              </a:pathLst>
            </a:custGeom>
            <a:gradFill rotWithShape="0">
              <a:gsLst>
                <a:gs pos="0">
                  <a:srgbClr val="CC99FF"/>
                </a:gs>
                <a:gs pos="100000">
                  <a:srgbClr val="5E4776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9" name="Text Box 107">
              <a:extLst>
                <a:ext uri="{FF2B5EF4-FFF2-40B4-BE49-F238E27FC236}">
                  <a16:creationId xmlns:a16="http://schemas.microsoft.com/office/drawing/2014/main" id="{851303C1-F0F5-3D49-F4AE-9FAC2AB4D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00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FFFF00"/>
                  </a:solidFill>
                  <a:ea typeface="楷体_GB2312" pitchFamily="49" charset="-122"/>
                </a:rPr>
                <a:t>电介质</a:t>
              </a:r>
            </a:p>
          </p:txBody>
        </p:sp>
      </p:grpSp>
      <p:graphicFrame>
        <p:nvGraphicFramePr>
          <p:cNvPr id="287852" name="Object 108">
            <a:extLst>
              <a:ext uri="{FF2B5EF4-FFF2-40B4-BE49-F238E27FC236}">
                <a16:creationId xmlns:a16="http://schemas.microsoft.com/office/drawing/2014/main" id="{61CD11CB-7B6C-D500-AE47-DE20256FA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822575"/>
          <a:ext cx="8842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4433" imgH="175066" progId="Equation.3">
                  <p:embed/>
                </p:oleObj>
              </mc:Choice>
              <mc:Fallback>
                <p:oleObj name="Equation" r:id="rId7" imgW="434433" imgH="175066" progId="Equation.3">
                  <p:embed/>
                  <p:pic>
                    <p:nvPicPr>
                      <p:cNvPr id="287852" name="Object 108">
                        <a:extLst>
                          <a:ext uri="{FF2B5EF4-FFF2-40B4-BE49-F238E27FC236}">
                            <a16:creationId xmlns:a16="http://schemas.microsoft.com/office/drawing/2014/main" id="{61CD11CB-7B6C-D500-AE47-DE20256FAD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822575"/>
                        <a:ext cx="884238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7853" name="Picture 109" descr="art102">
            <a:extLst>
              <a:ext uri="{FF2B5EF4-FFF2-40B4-BE49-F238E27FC236}">
                <a16:creationId xmlns:a16="http://schemas.microsoft.com/office/drawing/2014/main" id="{C99E29C0-9F70-A7AA-C479-387277A09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88" y="4584700"/>
            <a:ext cx="1230312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854" name="Picture 110" descr="art100">
            <a:extLst>
              <a:ext uri="{FF2B5EF4-FFF2-40B4-BE49-F238E27FC236}">
                <a16:creationId xmlns:a16="http://schemas.microsoft.com/office/drawing/2014/main" id="{F0D1DC03-0AD4-9B13-4068-EBB2D4CD2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88" y="4584700"/>
            <a:ext cx="1230312" cy="1625600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855" name="Picture 111" descr="art101">
            <a:extLst>
              <a:ext uri="{FF2B5EF4-FFF2-40B4-BE49-F238E27FC236}">
                <a16:creationId xmlns:a16="http://schemas.microsoft.com/office/drawing/2014/main" id="{FD21AF08-8448-5449-43D4-78417B5B2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88" y="4584700"/>
            <a:ext cx="1230312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12">
            <a:extLst>
              <a:ext uri="{FF2B5EF4-FFF2-40B4-BE49-F238E27FC236}">
                <a16:creationId xmlns:a16="http://schemas.microsoft.com/office/drawing/2014/main" id="{742D591B-5ECA-D024-51D7-380576842421}"/>
              </a:ext>
            </a:extLst>
          </p:cNvPr>
          <p:cNvGrpSpPr>
            <a:grpSpLocks/>
          </p:cNvGrpSpPr>
          <p:nvPr/>
        </p:nvGrpSpPr>
        <p:grpSpPr bwMode="auto">
          <a:xfrm>
            <a:off x="7883525" y="1660525"/>
            <a:ext cx="608013" cy="2590800"/>
            <a:chOff x="4993" y="678"/>
            <a:chExt cx="383" cy="1632"/>
          </a:xfrm>
        </p:grpSpPr>
        <p:sp>
          <p:nvSpPr>
            <p:cNvPr id="20556" name="Rectangle 113">
              <a:extLst>
                <a:ext uri="{FF2B5EF4-FFF2-40B4-BE49-F238E27FC236}">
                  <a16:creationId xmlns:a16="http://schemas.microsoft.com/office/drawing/2014/main" id="{B641E19B-0789-EB95-538B-2CFF4D084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3" y="678"/>
              <a:ext cx="47" cy="163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57" name="Rectangle 114">
              <a:extLst>
                <a:ext uri="{FF2B5EF4-FFF2-40B4-BE49-F238E27FC236}">
                  <a16:creationId xmlns:a16="http://schemas.microsoft.com/office/drawing/2014/main" id="{1810F02E-956F-39F9-D5C5-094C0963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" y="678"/>
              <a:ext cx="47" cy="163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287859" name="Rectangle 115" descr="宽上对角线">
            <a:extLst>
              <a:ext uri="{FF2B5EF4-FFF2-40B4-BE49-F238E27FC236}">
                <a16:creationId xmlns:a16="http://schemas.microsoft.com/office/drawing/2014/main" id="{533F3E22-C9AA-CC15-D04D-19DBE4973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2425" y="1660525"/>
            <a:ext cx="431800" cy="2590800"/>
          </a:xfrm>
          <a:prstGeom prst="rect">
            <a:avLst/>
          </a:prstGeom>
          <a:blipFill dpi="0" rotWithShape="0">
            <a:blip r:embed="rId12"/>
            <a:srcRect/>
            <a:tile tx="0" ty="0" sx="100000" sy="100000" flip="none" algn="tl"/>
          </a:blip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 i="1">
                <a:solidFill>
                  <a:srgbClr val="0000CC"/>
                </a:solidFill>
                <a:sym typeface="Symbol" panose="05050102010706020507" pitchFamily="18" charset="2"/>
              </a:rPr>
              <a:t></a:t>
            </a:r>
            <a:r>
              <a:rPr lang="en-US" altLang="zh-CN" sz="3600" b="1" i="1" baseline="-25000">
                <a:solidFill>
                  <a:srgbClr val="0000CC"/>
                </a:solidFill>
                <a:sym typeface="Symbol" panose="05050102010706020507" pitchFamily="18" charset="2"/>
              </a:rPr>
              <a:t>r</a:t>
            </a:r>
            <a:endParaRPr lang="en-US" altLang="zh-CN" sz="3600" b="1" i="1" baseline="-25000">
              <a:solidFill>
                <a:srgbClr val="0000CC"/>
              </a:solidFill>
            </a:endParaRPr>
          </a:p>
        </p:txBody>
      </p:sp>
      <p:grpSp>
        <p:nvGrpSpPr>
          <p:cNvPr id="6" name="Group 116">
            <a:extLst>
              <a:ext uri="{FF2B5EF4-FFF2-40B4-BE49-F238E27FC236}">
                <a16:creationId xmlns:a16="http://schemas.microsoft.com/office/drawing/2014/main" id="{3E866212-9ABE-A18C-3CF6-870F54A4EFC0}"/>
              </a:ext>
            </a:extLst>
          </p:cNvPr>
          <p:cNvGrpSpPr>
            <a:grpSpLocks/>
          </p:cNvGrpSpPr>
          <p:nvPr/>
        </p:nvGrpSpPr>
        <p:grpSpPr bwMode="auto">
          <a:xfrm>
            <a:off x="7945438" y="4241800"/>
            <a:ext cx="508000" cy="749300"/>
            <a:chOff x="5032" y="2304"/>
            <a:chExt cx="320" cy="472"/>
          </a:xfrm>
        </p:grpSpPr>
        <p:grpSp>
          <p:nvGrpSpPr>
            <p:cNvPr id="20552" name="Group 117">
              <a:extLst>
                <a:ext uri="{FF2B5EF4-FFF2-40B4-BE49-F238E27FC236}">
                  <a16:creationId xmlns:a16="http://schemas.microsoft.com/office/drawing/2014/main" id="{1DD27E06-1B4F-F31A-8200-853D3C9B62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9" y="2312"/>
              <a:ext cx="63" cy="464"/>
              <a:chOff x="5377" y="2368"/>
              <a:chExt cx="63" cy="464"/>
            </a:xfrm>
          </p:grpSpPr>
          <p:sp>
            <p:nvSpPr>
              <p:cNvPr id="20554" name="Line 118">
                <a:extLst>
                  <a:ext uri="{FF2B5EF4-FFF2-40B4-BE49-F238E27FC236}">
                    <a16:creationId xmlns:a16="http://schemas.microsoft.com/office/drawing/2014/main" id="{F265B17C-33F1-302D-2DC5-9CF1ED642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40" y="2368"/>
                <a:ext cx="0" cy="37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55" name="Line 119">
                <a:extLst>
                  <a:ext uri="{FF2B5EF4-FFF2-40B4-BE49-F238E27FC236}">
                    <a16:creationId xmlns:a16="http://schemas.microsoft.com/office/drawing/2014/main" id="{14A3673C-0DCE-937E-D78A-C12E18C24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77" y="2736"/>
                <a:ext cx="63" cy="9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53" name="Line 120">
              <a:extLst>
                <a:ext uri="{FF2B5EF4-FFF2-40B4-BE49-F238E27FC236}">
                  <a16:creationId xmlns:a16="http://schemas.microsoft.com/office/drawing/2014/main" id="{7E9BA9A1-82CD-CCFE-A216-7D8A04687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2" y="2304"/>
              <a:ext cx="0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7865" name="Text Box 121">
            <a:extLst>
              <a:ext uri="{FF2B5EF4-FFF2-40B4-BE49-F238E27FC236}">
                <a16:creationId xmlns:a16="http://schemas.microsoft.com/office/drawing/2014/main" id="{8284E7DB-0CC4-9FE9-A051-410B59804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932238"/>
            <a:ext cx="1511300" cy="528637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b="1">
                <a:solidFill>
                  <a:srgbClr val="FF9900"/>
                </a:solidFill>
                <a:latin typeface="宋体" panose="02010600030101010101" pitchFamily="2" charset="-122"/>
              </a:rPr>
              <a:t>实验</a:t>
            </a:r>
            <a:endParaRPr lang="zh-CN" altLang="en-US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87866" name="Object 122">
            <a:extLst>
              <a:ext uri="{FF2B5EF4-FFF2-40B4-BE49-F238E27FC236}">
                <a16:creationId xmlns:a16="http://schemas.microsoft.com/office/drawing/2014/main" id="{0F0A3A2A-0898-39B7-6842-E2E0B496FC20}"/>
              </a:ext>
            </a:extLst>
          </p:cNvPr>
          <p:cNvGraphicFramePr>
            <a:graphicFrameLocks/>
          </p:cNvGraphicFramePr>
          <p:nvPr/>
        </p:nvGraphicFramePr>
        <p:xfrm>
          <a:off x="2012950" y="4675188"/>
          <a:ext cx="137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18229" imgH="860866" progId="Equation.3">
                  <p:embed/>
                </p:oleObj>
              </mc:Choice>
              <mc:Fallback>
                <p:oleObj name="Equation" r:id="rId13" imgW="1318229" imgH="860866" progId="Equation.3">
                  <p:embed/>
                  <p:pic>
                    <p:nvPicPr>
                      <p:cNvPr id="287866" name="Object 122">
                        <a:extLst>
                          <a:ext uri="{FF2B5EF4-FFF2-40B4-BE49-F238E27FC236}">
                            <a16:creationId xmlns:a16="http://schemas.microsoft.com/office/drawing/2014/main" id="{0F0A3A2A-0898-39B7-6842-E2E0B496FC2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4675188"/>
                        <a:ext cx="1371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67" name="Object 123">
            <a:extLst>
              <a:ext uri="{FF2B5EF4-FFF2-40B4-BE49-F238E27FC236}">
                <a16:creationId xmlns:a16="http://schemas.microsoft.com/office/drawing/2014/main" id="{F0D45F10-0836-8867-47B2-75E44CB41B29}"/>
              </a:ext>
            </a:extLst>
          </p:cNvPr>
          <p:cNvGraphicFramePr>
            <a:graphicFrameLocks/>
          </p:cNvGraphicFramePr>
          <p:nvPr/>
        </p:nvGraphicFramePr>
        <p:xfrm>
          <a:off x="3779838" y="4724400"/>
          <a:ext cx="1028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75360" imgH="860866" progId="Equation.3">
                  <p:embed/>
                </p:oleObj>
              </mc:Choice>
              <mc:Fallback>
                <p:oleObj name="Equation" r:id="rId15" imgW="975360" imgH="860866" progId="Equation.3">
                  <p:embed/>
                  <p:pic>
                    <p:nvPicPr>
                      <p:cNvPr id="287867" name="Object 123">
                        <a:extLst>
                          <a:ext uri="{FF2B5EF4-FFF2-40B4-BE49-F238E27FC236}">
                            <a16:creationId xmlns:a16="http://schemas.microsoft.com/office/drawing/2014/main" id="{F0D45F10-0836-8867-47B2-75E44CB41B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724400"/>
                        <a:ext cx="1028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868" name="Rectangle 124">
            <a:extLst>
              <a:ext uri="{FF2B5EF4-FFF2-40B4-BE49-F238E27FC236}">
                <a16:creationId xmlns:a16="http://schemas.microsoft.com/office/drawing/2014/main" id="{0D01205A-29F8-EC0B-907C-3CAC33D0F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527675"/>
            <a:ext cx="5486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CC00"/>
                </a:solidFill>
                <a:sym typeface="Symbol" panose="05050102010706020507" pitchFamily="18" charset="2"/>
              </a:rPr>
              <a:t></a:t>
            </a:r>
            <a:r>
              <a:rPr lang="en-US" altLang="zh-CN" b="1" i="1" baseline="-25000">
                <a:solidFill>
                  <a:srgbClr val="FFCC00"/>
                </a:solidFill>
                <a:sym typeface="Symbol" panose="05050102010706020507" pitchFamily="18" charset="2"/>
              </a:rPr>
              <a:t>r </a:t>
            </a:r>
            <a:r>
              <a:rPr lang="en-US" altLang="zh-CN" sz="3600" b="1" i="1">
                <a:solidFill>
                  <a:schemeClr val="bg1"/>
                </a:solidFill>
                <a:sym typeface="Symbol" panose="05050102010706020507" pitchFamily="18" charset="2"/>
              </a:rPr>
              <a:t>——</a:t>
            </a:r>
            <a:r>
              <a:rPr lang="zh-CN" altLang="en-US" b="1">
                <a:solidFill>
                  <a:schemeClr val="bg1"/>
                </a:solidFill>
              </a:rPr>
              <a:t>电介质的相对介电常数</a:t>
            </a:r>
          </a:p>
        </p:txBody>
      </p:sp>
      <p:graphicFrame>
        <p:nvGraphicFramePr>
          <p:cNvPr id="287869" name="Object 125">
            <a:extLst>
              <a:ext uri="{FF2B5EF4-FFF2-40B4-BE49-F238E27FC236}">
                <a16:creationId xmlns:a16="http://schemas.microsoft.com/office/drawing/2014/main" id="{BBB2F7B4-EFE8-61B3-E587-952C0210F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6242050"/>
          <a:ext cx="7604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3484" imgH="175066" progId="Equation.3">
                  <p:embed/>
                </p:oleObj>
              </mc:Choice>
              <mc:Fallback>
                <p:oleObj name="Equation" r:id="rId17" imgW="213484" imgH="175066" progId="Equation.3">
                  <p:embed/>
                  <p:pic>
                    <p:nvPicPr>
                      <p:cNvPr id="287869" name="Object 125">
                        <a:extLst>
                          <a:ext uri="{FF2B5EF4-FFF2-40B4-BE49-F238E27FC236}">
                            <a16:creationId xmlns:a16="http://schemas.microsoft.com/office/drawing/2014/main" id="{BBB2F7B4-EFE8-61B3-E587-952C0210F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6242050"/>
                        <a:ext cx="7604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70" name="Object 126">
            <a:extLst>
              <a:ext uri="{FF2B5EF4-FFF2-40B4-BE49-F238E27FC236}">
                <a16:creationId xmlns:a16="http://schemas.microsoft.com/office/drawing/2014/main" id="{3DAD7E1C-4419-E87A-8C66-3F233553F1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12063" y="6248400"/>
          <a:ext cx="7270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5167" imgH="129679" progId="Equation.3">
                  <p:embed/>
                </p:oleObj>
              </mc:Choice>
              <mc:Fallback>
                <p:oleObj name="Equation" r:id="rId19" imgW="175167" imgH="129679" progId="Equation.3">
                  <p:embed/>
                  <p:pic>
                    <p:nvPicPr>
                      <p:cNvPr id="287870" name="Object 126">
                        <a:extLst>
                          <a:ext uri="{FF2B5EF4-FFF2-40B4-BE49-F238E27FC236}">
                            <a16:creationId xmlns:a16="http://schemas.microsoft.com/office/drawing/2014/main" id="{3DAD7E1C-4419-E87A-8C66-3F233553F1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63" y="6248400"/>
                        <a:ext cx="727075" cy="495300"/>
                      </a:xfrm>
                      <a:prstGeom prst="rect">
                        <a:avLst/>
                      </a:prstGeom>
                      <a:solidFill>
                        <a:srgbClr val="0033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871" name="Rectangle 127">
            <a:extLst>
              <a:ext uri="{FF2B5EF4-FFF2-40B4-BE49-F238E27FC236}">
                <a16:creationId xmlns:a16="http://schemas.microsoft.com/office/drawing/2014/main" id="{3559E5DF-A4E3-B113-07D4-609B1306F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4846638"/>
            <a:ext cx="942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结论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:</a:t>
            </a:r>
          </a:p>
        </p:txBody>
      </p:sp>
      <p:grpSp>
        <p:nvGrpSpPr>
          <p:cNvPr id="8" name="Group 128">
            <a:extLst>
              <a:ext uri="{FF2B5EF4-FFF2-40B4-BE49-F238E27FC236}">
                <a16:creationId xmlns:a16="http://schemas.microsoft.com/office/drawing/2014/main" id="{ED9E641D-C2A8-8F79-EB73-72EA6420AE19}"/>
              </a:ext>
            </a:extLst>
          </p:cNvPr>
          <p:cNvGrpSpPr>
            <a:grpSpLocks/>
          </p:cNvGrpSpPr>
          <p:nvPr/>
        </p:nvGrpSpPr>
        <p:grpSpPr bwMode="auto">
          <a:xfrm>
            <a:off x="7500938" y="1077913"/>
            <a:ext cx="1295400" cy="3130550"/>
            <a:chOff x="4704" y="288"/>
            <a:chExt cx="816" cy="1972"/>
          </a:xfrm>
        </p:grpSpPr>
        <p:grpSp>
          <p:nvGrpSpPr>
            <p:cNvPr id="20514" name="Group 129">
              <a:extLst>
                <a:ext uri="{FF2B5EF4-FFF2-40B4-BE49-F238E27FC236}">
                  <a16:creationId xmlns:a16="http://schemas.microsoft.com/office/drawing/2014/main" id="{5EAA6198-9A7C-6849-03CA-6BE132E4D0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88"/>
              <a:ext cx="816" cy="327"/>
              <a:chOff x="4704" y="288"/>
              <a:chExt cx="816" cy="327"/>
            </a:xfrm>
          </p:grpSpPr>
          <p:sp>
            <p:nvSpPr>
              <p:cNvPr id="20550" name="Rectangle 130">
                <a:extLst>
                  <a:ext uri="{FF2B5EF4-FFF2-40B4-BE49-F238E27FC236}">
                    <a16:creationId xmlns:a16="http://schemas.microsoft.com/office/drawing/2014/main" id="{11CA57FA-2AAF-DBB0-5AF7-9C0E005D7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88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+</a:t>
                </a:r>
                <a:r>
                  <a:rPr lang="en-US" altLang="zh-CN" sz="2800" b="1" i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Q</a:t>
                </a:r>
              </a:p>
            </p:txBody>
          </p:sp>
          <p:sp>
            <p:nvSpPr>
              <p:cNvPr id="20551" name="Rectangle 131">
                <a:extLst>
                  <a:ext uri="{FF2B5EF4-FFF2-40B4-BE49-F238E27FC236}">
                    <a16:creationId xmlns:a16="http://schemas.microsoft.com/office/drawing/2014/main" id="{F845F0F4-EB5E-BEF7-4501-00878EC59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0" y="288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-</a:t>
                </a:r>
                <a:r>
                  <a:rPr lang="en-US" altLang="zh-CN" sz="2800" b="1" i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Q</a:t>
                </a:r>
              </a:p>
            </p:txBody>
          </p:sp>
        </p:grpSp>
        <p:grpSp>
          <p:nvGrpSpPr>
            <p:cNvPr id="20515" name="Group 132">
              <a:extLst>
                <a:ext uri="{FF2B5EF4-FFF2-40B4-BE49-F238E27FC236}">
                  <a16:creationId xmlns:a16="http://schemas.microsoft.com/office/drawing/2014/main" id="{B9974F18-30E8-CC1C-2CF5-E2D002F1CD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2" y="624"/>
              <a:ext cx="493" cy="1636"/>
              <a:chOff x="4892" y="668"/>
              <a:chExt cx="493" cy="1636"/>
            </a:xfrm>
          </p:grpSpPr>
          <p:grpSp>
            <p:nvGrpSpPr>
              <p:cNvPr id="20516" name="Group 133">
                <a:extLst>
                  <a:ext uri="{FF2B5EF4-FFF2-40B4-BE49-F238E27FC236}">
                    <a16:creationId xmlns:a16="http://schemas.microsoft.com/office/drawing/2014/main" id="{1BE5E09D-AED0-4EA0-BFB7-CCF1A1A7CA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2" y="700"/>
                <a:ext cx="163" cy="1596"/>
                <a:chOff x="5428" y="739"/>
                <a:chExt cx="163" cy="1596"/>
              </a:xfrm>
            </p:grpSpPr>
            <p:sp>
              <p:nvSpPr>
                <p:cNvPr id="20534" name="Rectangle 134">
                  <a:extLst>
                    <a:ext uri="{FF2B5EF4-FFF2-40B4-BE49-F238E27FC236}">
                      <a16:creationId xmlns:a16="http://schemas.microsoft.com/office/drawing/2014/main" id="{E0CD853D-4059-4D49-3D12-323233E1B0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29" y="739"/>
                  <a:ext cx="162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0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35" name="Rectangle 135">
                  <a:extLst>
                    <a:ext uri="{FF2B5EF4-FFF2-40B4-BE49-F238E27FC236}">
                      <a16:creationId xmlns:a16="http://schemas.microsoft.com/office/drawing/2014/main" id="{C31DAB81-72CD-CFEA-8118-C7D9831BE6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843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36" name="Rectangle 136">
                  <a:extLst>
                    <a:ext uri="{FF2B5EF4-FFF2-40B4-BE49-F238E27FC236}">
                      <a16:creationId xmlns:a16="http://schemas.microsoft.com/office/drawing/2014/main" id="{3938D40E-86B2-422F-82CC-23EBCA1A8F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939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37" name="Rectangle 137">
                  <a:extLst>
                    <a:ext uri="{FF2B5EF4-FFF2-40B4-BE49-F238E27FC236}">
                      <a16:creationId xmlns:a16="http://schemas.microsoft.com/office/drawing/2014/main" id="{92806F9C-93BF-A8DA-26CB-8467D4F7BE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1035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38" name="Rectangle 138">
                  <a:extLst>
                    <a:ext uri="{FF2B5EF4-FFF2-40B4-BE49-F238E27FC236}">
                      <a16:creationId xmlns:a16="http://schemas.microsoft.com/office/drawing/2014/main" id="{42A668DA-CBAD-DE68-7183-A4B78EA60F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1131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39" name="Rectangle 139">
                  <a:extLst>
                    <a:ext uri="{FF2B5EF4-FFF2-40B4-BE49-F238E27FC236}">
                      <a16:creationId xmlns:a16="http://schemas.microsoft.com/office/drawing/2014/main" id="{142A2337-C1D3-8CC2-3481-B676B25F44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1227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0" name="Rectangle 140">
                  <a:extLst>
                    <a:ext uri="{FF2B5EF4-FFF2-40B4-BE49-F238E27FC236}">
                      <a16:creationId xmlns:a16="http://schemas.microsoft.com/office/drawing/2014/main" id="{62DC5F3F-CC09-C720-0FC8-29BB619A8E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28" y="1315"/>
                  <a:ext cx="162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0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1" name="Rectangle 141">
                  <a:extLst>
                    <a:ext uri="{FF2B5EF4-FFF2-40B4-BE49-F238E27FC236}">
                      <a16:creationId xmlns:a16="http://schemas.microsoft.com/office/drawing/2014/main" id="{F0FE998E-212C-5991-2808-E9AFF1C61F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29" y="1517"/>
                  <a:ext cx="162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0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2" name="Rectangle 142">
                  <a:extLst>
                    <a:ext uri="{FF2B5EF4-FFF2-40B4-BE49-F238E27FC236}">
                      <a16:creationId xmlns:a16="http://schemas.microsoft.com/office/drawing/2014/main" id="{43D066B8-9B79-35AD-5A7B-39D2A081C5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1621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3" name="Rectangle 143">
                  <a:extLst>
                    <a:ext uri="{FF2B5EF4-FFF2-40B4-BE49-F238E27FC236}">
                      <a16:creationId xmlns:a16="http://schemas.microsoft.com/office/drawing/2014/main" id="{BE305E84-6E47-E45A-810C-2D47F0C8C7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1717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4" name="Rectangle 144">
                  <a:extLst>
                    <a:ext uri="{FF2B5EF4-FFF2-40B4-BE49-F238E27FC236}">
                      <a16:creationId xmlns:a16="http://schemas.microsoft.com/office/drawing/2014/main" id="{35E54A9E-78DD-4CED-0EDA-DC720E91C3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1813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5" name="Rectangle 145">
                  <a:extLst>
                    <a:ext uri="{FF2B5EF4-FFF2-40B4-BE49-F238E27FC236}">
                      <a16:creationId xmlns:a16="http://schemas.microsoft.com/office/drawing/2014/main" id="{9CBA336E-1903-8B54-61EF-984A6200A7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1909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6" name="Rectangle 146">
                  <a:extLst>
                    <a:ext uri="{FF2B5EF4-FFF2-40B4-BE49-F238E27FC236}">
                      <a16:creationId xmlns:a16="http://schemas.microsoft.com/office/drawing/2014/main" id="{B8FFF269-A3AC-9578-9982-F2B80AEB28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1" y="2005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7" name="Rectangle 147">
                  <a:extLst>
                    <a:ext uri="{FF2B5EF4-FFF2-40B4-BE49-F238E27FC236}">
                      <a16:creationId xmlns:a16="http://schemas.microsoft.com/office/drawing/2014/main" id="{629D2CA3-CC38-3BB1-6F9B-EF1C14FAD9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28" y="2093"/>
                  <a:ext cx="162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0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8" name="Rectangle 148">
                  <a:extLst>
                    <a:ext uri="{FF2B5EF4-FFF2-40B4-BE49-F238E27FC236}">
                      <a16:creationId xmlns:a16="http://schemas.microsoft.com/office/drawing/2014/main" id="{CD80B00A-50D7-18C9-696A-1377180DCD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4" y="1414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0549" name="Rectangle 149">
                  <a:extLst>
                    <a:ext uri="{FF2B5EF4-FFF2-40B4-BE49-F238E27FC236}">
                      <a16:creationId xmlns:a16="http://schemas.microsoft.com/office/drawing/2014/main" id="{D79610F6-7C97-E289-23A1-3F20468D1C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4" y="2191"/>
                  <a:ext cx="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9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</p:grpSp>
          <p:grpSp>
            <p:nvGrpSpPr>
              <p:cNvPr id="20517" name="Group 150">
                <a:extLst>
                  <a:ext uri="{FF2B5EF4-FFF2-40B4-BE49-F238E27FC236}">
                    <a16:creationId xmlns:a16="http://schemas.microsoft.com/office/drawing/2014/main" id="{40C40645-995C-B812-DFFD-F9E7839416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2" y="668"/>
                <a:ext cx="153" cy="1636"/>
                <a:chOff x="3857" y="1453"/>
                <a:chExt cx="153" cy="1636"/>
              </a:xfrm>
            </p:grpSpPr>
            <p:sp>
              <p:nvSpPr>
                <p:cNvPr id="20518" name="Rectangle 151">
                  <a:extLst>
                    <a:ext uri="{FF2B5EF4-FFF2-40B4-BE49-F238E27FC236}">
                      <a16:creationId xmlns:a16="http://schemas.microsoft.com/office/drawing/2014/main" id="{691CE634-B184-335E-4150-9AE56E79CE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453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19" name="Rectangle 152">
                  <a:extLst>
                    <a:ext uri="{FF2B5EF4-FFF2-40B4-BE49-F238E27FC236}">
                      <a16:creationId xmlns:a16="http://schemas.microsoft.com/office/drawing/2014/main" id="{48835662-C4C7-6052-9E02-FACC77B5CE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549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0" name="Rectangle 153">
                  <a:extLst>
                    <a:ext uri="{FF2B5EF4-FFF2-40B4-BE49-F238E27FC236}">
                      <a16:creationId xmlns:a16="http://schemas.microsoft.com/office/drawing/2014/main" id="{141827A5-3F70-D776-2343-4455AD6D17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645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1" name="Rectangle 154">
                  <a:extLst>
                    <a:ext uri="{FF2B5EF4-FFF2-40B4-BE49-F238E27FC236}">
                      <a16:creationId xmlns:a16="http://schemas.microsoft.com/office/drawing/2014/main" id="{ACCF50F5-E6C1-91D4-3A77-49B6C32666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741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2" name="Rectangle 155">
                  <a:extLst>
                    <a:ext uri="{FF2B5EF4-FFF2-40B4-BE49-F238E27FC236}">
                      <a16:creationId xmlns:a16="http://schemas.microsoft.com/office/drawing/2014/main" id="{296E1287-8518-F093-09CC-F10E55D110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837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3" name="Rectangle 156">
                  <a:extLst>
                    <a:ext uri="{FF2B5EF4-FFF2-40B4-BE49-F238E27FC236}">
                      <a16:creationId xmlns:a16="http://schemas.microsoft.com/office/drawing/2014/main" id="{8FA565DF-F19E-F4F7-A9F8-8D492E9DC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933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4" name="Rectangle 157">
                  <a:extLst>
                    <a:ext uri="{FF2B5EF4-FFF2-40B4-BE49-F238E27FC236}">
                      <a16:creationId xmlns:a16="http://schemas.microsoft.com/office/drawing/2014/main" id="{1674E586-26FC-7434-9A2B-4B06B1611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017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5" name="Rectangle 158">
                  <a:extLst>
                    <a:ext uri="{FF2B5EF4-FFF2-40B4-BE49-F238E27FC236}">
                      <a16:creationId xmlns:a16="http://schemas.microsoft.com/office/drawing/2014/main" id="{980E8FB1-62BF-16C5-18BD-864CF0A4D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237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6" name="Rectangle 159">
                  <a:extLst>
                    <a:ext uri="{FF2B5EF4-FFF2-40B4-BE49-F238E27FC236}">
                      <a16:creationId xmlns:a16="http://schemas.microsoft.com/office/drawing/2014/main" id="{E5D13776-70E8-9163-7CC9-F93F11BCA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333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7" name="Rectangle 160">
                  <a:extLst>
                    <a:ext uri="{FF2B5EF4-FFF2-40B4-BE49-F238E27FC236}">
                      <a16:creationId xmlns:a16="http://schemas.microsoft.com/office/drawing/2014/main" id="{76E88F8C-071C-E99C-4C68-8399CCED14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429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8" name="Rectangle 161">
                  <a:extLst>
                    <a:ext uri="{FF2B5EF4-FFF2-40B4-BE49-F238E27FC236}">
                      <a16:creationId xmlns:a16="http://schemas.microsoft.com/office/drawing/2014/main" id="{44601B8D-A1BC-EAB2-2CA2-D4741E51B3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525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29" name="Rectangle 162">
                  <a:extLst>
                    <a:ext uri="{FF2B5EF4-FFF2-40B4-BE49-F238E27FC236}">
                      <a16:creationId xmlns:a16="http://schemas.microsoft.com/office/drawing/2014/main" id="{98CBCB0F-9881-37C2-DF07-633B98D08D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621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30" name="Rectangle 163">
                  <a:extLst>
                    <a:ext uri="{FF2B5EF4-FFF2-40B4-BE49-F238E27FC236}">
                      <a16:creationId xmlns:a16="http://schemas.microsoft.com/office/drawing/2014/main" id="{5DA6D871-639B-EBDF-E40F-D3FC99B994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717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31" name="Rectangle 164">
                  <a:extLst>
                    <a:ext uri="{FF2B5EF4-FFF2-40B4-BE49-F238E27FC236}">
                      <a16:creationId xmlns:a16="http://schemas.microsoft.com/office/drawing/2014/main" id="{67B9580A-22E9-08FA-B149-6434734BF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801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32" name="Rectangle 165">
                  <a:extLst>
                    <a:ext uri="{FF2B5EF4-FFF2-40B4-BE49-F238E27FC236}">
                      <a16:creationId xmlns:a16="http://schemas.microsoft.com/office/drawing/2014/main" id="{9F1F2F9F-E571-4BD8-424E-298C2C9F8E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125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20533" name="Rectangle 166">
                  <a:extLst>
                    <a:ext uri="{FF2B5EF4-FFF2-40B4-BE49-F238E27FC236}">
                      <a16:creationId xmlns:a16="http://schemas.microsoft.com/office/drawing/2014/main" id="{46332665-961B-E6EB-6D34-376B88E18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2897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287911" name="Rectangle 167">
            <a:extLst>
              <a:ext uri="{FF2B5EF4-FFF2-40B4-BE49-F238E27FC236}">
                <a16:creationId xmlns:a16="http://schemas.microsoft.com/office/drawing/2014/main" id="{C5CFADA7-C6B2-3B49-3C82-EDF0D2DB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238" y="4964113"/>
            <a:ext cx="152400" cy="1143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7912" name="Oval 168">
            <a:extLst>
              <a:ext uri="{FF2B5EF4-FFF2-40B4-BE49-F238E27FC236}">
                <a16:creationId xmlns:a16="http://schemas.microsoft.com/office/drawing/2014/main" id="{A3C5937C-D28B-CE03-AAE7-ED68A33483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20038" y="5586413"/>
            <a:ext cx="53975" cy="53975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7913" name="Rectangle 169">
            <a:extLst>
              <a:ext uri="{FF2B5EF4-FFF2-40B4-BE49-F238E27FC236}">
                <a16:creationId xmlns:a16="http://schemas.microsoft.com/office/drawing/2014/main" id="{AAA149CC-A7E1-19D2-54CD-A733FF2E0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631825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介质中电场减弱</a:t>
            </a:r>
          </a:p>
        </p:txBody>
      </p:sp>
      <p:graphicFrame>
        <p:nvGraphicFramePr>
          <p:cNvPr id="287914" name="Object 170">
            <a:extLst>
              <a:ext uri="{FF2B5EF4-FFF2-40B4-BE49-F238E27FC236}">
                <a16:creationId xmlns:a16="http://schemas.microsoft.com/office/drawing/2014/main" id="{119505C3-DFBD-B2E5-810F-76ED05D9DC7B}"/>
              </a:ext>
            </a:extLst>
          </p:cNvPr>
          <p:cNvGraphicFramePr>
            <a:graphicFrameLocks/>
          </p:cNvGraphicFramePr>
          <p:nvPr/>
        </p:nvGraphicFramePr>
        <p:xfrm>
          <a:off x="879475" y="6394450"/>
          <a:ext cx="80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46947" imgH="365594" progId="Equation.3">
                  <p:embed/>
                </p:oleObj>
              </mc:Choice>
              <mc:Fallback>
                <p:oleObj name="Equation" r:id="rId21" imgW="746947" imgH="365594" progId="Equation.3">
                  <p:embed/>
                  <p:pic>
                    <p:nvPicPr>
                      <p:cNvPr id="287914" name="Object 170">
                        <a:extLst>
                          <a:ext uri="{FF2B5EF4-FFF2-40B4-BE49-F238E27FC236}">
                            <a16:creationId xmlns:a16="http://schemas.microsoft.com/office/drawing/2014/main" id="{119505C3-DFBD-B2E5-810F-76ED05D9DC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6394450"/>
                        <a:ext cx="80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915" name="Text Box 171">
            <a:extLst>
              <a:ext uri="{FF2B5EF4-FFF2-40B4-BE49-F238E27FC236}">
                <a16:creationId xmlns:a16="http://schemas.microsoft.com/office/drawing/2014/main" id="{E32E8A34-48C4-56AA-2EA4-A38BD33AD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9800" y="5202238"/>
            <a:ext cx="549275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chemeClr val="bg1"/>
                </a:solidFill>
              </a:rPr>
              <a:t>静电计</a:t>
            </a:r>
          </a:p>
        </p:txBody>
      </p:sp>
      <p:graphicFrame>
        <p:nvGraphicFramePr>
          <p:cNvPr id="287916" name="Object 172">
            <a:extLst>
              <a:ext uri="{FF2B5EF4-FFF2-40B4-BE49-F238E27FC236}">
                <a16:creationId xmlns:a16="http://schemas.microsoft.com/office/drawing/2014/main" id="{C132F549-FA67-E0ED-B2AD-D65BF0B69CFF}"/>
              </a:ext>
            </a:extLst>
          </p:cNvPr>
          <p:cNvGraphicFramePr>
            <a:graphicFrameLocks/>
          </p:cNvGraphicFramePr>
          <p:nvPr/>
        </p:nvGraphicFramePr>
        <p:xfrm>
          <a:off x="5032375" y="4868863"/>
          <a:ext cx="13128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18036" imgH="175066" progId="Equation.DSMT4">
                  <p:embed/>
                </p:oleObj>
              </mc:Choice>
              <mc:Fallback>
                <p:oleObj name="Equation" r:id="rId23" imgW="518036" imgH="175066" progId="Equation.DSMT4">
                  <p:embed/>
                  <p:pic>
                    <p:nvPicPr>
                      <p:cNvPr id="287916" name="Object 172">
                        <a:extLst>
                          <a:ext uri="{FF2B5EF4-FFF2-40B4-BE49-F238E27FC236}">
                            <a16:creationId xmlns:a16="http://schemas.microsoft.com/office/drawing/2014/main" id="{C132F549-FA67-E0ED-B2AD-D65BF0B69CF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75" y="4868863"/>
                        <a:ext cx="131286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300"/>
                                        <p:tgtEl>
                                          <p:spTgt spid="287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300"/>
                                        <p:tgtEl>
                                          <p:spTgt spid="28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8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0" dur="500"/>
                                        <p:tgtEl>
                                          <p:spTgt spid="28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8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2000"/>
                                        <p:tgtEl>
                                          <p:spTgt spid="28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87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0" fill="hold"/>
                                        <p:tgtEl>
                                          <p:spTgt spid="287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0" fill="hold"/>
                                        <p:tgtEl>
                                          <p:spTgt spid="287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2000"/>
                                        <p:tgtEl>
                                          <p:spTgt spid="28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28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8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87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2000"/>
                                        <p:tgtEl>
                                          <p:spTgt spid="287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8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8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8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818" grpId="0" autoUpdateAnimBg="0"/>
      <p:bldP spid="287819" grpId="0" autoUpdateAnimBg="0"/>
      <p:bldP spid="287820" grpId="0" autoUpdateAnimBg="0"/>
      <p:bldP spid="287821" grpId="0" autoUpdateAnimBg="0"/>
      <p:bldP spid="287829" grpId="0" animBg="1"/>
      <p:bldP spid="287859" grpId="0" animBg="1" autoUpdateAnimBg="0"/>
      <p:bldP spid="287865" grpId="0" animBg="1" autoUpdateAnimBg="0"/>
      <p:bldP spid="287868" grpId="0" autoUpdateAnimBg="0"/>
      <p:bldP spid="287871" grpId="0" autoUpdateAnimBg="0"/>
      <p:bldP spid="287911" grpId="0" animBg="1"/>
      <p:bldP spid="287912" grpId="0" animBg="1"/>
      <p:bldP spid="287913" grpId="0" autoUpdateAnimBg="0"/>
      <p:bldP spid="2879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Line 2">
            <a:extLst>
              <a:ext uri="{FF2B5EF4-FFF2-40B4-BE49-F238E27FC236}">
                <a16:creationId xmlns:a16="http://schemas.microsoft.com/office/drawing/2014/main" id="{CD411D99-293F-8269-4BB9-E204A2335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57200"/>
            <a:ext cx="0" cy="2057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995" name="Line 3">
            <a:extLst>
              <a:ext uri="{FF2B5EF4-FFF2-40B4-BE49-F238E27FC236}">
                <a16:creationId xmlns:a16="http://schemas.microsoft.com/office/drawing/2014/main" id="{D377A4E8-A578-CA77-23F5-BE2977A0F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732213"/>
            <a:ext cx="1588" cy="1906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996" name="Text Box 4">
            <a:extLst>
              <a:ext uri="{FF2B5EF4-FFF2-40B4-BE49-F238E27FC236}">
                <a16:creationId xmlns:a16="http://schemas.microsoft.com/office/drawing/2014/main" id="{DD3D421C-AFFF-CCA0-3A43-9912D070E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76713"/>
            <a:ext cx="892175" cy="1004887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2.5</a:t>
            </a:r>
            <a:endParaRPr lang="en-US" altLang="zh-CN" sz="800" b="1">
              <a:solidFill>
                <a:srgbClr val="FFFF00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厘米</a:t>
            </a:r>
          </a:p>
        </p:txBody>
      </p:sp>
      <p:pic>
        <p:nvPicPr>
          <p:cNvPr id="340997" name="Picture 5" descr="电解电容4">
            <a:hlinkClick r:id="rId2" action="ppaction://hlinksldjump"/>
            <a:extLst>
              <a:ext uri="{FF2B5EF4-FFF2-40B4-BE49-F238E27FC236}">
                <a16:creationId xmlns:a16="http://schemas.microsoft.com/office/drawing/2014/main" id="{95A57BFD-C457-FCAE-6B72-6ED6E4965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657600"/>
            <a:ext cx="1828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0998" name="Picture 6" descr="250v0">
            <a:extLst>
              <a:ext uri="{FF2B5EF4-FFF2-40B4-BE49-F238E27FC236}">
                <a16:creationId xmlns:a16="http://schemas.microsoft.com/office/drawing/2014/main" id="{4FA5166B-E752-CE1B-625C-E5F4DB94A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657600"/>
            <a:ext cx="1905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0999" name="Rectangle 7">
            <a:extLst>
              <a:ext uri="{FF2B5EF4-FFF2-40B4-BE49-F238E27FC236}">
                <a16:creationId xmlns:a16="http://schemas.microsoft.com/office/drawing/2014/main" id="{5EFFEC0E-673A-A5BB-78B4-1749E1E25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667000"/>
            <a:ext cx="4038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高压电容器</a:t>
            </a:r>
            <a:r>
              <a:rPr lang="en-US" altLang="zh-CN" b="1">
                <a:solidFill>
                  <a:schemeClr val="bg1"/>
                </a:solidFill>
              </a:rPr>
              <a:t>(</a:t>
            </a:r>
            <a:r>
              <a:rPr lang="en-US" altLang="zh-CN">
                <a:solidFill>
                  <a:schemeClr val="bg1"/>
                </a:solidFill>
              </a:rPr>
              <a:t>20kV 5~</a:t>
            </a:r>
            <a:r>
              <a:rPr lang="en-US" altLang="zh-CN" b="1">
                <a:solidFill>
                  <a:schemeClr val="bg1"/>
                </a:solidFill>
              </a:rPr>
              <a:t>21</a:t>
            </a:r>
            <a:r>
              <a:rPr lang="en-US" altLang="zh-CN" b="1">
                <a:solidFill>
                  <a:schemeClr val="bg1"/>
                </a:solidFill>
                <a:sym typeface="Symbol" panose="05050102010706020507" pitchFamily="18" charset="2"/>
              </a:rPr>
              <a:t>F</a:t>
            </a:r>
            <a:r>
              <a:rPr lang="en-US" altLang="zh-CN" b="1">
                <a:solidFill>
                  <a:schemeClr val="bg1"/>
                </a:solidFill>
              </a:rPr>
              <a:t>)</a:t>
            </a:r>
          </a:p>
          <a:p>
            <a:pPr algn="ctr" eaLnBrk="1" hangingPunct="1"/>
            <a:r>
              <a:rPr lang="en-US" altLang="zh-CN" b="1">
                <a:solidFill>
                  <a:schemeClr val="bg1"/>
                </a:solidFill>
              </a:rPr>
              <a:t>(</a:t>
            </a:r>
            <a:r>
              <a:rPr lang="zh-CN" altLang="en-US" b="1">
                <a:solidFill>
                  <a:schemeClr val="bg1"/>
                </a:solidFill>
              </a:rPr>
              <a:t>提高功率因数</a:t>
            </a:r>
            <a:r>
              <a:rPr lang="en-US" altLang="zh-CN" b="1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41000" name="Rectangle 8">
            <a:extLst>
              <a:ext uri="{FF2B5EF4-FFF2-40B4-BE49-F238E27FC236}">
                <a16:creationId xmlns:a16="http://schemas.microsoft.com/office/drawing/2014/main" id="{F40FCE94-1EFE-5472-573B-7553193BD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2743200"/>
            <a:ext cx="2641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聚丙烯电容器</a:t>
            </a:r>
          </a:p>
          <a:p>
            <a:pPr algn="ctr" eaLnBrk="1" hangingPunct="1"/>
            <a:r>
              <a:rPr lang="en-US" altLang="zh-CN" b="1">
                <a:solidFill>
                  <a:schemeClr val="bg1"/>
                </a:solidFill>
              </a:rPr>
              <a:t>(</a:t>
            </a:r>
            <a:r>
              <a:rPr lang="zh-CN" altLang="en-US" sz="1600" b="1">
                <a:solidFill>
                  <a:schemeClr val="bg1"/>
                </a:solidFill>
              </a:rPr>
              <a:t>单相电机起动和连续运转</a:t>
            </a:r>
            <a:r>
              <a:rPr lang="en-US" altLang="zh-CN" sz="1600" b="1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41001" name="Rectangle 9">
            <a:extLst>
              <a:ext uri="{FF2B5EF4-FFF2-40B4-BE49-F238E27FC236}">
                <a16:creationId xmlns:a16="http://schemas.microsoft.com/office/drawing/2014/main" id="{518236D7-A2FD-56BB-1913-359B2BC6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791200"/>
            <a:ext cx="2362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陶瓷电容器</a:t>
            </a:r>
          </a:p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(20000V1000pF)</a:t>
            </a:r>
          </a:p>
        </p:txBody>
      </p:sp>
      <p:sp>
        <p:nvSpPr>
          <p:cNvPr id="341002" name="Rectangle 10">
            <a:extLst>
              <a:ext uri="{FF2B5EF4-FFF2-40B4-BE49-F238E27FC236}">
                <a16:creationId xmlns:a16="http://schemas.microsoft.com/office/drawing/2014/main" id="{4C3F23E6-17DE-6512-0543-5212D6572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730875"/>
            <a:ext cx="2514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涤纶电容</a:t>
            </a:r>
          </a:p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(250V0.47</a:t>
            </a: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</a:t>
            </a:r>
            <a:r>
              <a:rPr lang="en-US" altLang="zh-CN">
                <a:solidFill>
                  <a:schemeClr val="bg1"/>
                </a:solidFill>
              </a:rPr>
              <a:t>F)</a:t>
            </a:r>
          </a:p>
        </p:txBody>
      </p:sp>
      <p:sp>
        <p:nvSpPr>
          <p:cNvPr id="341003" name="Rectangle 11">
            <a:extLst>
              <a:ext uri="{FF2B5EF4-FFF2-40B4-BE49-F238E27FC236}">
                <a16:creationId xmlns:a16="http://schemas.microsoft.com/office/drawing/2014/main" id="{1EAA29F2-0010-D98D-00ED-0A78F5EEE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791200"/>
            <a:ext cx="213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电解电容器</a:t>
            </a:r>
          </a:p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(160V470 </a:t>
            </a: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</a:t>
            </a:r>
            <a:r>
              <a:rPr lang="en-US" altLang="zh-CN">
                <a:solidFill>
                  <a:schemeClr val="bg1"/>
                </a:solidFill>
              </a:rPr>
              <a:t> F)</a:t>
            </a:r>
          </a:p>
        </p:txBody>
      </p:sp>
      <p:sp>
        <p:nvSpPr>
          <p:cNvPr id="341004" name="Line 12">
            <a:extLst>
              <a:ext uri="{FF2B5EF4-FFF2-40B4-BE49-F238E27FC236}">
                <a16:creationId xmlns:a16="http://schemas.microsoft.com/office/drawing/2014/main" id="{BEF15BFF-F60B-423A-D275-8E18A866A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57200"/>
            <a:ext cx="304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05" name="Line 13">
            <a:extLst>
              <a:ext uri="{FF2B5EF4-FFF2-40B4-BE49-F238E27FC236}">
                <a16:creationId xmlns:a16="http://schemas.microsoft.com/office/drawing/2014/main" id="{640788B3-10FE-A40F-8746-85384AFE1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514600"/>
            <a:ext cx="304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41006" name="Picture 14" descr="ckaiyua1">
            <a:extLst>
              <a:ext uri="{FF2B5EF4-FFF2-40B4-BE49-F238E27FC236}">
                <a16:creationId xmlns:a16="http://schemas.microsoft.com/office/drawing/2014/main" id="{E91877B3-97CA-92E9-82F0-2448292B4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33375"/>
            <a:ext cx="3962400" cy="2341563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1007" name="Line 15">
            <a:extLst>
              <a:ext uri="{FF2B5EF4-FFF2-40B4-BE49-F238E27FC236}">
                <a16:creationId xmlns:a16="http://schemas.microsoft.com/office/drawing/2014/main" id="{74EC4D84-CBF5-153B-2B4A-00D213DB8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425" y="533400"/>
            <a:ext cx="409575" cy="15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08" name="Line 16">
            <a:extLst>
              <a:ext uri="{FF2B5EF4-FFF2-40B4-BE49-F238E27FC236}">
                <a16:creationId xmlns:a16="http://schemas.microsoft.com/office/drawing/2014/main" id="{7C160857-750B-89E6-B97E-01D13CEEEF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425" y="2590800"/>
            <a:ext cx="409575" cy="15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09" name="Line 17">
            <a:extLst>
              <a:ext uri="{FF2B5EF4-FFF2-40B4-BE49-F238E27FC236}">
                <a16:creationId xmlns:a16="http://schemas.microsoft.com/office/drawing/2014/main" id="{F72F7530-A40A-2735-D6B8-2D375AE9F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9825" y="533400"/>
            <a:ext cx="1588" cy="2057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10" name="Text Box 18">
            <a:extLst>
              <a:ext uri="{FF2B5EF4-FFF2-40B4-BE49-F238E27FC236}">
                <a16:creationId xmlns:a16="http://schemas.microsoft.com/office/drawing/2014/main" id="{A95C2C4F-C25A-8DA2-11A7-4B912DFB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25" y="976313"/>
            <a:ext cx="892175" cy="1004887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12</a:t>
            </a:r>
            <a:endParaRPr lang="en-US" altLang="zh-CN" sz="800" b="1">
              <a:solidFill>
                <a:srgbClr val="FFFF00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厘米</a:t>
            </a:r>
          </a:p>
        </p:txBody>
      </p:sp>
      <p:pic>
        <p:nvPicPr>
          <p:cNvPr id="341011" name="Picture 19" descr="cbb60qw">
            <a:extLst>
              <a:ext uri="{FF2B5EF4-FFF2-40B4-BE49-F238E27FC236}">
                <a16:creationId xmlns:a16="http://schemas.microsoft.com/office/drawing/2014/main" id="{39F83142-28A2-BA42-5E9A-32E50EF5B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381000"/>
            <a:ext cx="1524000" cy="229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1012" name="Line 20">
            <a:extLst>
              <a:ext uri="{FF2B5EF4-FFF2-40B4-BE49-F238E27FC236}">
                <a16:creationId xmlns:a16="http://schemas.microsoft.com/office/drawing/2014/main" id="{89A8EB36-10A3-5C46-2DEA-87D851BBF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" y="3732213"/>
            <a:ext cx="409575" cy="1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13" name="Line 21">
            <a:extLst>
              <a:ext uri="{FF2B5EF4-FFF2-40B4-BE49-F238E27FC236}">
                <a16:creationId xmlns:a16="http://schemas.microsoft.com/office/drawing/2014/main" id="{BD3DC989-DAA9-E498-9062-0F3E931D2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" y="5637213"/>
            <a:ext cx="409575" cy="1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14" name="Line 22">
            <a:extLst>
              <a:ext uri="{FF2B5EF4-FFF2-40B4-BE49-F238E27FC236}">
                <a16:creationId xmlns:a16="http://schemas.microsoft.com/office/drawing/2014/main" id="{10456DDC-D381-4BEC-8086-832FC62009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732213"/>
            <a:ext cx="1588" cy="1906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15" name="Text Box 23">
            <a:extLst>
              <a:ext uri="{FF2B5EF4-FFF2-40B4-BE49-F238E27FC236}">
                <a16:creationId xmlns:a16="http://schemas.microsoft.com/office/drawing/2014/main" id="{463878A6-DF91-0E86-A7FA-9756C03FA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5" y="4176713"/>
            <a:ext cx="892175" cy="1004887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2.5</a:t>
            </a:r>
            <a:endParaRPr lang="en-US" altLang="zh-CN" sz="800" b="1">
              <a:solidFill>
                <a:srgbClr val="FFFF00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厘米</a:t>
            </a:r>
          </a:p>
        </p:txBody>
      </p:sp>
      <p:sp>
        <p:nvSpPr>
          <p:cNvPr id="341016" name="Line 24">
            <a:extLst>
              <a:ext uri="{FF2B5EF4-FFF2-40B4-BE49-F238E27FC236}">
                <a16:creationId xmlns:a16="http://schemas.microsoft.com/office/drawing/2014/main" id="{DD5E9C4C-106F-088F-5F0E-8E7088AEF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5025" y="3732213"/>
            <a:ext cx="409575" cy="1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017" name="Line 25">
            <a:extLst>
              <a:ext uri="{FF2B5EF4-FFF2-40B4-BE49-F238E27FC236}">
                <a16:creationId xmlns:a16="http://schemas.microsoft.com/office/drawing/2014/main" id="{430C40C2-53EE-67F4-7E23-C863C0EB32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5025" y="5637213"/>
            <a:ext cx="409575" cy="1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41018" name="Picture 26" descr="2000v1000p瓷介电容器">
            <a:extLst>
              <a:ext uri="{FF2B5EF4-FFF2-40B4-BE49-F238E27FC236}">
                <a16:creationId xmlns:a16="http://schemas.microsoft.com/office/drawing/2014/main" id="{99642F7A-2396-4DCE-912D-045EE176E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657600"/>
            <a:ext cx="1828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1019" name="Text Box 27">
            <a:extLst>
              <a:ext uri="{FF2B5EF4-FFF2-40B4-BE49-F238E27FC236}">
                <a16:creationId xmlns:a16="http://schemas.microsoft.com/office/drawing/2014/main" id="{6AB630E5-0FB9-5C2E-0169-DB93B8FA1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90600"/>
            <a:ext cx="892175" cy="1004888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70</a:t>
            </a:r>
          </a:p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厘米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4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4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4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4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4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4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4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4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4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4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4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4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4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6" grpId="0" animBg="1" autoUpdateAnimBg="0"/>
      <p:bldP spid="340999" grpId="0" autoUpdateAnimBg="0"/>
      <p:bldP spid="341000" grpId="0" autoUpdateAnimBg="0"/>
      <p:bldP spid="341001" grpId="0" autoUpdateAnimBg="0"/>
      <p:bldP spid="341002" grpId="0" autoUpdateAnimBg="0"/>
      <p:bldP spid="341003" grpId="0" autoUpdateAnimBg="0"/>
      <p:bldP spid="341010" grpId="0" animBg="1" autoUpdateAnimBg="0"/>
      <p:bldP spid="341015" grpId="0" animBg="1" autoUpdateAnimBg="0"/>
      <p:bldP spid="341019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Text Box 2">
            <a:extLst>
              <a:ext uri="{FF2B5EF4-FFF2-40B4-BE49-F238E27FC236}">
                <a16:creationId xmlns:a16="http://schemas.microsoft.com/office/drawing/2014/main" id="{23401215-C685-F9FA-1567-052319B68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304800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电介质的极化  束缚电荷</a:t>
            </a:r>
          </a:p>
        </p:txBody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9135A9BB-6968-F792-BC10-3B451265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14400"/>
            <a:ext cx="141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无极分子</a:t>
            </a:r>
          </a:p>
        </p:txBody>
      </p:sp>
      <p:sp>
        <p:nvSpPr>
          <p:cNvPr id="286724" name="Text Box 4">
            <a:extLst>
              <a:ext uri="{FF2B5EF4-FFF2-40B4-BE49-F238E27FC236}">
                <a16:creationId xmlns:a16="http://schemas.microsoft.com/office/drawing/2014/main" id="{1C614D3D-A175-711F-BA55-1B65C108F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475" y="914400"/>
            <a:ext cx="161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有极分子</a:t>
            </a:r>
          </a:p>
        </p:txBody>
      </p:sp>
      <p:pic>
        <p:nvPicPr>
          <p:cNvPr id="286725" name="Picture 5" descr="art98">
            <a:extLst>
              <a:ext uri="{FF2B5EF4-FFF2-40B4-BE49-F238E27FC236}">
                <a16:creationId xmlns:a16="http://schemas.microsoft.com/office/drawing/2014/main" id="{BBE6006E-CF5E-CC0A-C33A-67E27E8AE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76400"/>
            <a:ext cx="2209800" cy="216058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26" name="Picture 6" descr="art99">
            <a:extLst>
              <a:ext uri="{FF2B5EF4-FFF2-40B4-BE49-F238E27FC236}">
                <a16:creationId xmlns:a16="http://schemas.microsoft.com/office/drawing/2014/main" id="{C455FB27-BFD2-6FC8-C034-2FFE948FE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275" y="1735138"/>
            <a:ext cx="2667000" cy="19875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27" name="Oval 7">
            <a:extLst>
              <a:ext uri="{FF2B5EF4-FFF2-40B4-BE49-F238E27FC236}">
                <a16:creationId xmlns:a16="http://schemas.microsoft.com/office/drawing/2014/main" id="{B7B3739C-F89C-B121-E4F3-615D7DD49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663" y="2349500"/>
            <a:ext cx="479425" cy="46355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505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</a:t>
            </a:r>
            <a:endParaRPr lang="en-US" altLang="zh-CN" sz="3600" b="1">
              <a:solidFill>
                <a:srgbClr val="FF5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28" name="Oval 8">
            <a:extLst>
              <a:ext uri="{FF2B5EF4-FFF2-40B4-BE49-F238E27FC236}">
                <a16:creationId xmlns:a16="http://schemas.microsoft.com/office/drawing/2014/main" id="{44CC3C3D-A853-FFBA-BB7B-9C6972FE80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33988" y="1905000"/>
            <a:ext cx="455612" cy="13335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5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</a:p>
          <a:p>
            <a:pPr eaLnBrk="1" hangingPunct="1"/>
            <a:r>
              <a:rPr lang="en-US" altLang="zh-CN" b="1">
                <a:solidFill>
                  <a:srgbClr val="FF5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eaLnBrk="1" hangingPunct="1"/>
            <a:r>
              <a:rPr lang="en-US" altLang="zh-CN" b="1">
                <a:solidFill>
                  <a:srgbClr val="FF5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</a:p>
        </p:txBody>
      </p:sp>
      <p:sp>
        <p:nvSpPr>
          <p:cNvPr id="286729" name="Line 9">
            <a:extLst>
              <a:ext uri="{FF2B5EF4-FFF2-40B4-BE49-F238E27FC236}">
                <a16:creationId xmlns:a16="http://schemas.microsoft.com/office/drawing/2014/main" id="{508B8A8A-996C-A69C-5541-BB774E1BD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9888" y="2324100"/>
            <a:ext cx="0" cy="5715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730" name="Object 10">
            <a:extLst>
              <a:ext uri="{FF2B5EF4-FFF2-40B4-BE49-F238E27FC236}">
                <a16:creationId xmlns:a16="http://schemas.microsoft.com/office/drawing/2014/main" id="{D6BA7567-0464-DA00-DFF9-5567338733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3429000"/>
          <a:ext cx="977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9578" imgH="388537" progId="Equation.3">
                  <p:embed/>
                </p:oleObj>
              </mc:Choice>
              <mc:Fallback>
                <p:oleObj name="Equation" r:id="rId4" imgW="929578" imgH="388537" progId="Equation.3">
                  <p:embed/>
                  <p:pic>
                    <p:nvPicPr>
                      <p:cNvPr id="286730" name="Object 10">
                        <a:extLst>
                          <a:ext uri="{FF2B5EF4-FFF2-40B4-BE49-F238E27FC236}">
                            <a16:creationId xmlns:a16="http://schemas.microsoft.com/office/drawing/2014/main" id="{D6BA7567-0464-DA00-DFF9-556733873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429000"/>
                        <a:ext cx="977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1" name="Text Box 11">
            <a:extLst>
              <a:ext uri="{FF2B5EF4-FFF2-40B4-BE49-F238E27FC236}">
                <a16:creationId xmlns:a16="http://schemas.microsoft.com/office/drawing/2014/main" id="{E5A61D2D-0572-E864-9869-A294A5B76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4287838"/>
            <a:ext cx="360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无外场时</a:t>
            </a:r>
            <a:r>
              <a:rPr lang="en-GB" altLang="zh-CN" b="1">
                <a:solidFill>
                  <a:schemeClr val="bg1"/>
                </a:solidFill>
              </a:rPr>
              <a:t>(</a:t>
            </a:r>
            <a:r>
              <a:rPr lang="zh-CN" altLang="en-US" b="1">
                <a:solidFill>
                  <a:schemeClr val="bg1"/>
                </a:solidFill>
              </a:rPr>
              <a:t>热运动</a:t>
            </a:r>
            <a:r>
              <a:rPr lang="en-US" altLang="zh-CN" b="1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86732" name="Rectangle 12">
            <a:extLst>
              <a:ext uri="{FF2B5EF4-FFF2-40B4-BE49-F238E27FC236}">
                <a16:creationId xmlns:a16="http://schemas.microsoft.com/office/drawing/2014/main" id="{C84527D0-0B6F-CBD2-847D-9C12E3ACF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953000"/>
            <a:ext cx="2286000" cy="1143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104811B1-9693-5164-F52A-19E332EDFD94}"/>
              </a:ext>
            </a:extLst>
          </p:cNvPr>
          <p:cNvGrpSpPr>
            <a:grpSpLocks/>
          </p:cNvGrpSpPr>
          <p:nvPr/>
        </p:nvGrpSpPr>
        <p:grpSpPr bwMode="auto">
          <a:xfrm>
            <a:off x="1609725" y="5041900"/>
            <a:ext cx="1828800" cy="990600"/>
            <a:chOff x="3744" y="3072"/>
            <a:chExt cx="1152" cy="624"/>
          </a:xfrm>
        </p:grpSpPr>
        <p:sp>
          <p:nvSpPr>
            <p:cNvPr id="21544" name="Oval 14">
              <a:extLst>
                <a:ext uri="{FF2B5EF4-FFF2-40B4-BE49-F238E27FC236}">
                  <a16:creationId xmlns:a16="http://schemas.microsoft.com/office/drawing/2014/main" id="{C81D0980-5078-234C-28A1-96CC7771C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12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45" name="Oval 15">
              <a:extLst>
                <a:ext uri="{FF2B5EF4-FFF2-40B4-BE49-F238E27FC236}">
                  <a16:creationId xmlns:a16="http://schemas.microsoft.com/office/drawing/2014/main" id="{BD6F14AF-0E08-ED20-0987-2607C3F09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408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46" name="Oval 16">
              <a:extLst>
                <a:ext uri="{FF2B5EF4-FFF2-40B4-BE49-F238E27FC236}">
                  <a16:creationId xmlns:a16="http://schemas.microsoft.com/office/drawing/2014/main" id="{8DEB1DAE-679A-EA1F-5CF6-B8F14E044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60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47" name="Oval 17">
              <a:extLst>
                <a:ext uri="{FF2B5EF4-FFF2-40B4-BE49-F238E27FC236}">
                  <a16:creationId xmlns:a16="http://schemas.microsoft.com/office/drawing/2014/main" id="{6C53E779-926F-BA82-E840-84CA42AF5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12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48" name="Oval 18">
              <a:extLst>
                <a:ext uri="{FF2B5EF4-FFF2-40B4-BE49-F238E27FC236}">
                  <a16:creationId xmlns:a16="http://schemas.microsoft.com/office/drawing/2014/main" id="{0BE00846-91FD-0AD3-EB8D-B0F27C6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312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49" name="Oval 19">
              <a:extLst>
                <a:ext uri="{FF2B5EF4-FFF2-40B4-BE49-F238E27FC236}">
                  <a16:creationId xmlns:a16="http://schemas.microsoft.com/office/drawing/2014/main" id="{8892A097-7C77-F321-7A6D-7FAC2755C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2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0" name="Oval 20">
              <a:extLst>
                <a:ext uri="{FF2B5EF4-FFF2-40B4-BE49-F238E27FC236}">
                  <a16:creationId xmlns:a16="http://schemas.microsoft.com/office/drawing/2014/main" id="{C7F02DE3-A90B-178F-4992-81F5C111A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408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1" name="Oval 21">
              <a:extLst>
                <a:ext uri="{FF2B5EF4-FFF2-40B4-BE49-F238E27FC236}">
                  <a16:creationId xmlns:a16="http://schemas.microsoft.com/office/drawing/2014/main" id="{C1B170D8-FD6A-2516-93A8-565CD6581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216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2" name="Oval 22">
              <a:extLst>
                <a:ext uri="{FF2B5EF4-FFF2-40B4-BE49-F238E27FC236}">
                  <a16:creationId xmlns:a16="http://schemas.microsoft.com/office/drawing/2014/main" id="{46276706-10DA-40D4-BF1E-5A03FAB3B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168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3" name="Oval 23">
              <a:extLst>
                <a:ext uri="{FF2B5EF4-FFF2-40B4-BE49-F238E27FC236}">
                  <a16:creationId xmlns:a16="http://schemas.microsoft.com/office/drawing/2014/main" id="{DCC85E6A-5DE8-C325-BC46-C731371EE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36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4" name="Oval 24">
              <a:extLst>
                <a:ext uri="{FF2B5EF4-FFF2-40B4-BE49-F238E27FC236}">
                  <a16:creationId xmlns:a16="http://schemas.microsoft.com/office/drawing/2014/main" id="{4A4C1EDA-0B1C-02C0-4CED-C79D289CB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312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5" name="Oval 25">
              <a:extLst>
                <a:ext uri="{FF2B5EF4-FFF2-40B4-BE49-F238E27FC236}">
                  <a16:creationId xmlns:a16="http://schemas.microsoft.com/office/drawing/2014/main" id="{7D327002-5043-858A-A668-B54B0B3B2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504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6" name="Oval 26">
              <a:extLst>
                <a:ext uri="{FF2B5EF4-FFF2-40B4-BE49-F238E27FC236}">
                  <a16:creationId xmlns:a16="http://schemas.microsoft.com/office/drawing/2014/main" id="{C4911A55-BB42-50DF-D64C-D123D6E80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60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7" name="Oval 27">
              <a:extLst>
                <a:ext uri="{FF2B5EF4-FFF2-40B4-BE49-F238E27FC236}">
                  <a16:creationId xmlns:a16="http://schemas.microsoft.com/office/drawing/2014/main" id="{5E5B0108-79A3-43C0-6154-B34BD3EAF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072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8" name="Oval 28">
              <a:extLst>
                <a:ext uri="{FF2B5EF4-FFF2-40B4-BE49-F238E27FC236}">
                  <a16:creationId xmlns:a16="http://schemas.microsoft.com/office/drawing/2014/main" id="{90486012-DFDC-319E-49F7-2EF9A0112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504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9" name="Oval 29">
              <a:extLst>
                <a:ext uri="{FF2B5EF4-FFF2-40B4-BE49-F238E27FC236}">
                  <a16:creationId xmlns:a16="http://schemas.microsoft.com/office/drawing/2014/main" id="{AD0B4704-9A08-62A0-21F0-A10868F01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552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0" name="Oval 30">
              <a:extLst>
                <a:ext uri="{FF2B5EF4-FFF2-40B4-BE49-F238E27FC236}">
                  <a16:creationId xmlns:a16="http://schemas.microsoft.com/office/drawing/2014/main" id="{52358D0B-7104-3C8A-F586-14925C0F0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264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1" name="Oval 31">
              <a:extLst>
                <a:ext uri="{FF2B5EF4-FFF2-40B4-BE49-F238E27FC236}">
                  <a16:creationId xmlns:a16="http://schemas.microsoft.com/office/drawing/2014/main" id="{2457FFC8-E046-7643-5663-644494E84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504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2" name="Oval 32">
              <a:extLst>
                <a:ext uri="{FF2B5EF4-FFF2-40B4-BE49-F238E27FC236}">
                  <a16:creationId xmlns:a16="http://schemas.microsoft.com/office/drawing/2014/main" id="{E54D3657-B2D3-3C2A-6B3E-6F8785EB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456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3" name="Oval 33">
              <a:extLst>
                <a:ext uri="{FF2B5EF4-FFF2-40B4-BE49-F238E27FC236}">
                  <a16:creationId xmlns:a16="http://schemas.microsoft.com/office/drawing/2014/main" id="{D85A5987-74FB-F209-9E88-9795BFEA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168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4" name="Oval 34">
              <a:extLst>
                <a:ext uri="{FF2B5EF4-FFF2-40B4-BE49-F238E27FC236}">
                  <a16:creationId xmlns:a16="http://schemas.microsoft.com/office/drawing/2014/main" id="{B31960AF-41B5-353B-BE63-8BC194C8B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12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5" name="Oval 35">
              <a:extLst>
                <a:ext uri="{FF2B5EF4-FFF2-40B4-BE49-F238E27FC236}">
                  <a16:creationId xmlns:a16="http://schemas.microsoft.com/office/drawing/2014/main" id="{6F8189DA-E7E6-DA7D-8D1F-791974B23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168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6" name="Oval 36">
              <a:extLst>
                <a:ext uri="{FF2B5EF4-FFF2-40B4-BE49-F238E27FC236}">
                  <a16:creationId xmlns:a16="http://schemas.microsoft.com/office/drawing/2014/main" id="{4FA6A9D0-5CF6-3254-9C4E-054FA2267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60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7" name="Oval 37">
              <a:extLst>
                <a:ext uri="{FF2B5EF4-FFF2-40B4-BE49-F238E27FC236}">
                  <a16:creationId xmlns:a16="http://schemas.microsoft.com/office/drawing/2014/main" id="{D372D240-AC2A-D93A-1383-B04E25906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072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8" name="Oval 38">
              <a:extLst>
                <a:ext uri="{FF2B5EF4-FFF2-40B4-BE49-F238E27FC236}">
                  <a16:creationId xmlns:a16="http://schemas.microsoft.com/office/drawing/2014/main" id="{12C93732-55BA-9B90-DABC-C0AA16251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9" name="Oval 39">
              <a:extLst>
                <a:ext uri="{FF2B5EF4-FFF2-40B4-BE49-F238E27FC236}">
                  <a16:creationId xmlns:a16="http://schemas.microsoft.com/office/drawing/2014/main" id="{5D916BB7-97F0-AE1E-9208-281E2CB54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60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70" name="Oval 40">
              <a:extLst>
                <a:ext uri="{FF2B5EF4-FFF2-40B4-BE49-F238E27FC236}">
                  <a16:creationId xmlns:a16="http://schemas.microsoft.com/office/drawing/2014/main" id="{4C2A96AE-3140-5C0F-23C5-717EC268D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72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71" name="Oval 41">
              <a:extLst>
                <a:ext uri="{FF2B5EF4-FFF2-40B4-BE49-F238E27FC236}">
                  <a16:creationId xmlns:a16="http://schemas.microsoft.com/office/drawing/2014/main" id="{90F9A51A-D062-B379-C2EF-CDCC64243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00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72" name="Oval 42">
              <a:extLst>
                <a:ext uri="{FF2B5EF4-FFF2-40B4-BE49-F238E27FC236}">
                  <a16:creationId xmlns:a16="http://schemas.microsoft.com/office/drawing/2014/main" id="{41E2998B-2F1C-5DAF-674D-72084E72F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648"/>
              <a:ext cx="48" cy="4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pSp>
        <p:nvGrpSpPr>
          <p:cNvPr id="3" name="Group 43">
            <a:extLst>
              <a:ext uri="{FF2B5EF4-FFF2-40B4-BE49-F238E27FC236}">
                <a16:creationId xmlns:a16="http://schemas.microsoft.com/office/drawing/2014/main" id="{76107E02-F2B8-97D1-6133-C32C89107E5F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4953000"/>
            <a:ext cx="2362200" cy="1143000"/>
            <a:chOff x="3944" y="3344"/>
            <a:chExt cx="1488" cy="720"/>
          </a:xfrm>
        </p:grpSpPr>
        <p:sp>
          <p:nvSpPr>
            <p:cNvPr id="21521" name="Rectangle 44">
              <a:extLst>
                <a:ext uri="{FF2B5EF4-FFF2-40B4-BE49-F238E27FC236}">
                  <a16:creationId xmlns:a16="http://schemas.microsoft.com/office/drawing/2014/main" id="{56220767-899C-96A2-422F-24954BB62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3344"/>
              <a:ext cx="1488" cy="72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21522" name="Group 45">
              <a:extLst>
                <a:ext uri="{FF2B5EF4-FFF2-40B4-BE49-F238E27FC236}">
                  <a16:creationId xmlns:a16="http://schemas.microsoft.com/office/drawing/2014/main" id="{B5783EE0-2C20-4986-69CC-6C7B11040B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5" y="3408"/>
              <a:ext cx="1296" cy="600"/>
              <a:chOff x="4045" y="3408"/>
              <a:chExt cx="1296" cy="600"/>
            </a:xfrm>
          </p:grpSpPr>
          <p:sp>
            <p:nvSpPr>
              <p:cNvPr id="21523" name="Line 46">
                <a:extLst>
                  <a:ext uri="{FF2B5EF4-FFF2-40B4-BE49-F238E27FC236}">
                    <a16:creationId xmlns:a16="http://schemas.microsoft.com/office/drawing/2014/main" id="{F9F38CC3-7053-FE91-C42D-658A03348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9" y="3432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4" name="Line 47">
                <a:extLst>
                  <a:ext uri="{FF2B5EF4-FFF2-40B4-BE49-F238E27FC236}">
                    <a16:creationId xmlns:a16="http://schemas.microsoft.com/office/drawing/2014/main" id="{A9655B2E-6B02-3B56-B3EA-180E84ED5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3" y="3624"/>
                <a:ext cx="240" cy="96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5" name="Line 48">
                <a:extLst>
                  <a:ext uri="{FF2B5EF4-FFF2-40B4-BE49-F238E27FC236}">
                    <a16:creationId xmlns:a16="http://schemas.microsoft.com/office/drawing/2014/main" id="{CF2D69A6-09AD-8FD6-DBD7-C5A82FBF1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1" y="3528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6" name="Line 49">
                <a:extLst>
                  <a:ext uri="{FF2B5EF4-FFF2-40B4-BE49-F238E27FC236}">
                    <a16:creationId xmlns:a16="http://schemas.microsoft.com/office/drawing/2014/main" id="{111C48BB-2D12-F195-3D04-FE79C14C61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69" y="3480"/>
                <a:ext cx="192" cy="144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7" name="Line 50">
                <a:extLst>
                  <a:ext uri="{FF2B5EF4-FFF2-40B4-BE49-F238E27FC236}">
                    <a16:creationId xmlns:a16="http://schemas.microsoft.com/office/drawing/2014/main" id="{77622B9F-FE50-B9C3-AEAD-4B91BF7652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89" y="372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8" name="Line 51">
                <a:extLst>
                  <a:ext uri="{FF2B5EF4-FFF2-40B4-BE49-F238E27FC236}">
                    <a16:creationId xmlns:a16="http://schemas.microsoft.com/office/drawing/2014/main" id="{8089844D-454D-23E7-1D80-F04A311413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33" y="3576"/>
                <a:ext cx="192" cy="144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9" name="Line 52">
                <a:extLst>
                  <a:ext uri="{FF2B5EF4-FFF2-40B4-BE49-F238E27FC236}">
                    <a16:creationId xmlns:a16="http://schemas.microsoft.com/office/drawing/2014/main" id="{0DEB5DDD-CBA2-F5E9-C011-F59769D59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7" y="3720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0" name="Line 53">
                <a:extLst>
                  <a:ext uri="{FF2B5EF4-FFF2-40B4-BE49-F238E27FC236}">
                    <a16:creationId xmlns:a16="http://schemas.microsoft.com/office/drawing/2014/main" id="{250E2A09-6EA5-EDB8-84A7-7619FCE1D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65" y="3720"/>
                <a:ext cx="144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1" name="Line 54">
                <a:extLst>
                  <a:ext uri="{FF2B5EF4-FFF2-40B4-BE49-F238E27FC236}">
                    <a16:creationId xmlns:a16="http://schemas.microsoft.com/office/drawing/2014/main" id="{40BD7A82-AB2F-42A7-2B03-EDBEDBEE5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9" y="348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2" name="Line 55">
                <a:extLst>
                  <a:ext uri="{FF2B5EF4-FFF2-40B4-BE49-F238E27FC236}">
                    <a16:creationId xmlns:a16="http://schemas.microsoft.com/office/drawing/2014/main" id="{A46188C5-67A9-A2AF-DEB7-DE718337E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49" y="3432"/>
                <a:ext cx="96" cy="24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3" name="Line 56">
                <a:extLst>
                  <a:ext uri="{FF2B5EF4-FFF2-40B4-BE49-F238E27FC236}">
                    <a16:creationId xmlns:a16="http://schemas.microsoft.com/office/drawing/2014/main" id="{03FC3E68-56A4-0CBD-81FF-E3B164305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1" y="3816"/>
                <a:ext cx="96" cy="144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4" name="Line 57">
                <a:extLst>
                  <a:ext uri="{FF2B5EF4-FFF2-40B4-BE49-F238E27FC236}">
                    <a16:creationId xmlns:a16="http://schemas.microsoft.com/office/drawing/2014/main" id="{2D68B3EB-6E79-B5DC-AB37-036876E23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7" y="3672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5" name="Line 58">
                <a:extLst>
                  <a:ext uri="{FF2B5EF4-FFF2-40B4-BE49-F238E27FC236}">
                    <a16:creationId xmlns:a16="http://schemas.microsoft.com/office/drawing/2014/main" id="{907A37F1-1B50-041D-F41E-AACC3BC9D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45" y="3912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6" name="Line 59">
                <a:extLst>
                  <a:ext uri="{FF2B5EF4-FFF2-40B4-BE49-F238E27FC236}">
                    <a16:creationId xmlns:a16="http://schemas.microsoft.com/office/drawing/2014/main" id="{4A550229-8EE8-9F4A-C584-F37131113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45" y="3672"/>
                <a:ext cx="48" cy="144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7" name="Line 60">
                <a:extLst>
                  <a:ext uri="{FF2B5EF4-FFF2-40B4-BE49-F238E27FC236}">
                    <a16:creationId xmlns:a16="http://schemas.microsoft.com/office/drawing/2014/main" id="{15A446F0-84C5-E073-F68A-C4CAA1C886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9" y="381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8" name="Line 61">
                <a:extLst>
                  <a:ext uri="{FF2B5EF4-FFF2-40B4-BE49-F238E27FC236}">
                    <a16:creationId xmlns:a16="http://schemas.microsoft.com/office/drawing/2014/main" id="{EBA029F0-8367-089B-B33F-34055C6848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3" y="376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9" name="Line 62">
                <a:extLst>
                  <a:ext uri="{FF2B5EF4-FFF2-40B4-BE49-F238E27FC236}">
                    <a16:creationId xmlns:a16="http://schemas.microsoft.com/office/drawing/2014/main" id="{EF96805D-494F-576F-1F20-6C2D6427D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93" y="3576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0" name="Line 63">
                <a:extLst>
                  <a:ext uri="{FF2B5EF4-FFF2-40B4-BE49-F238E27FC236}">
                    <a16:creationId xmlns:a16="http://schemas.microsoft.com/office/drawing/2014/main" id="{0280EEB0-159F-0C45-96C9-F0D45AC19F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67520">
                <a:off x="4560" y="3408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1" name="Line 64">
                <a:extLst>
                  <a:ext uri="{FF2B5EF4-FFF2-40B4-BE49-F238E27FC236}">
                    <a16:creationId xmlns:a16="http://schemas.microsoft.com/office/drawing/2014/main" id="{2FB90328-D014-0FDC-403F-EF3190C81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4912194" flipV="1">
                <a:off x="4024" y="3448"/>
                <a:ext cx="192" cy="144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2" name="Line 65">
                <a:extLst>
                  <a:ext uri="{FF2B5EF4-FFF2-40B4-BE49-F238E27FC236}">
                    <a16:creationId xmlns:a16="http://schemas.microsoft.com/office/drawing/2014/main" id="{985ABA86-748A-CC2C-B994-4F8E8EE38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7" y="3816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3" name="Line 66">
                <a:extLst>
                  <a:ext uri="{FF2B5EF4-FFF2-40B4-BE49-F238E27FC236}">
                    <a16:creationId xmlns:a16="http://schemas.microsoft.com/office/drawing/2014/main" id="{883F3267-5A3D-069D-DEC8-F78B5104A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09" y="3768"/>
                <a:ext cx="48" cy="192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86787" name="Oval 67">
            <a:extLst>
              <a:ext uri="{FF2B5EF4-FFF2-40B4-BE49-F238E27FC236}">
                <a16:creationId xmlns:a16="http://schemas.microsoft.com/office/drawing/2014/main" id="{FF2DE566-1293-CD91-C965-6F269CF69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334000"/>
            <a:ext cx="1752600" cy="1143000"/>
          </a:xfrm>
          <a:prstGeom prst="ellipse">
            <a:avLst/>
          </a:prstGeom>
          <a:solidFill>
            <a:srgbClr val="006699"/>
          </a:solidFill>
          <a:ln w="28575">
            <a:solidFill>
              <a:srgbClr val="66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整体对外</a:t>
            </a:r>
          </a:p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不显电性</a:t>
            </a:r>
          </a:p>
        </p:txBody>
      </p:sp>
      <p:graphicFrame>
        <p:nvGraphicFramePr>
          <p:cNvPr id="286788" name="Object 68">
            <a:extLst>
              <a:ext uri="{FF2B5EF4-FFF2-40B4-BE49-F238E27FC236}">
                <a16:creationId xmlns:a16="http://schemas.microsoft.com/office/drawing/2014/main" id="{06726E18-CAE9-58D2-CC0B-5C938B0490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124200"/>
          <a:ext cx="9366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2513" imgH="152622" progId="Equation.DSMT4">
                  <p:embed/>
                </p:oleObj>
              </mc:Choice>
              <mc:Fallback>
                <p:oleObj name="Equation" r:id="rId6" imgW="312513" imgH="152622" progId="Equation.DSMT4">
                  <p:embed/>
                  <p:pic>
                    <p:nvPicPr>
                      <p:cNvPr id="286788" name="Object 68">
                        <a:extLst>
                          <a:ext uri="{FF2B5EF4-FFF2-40B4-BE49-F238E27FC236}">
                            <a16:creationId xmlns:a16="http://schemas.microsoft.com/office/drawing/2014/main" id="{06726E18-CAE9-58D2-CC0B-5C938B0490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124200"/>
                        <a:ext cx="9366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8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8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autoUpdateAnimBg="0"/>
      <p:bldP spid="286723" grpId="0" autoUpdateAnimBg="0"/>
      <p:bldP spid="286724" grpId="0" autoUpdateAnimBg="0"/>
      <p:bldP spid="286727" grpId="0" animBg="1" autoUpdateAnimBg="0"/>
      <p:bldP spid="286728" grpId="0" animBg="1" autoUpdateAnimBg="0"/>
      <p:bldP spid="286731" grpId="0" autoUpdateAnimBg="0"/>
      <p:bldP spid="286732" grpId="0" animBg="1"/>
      <p:bldP spid="286787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2651FBAC-2713-A61D-E42B-EBECD3EFA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06775"/>
            <a:ext cx="2133600" cy="1181100"/>
          </a:xfrm>
          <a:prstGeom prst="rect">
            <a:avLst/>
          </a:prstGeom>
          <a:solidFill>
            <a:schemeClr val="hlink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80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2909C69-0654-73F7-26C1-625F04959FF6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254375"/>
            <a:ext cx="2322513" cy="1414463"/>
            <a:chOff x="1499" y="878"/>
            <a:chExt cx="1882" cy="891"/>
          </a:xfrm>
        </p:grpSpPr>
        <p:sp>
          <p:nvSpPr>
            <p:cNvPr id="22559" name="Rectangle 4">
              <a:extLst>
                <a:ext uri="{FF2B5EF4-FFF2-40B4-BE49-F238E27FC236}">
                  <a16:creationId xmlns:a16="http://schemas.microsoft.com/office/drawing/2014/main" id="{9BF9915C-2518-FD6C-F44B-85121367C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878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2560" name="Rectangle 5">
              <a:extLst>
                <a:ext uri="{FF2B5EF4-FFF2-40B4-BE49-F238E27FC236}">
                  <a16:creationId xmlns:a16="http://schemas.microsoft.com/office/drawing/2014/main" id="{CC5013D2-7EA0-3B5B-4C9B-42880CB95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974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2561" name="Rectangle 6">
              <a:extLst>
                <a:ext uri="{FF2B5EF4-FFF2-40B4-BE49-F238E27FC236}">
                  <a16:creationId xmlns:a16="http://schemas.microsoft.com/office/drawing/2014/main" id="{FB52D92A-64C0-02F9-93C0-5D0E0CBBB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1070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2562" name="Rectangle 7">
              <a:extLst>
                <a:ext uri="{FF2B5EF4-FFF2-40B4-BE49-F238E27FC236}">
                  <a16:creationId xmlns:a16="http://schemas.microsoft.com/office/drawing/2014/main" id="{DC44114B-DBFA-FAA1-5107-DDD07A7D4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1166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2563" name="Rectangle 8">
              <a:extLst>
                <a:ext uri="{FF2B5EF4-FFF2-40B4-BE49-F238E27FC236}">
                  <a16:creationId xmlns:a16="http://schemas.microsoft.com/office/drawing/2014/main" id="{1D3493B3-396F-173C-0B28-C30C2DB53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1262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2564" name="Rectangle 9">
              <a:extLst>
                <a:ext uri="{FF2B5EF4-FFF2-40B4-BE49-F238E27FC236}">
                  <a16:creationId xmlns:a16="http://schemas.microsoft.com/office/drawing/2014/main" id="{ACFBBB9C-F1B9-6291-5E70-D141D370E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1358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2565" name="Rectangle 10">
              <a:extLst>
                <a:ext uri="{FF2B5EF4-FFF2-40B4-BE49-F238E27FC236}">
                  <a16:creationId xmlns:a16="http://schemas.microsoft.com/office/drawing/2014/main" id="{AC432E4E-B0D0-FADA-1AF5-B587EC657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1442"/>
              <a:ext cx="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2566" name="Rectangle 11">
              <a:extLst>
                <a:ext uri="{FF2B5EF4-FFF2-40B4-BE49-F238E27FC236}">
                  <a16:creationId xmlns:a16="http://schemas.microsoft.com/office/drawing/2014/main" id="{30A9A421-950E-C660-3E6F-B994899F1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5" y="941"/>
              <a:ext cx="2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2567" name="Rectangle 12">
              <a:extLst>
                <a:ext uri="{FF2B5EF4-FFF2-40B4-BE49-F238E27FC236}">
                  <a16:creationId xmlns:a16="http://schemas.microsoft.com/office/drawing/2014/main" id="{607B6AE4-4713-4547-A498-40246B1EA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052"/>
              <a:ext cx="2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2568" name="Rectangle 13">
              <a:extLst>
                <a:ext uri="{FF2B5EF4-FFF2-40B4-BE49-F238E27FC236}">
                  <a16:creationId xmlns:a16="http://schemas.microsoft.com/office/drawing/2014/main" id="{002B8514-92FB-9169-0F2E-D6DF1B8A9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148"/>
              <a:ext cx="2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2569" name="Rectangle 14">
              <a:extLst>
                <a:ext uri="{FF2B5EF4-FFF2-40B4-BE49-F238E27FC236}">
                  <a16:creationId xmlns:a16="http://schemas.microsoft.com/office/drawing/2014/main" id="{8CDB2CE3-0BA9-AA63-DF6E-878C70E7E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244"/>
              <a:ext cx="2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2570" name="Rectangle 15">
              <a:extLst>
                <a:ext uri="{FF2B5EF4-FFF2-40B4-BE49-F238E27FC236}">
                  <a16:creationId xmlns:a16="http://schemas.microsoft.com/office/drawing/2014/main" id="{8632090C-3CC3-93BD-E76E-D62321FD3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40"/>
              <a:ext cx="2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2571" name="Rectangle 16">
              <a:extLst>
                <a:ext uri="{FF2B5EF4-FFF2-40B4-BE49-F238E27FC236}">
                  <a16:creationId xmlns:a16="http://schemas.microsoft.com/office/drawing/2014/main" id="{031EB0B1-CF41-F209-D0E4-A98D877F2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436"/>
              <a:ext cx="2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2572" name="Rectangle 17">
              <a:extLst>
                <a:ext uri="{FF2B5EF4-FFF2-40B4-BE49-F238E27FC236}">
                  <a16:creationId xmlns:a16="http://schemas.microsoft.com/office/drawing/2014/main" id="{ADCA777F-E28D-F8E9-0A71-18F11ED09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" y="1517"/>
              <a:ext cx="2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0000CC"/>
                  </a:solidFill>
                  <a:cs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285714" name="Text Box 18">
            <a:extLst>
              <a:ext uri="{FF2B5EF4-FFF2-40B4-BE49-F238E27FC236}">
                <a16:creationId xmlns:a16="http://schemas.microsoft.com/office/drawing/2014/main" id="{B3FBFD82-CAB2-2963-47A8-1263CB53D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269875"/>
            <a:ext cx="141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有外场时</a:t>
            </a:r>
          </a:p>
        </p:txBody>
      </p:sp>
      <p:pic>
        <p:nvPicPr>
          <p:cNvPr id="285715" name="Picture 19" descr="art111">
            <a:extLst>
              <a:ext uri="{FF2B5EF4-FFF2-40B4-BE49-F238E27FC236}">
                <a16:creationId xmlns:a16="http://schemas.microsoft.com/office/drawing/2014/main" id="{08926AB0-9D71-F002-8FC2-D69550520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277938"/>
            <a:ext cx="248602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5716" name="Picture 20" descr="art113">
            <a:extLst>
              <a:ext uri="{FF2B5EF4-FFF2-40B4-BE49-F238E27FC236}">
                <a16:creationId xmlns:a16="http://schemas.microsoft.com/office/drawing/2014/main" id="{B3DB330E-CD48-7F96-64C0-D0D53963E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4149725"/>
            <a:ext cx="2405062" cy="23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5717" name="AutoShape 21">
            <a:extLst>
              <a:ext uri="{FF2B5EF4-FFF2-40B4-BE49-F238E27FC236}">
                <a16:creationId xmlns:a16="http://schemas.microsoft.com/office/drawing/2014/main" id="{287D6CC6-9A55-0A3D-A8AB-C04EC3D7E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2446338"/>
            <a:ext cx="1752600" cy="889000"/>
          </a:xfrm>
          <a:prstGeom prst="wedgeRoundRectCallout">
            <a:avLst>
              <a:gd name="adj1" fmla="val 73458"/>
              <a:gd name="adj2" fmla="val 38569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chemeClr val="bg1"/>
                </a:solidFill>
              </a:rPr>
              <a:t>(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电子</a:t>
            </a:r>
            <a:r>
              <a:rPr lang="en-US" altLang="zh-CN" b="1">
                <a:solidFill>
                  <a:schemeClr val="bg1"/>
                </a:solidFill>
              </a:rPr>
              <a:t>)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</a:p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位移极化</a:t>
            </a:r>
          </a:p>
        </p:txBody>
      </p:sp>
      <p:sp>
        <p:nvSpPr>
          <p:cNvPr id="285718" name="AutoShape 22">
            <a:extLst>
              <a:ext uri="{FF2B5EF4-FFF2-40B4-BE49-F238E27FC236}">
                <a16:creationId xmlns:a16="http://schemas.microsoft.com/office/drawing/2014/main" id="{ECA4C64E-1BB9-00F0-004A-BA3B4791E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5064125"/>
            <a:ext cx="1597025" cy="863600"/>
          </a:xfrm>
          <a:prstGeom prst="wedgeRoundRectCallout">
            <a:avLst>
              <a:gd name="adj1" fmla="val 87079"/>
              <a:gd name="adj2" fmla="val 51472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分子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取向极化</a:t>
            </a:r>
          </a:p>
        </p:txBody>
      </p:sp>
      <p:sp>
        <p:nvSpPr>
          <p:cNvPr id="285719" name="Oval 23">
            <a:extLst>
              <a:ext uri="{FF2B5EF4-FFF2-40B4-BE49-F238E27FC236}">
                <a16:creationId xmlns:a16="http://schemas.microsoft.com/office/drawing/2014/main" id="{6B3D833B-7B3E-E1C5-799A-6C80F5E6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838" y="2344738"/>
            <a:ext cx="8382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5720" name="Oval 24">
            <a:extLst>
              <a:ext uri="{FF2B5EF4-FFF2-40B4-BE49-F238E27FC236}">
                <a16:creationId xmlns:a16="http://schemas.microsoft.com/office/drawing/2014/main" id="{3340B8F7-7A2C-215B-4FE4-5E0A557CE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5292725"/>
            <a:ext cx="8382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5721" name="Rectangle 25">
            <a:extLst>
              <a:ext uri="{FF2B5EF4-FFF2-40B4-BE49-F238E27FC236}">
                <a16:creationId xmlns:a16="http://schemas.microsoft.com/office/drawing/2014/main" id="{A63D6530-AF70-D8E9-B056-71965C3C5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638" y="1963738"/>
            <a:ext cx="304800" cy="13716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5722" name="Rectangle 26">
            <a:extLst>
              <a:ext uri="{FF2B5EF4-FFF2-40B4-BE49-F238E27FC236}">
                <a16:creationId xmlns:a16="http://schemas.microsoft.com/office/drawing/2014/main" id="{AAED1715-6303-7F08-3F80-E5BCB5865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25" y="5064125"/>
            <a:ext cx="317500" cy="14478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5723" name="AutoShape 27">
            <a:extLst>
              <a:ext uri="{FF2B5EF4-FFF2-40B4-BE49-F238E27FC236}">
                <a16:creationId xmlns:a16="http://schemas.microsoft.com/office/drawing/2014/main" id="{B520AA0A-3404-DF72-F980-E97F23250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2001838"/>
            <a:ext cx="1882775" cy="495300"/>
          </a:xfrm>
          <a:prstGeom prst="wedgeRectCallout">
            <a:avLst>
              <a:gd name="adj1" fmla="val -68801"/>
              <a:gd name="adj2" fmla="val 105769"/>
            </a:avLst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束缚电荷</a:t>
            </a:r>
            <a:r>
              <a:rPr lang="zh-CN" altLang="en-US" sz="2800">
                <a:solidFill>
                  <a:srgbClr val="FFFF00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800">
                <a:solidFill>
                  <a:srgbClr val="FFFF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</a:p>
        </p:txBody>
      </p:sp>
      <p:sp>
        <p:nvSpPr>
          <p:cNvPr id="285724" name="AutoShape 28">
            <a:extLst>
              <a:ext uri="{FF2B5EF4-FFF2-40B4-BE49-F238E27FC236}">
                <a16:creationId xmlns:a16="http://schemas.microsoft.com/office/drawing/2014/main" id="{BC06F73B-4B2F-17A2-5E1A-0E3580E9C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638800"/>
            <a:ext cx="1958975" cy="495300"/>
          </a:xfrm>
          <a:prstGeom prst="wedgeRectCallout">
            <a:avLst>
              <a:gd name="adj1" fmla="val -65398"/>
              <a:gd name="adj2" fmla="val 87181"/>
            </a:avLst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束缚电荷</a:t>
            </a:r>
            <a:r>
              <a:rPr lang="zh-CN" altLang="en-US" sz="2800" i="1">
                <a:solidFill>
                  <a:srgbClr val="FFFF00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800">
                <a:solidFill>
                  <a:srgbClr val="FFFF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</a:p>
        </p:txBody>
      </p:sp>
      <p:sp>
        <p:nvSpPr>
          <p:cNvPr id="285725" name="AutoShape 29">
            <a:extLst>
              <a:ext uri="{FF2B5EF4-FFF2-40B4-BE49-F238E27FC236}">
                <a16:creationId xmlns:a16="http://schemas.microsoft.com/office/drawing/2014/main" id="{02343B05-2259-74A2-A020-8E0000F24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4987925"/>
            <a:ext cx="800100" cy="3556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30">
            <a:extLst>
              <a:ext uri="{FF2B5EF4-FFF2-40B4-BE49-F238E27FC236}">
                <a16:creationId xmlns:a16="http://schemas.microsoft.com/office/drawing/2014/main" id="{175BE4A2-B5BD-60A8-0BAC-FFC8631A2A0F}"/>
              </a:ext>
            </a:extLst>
          </p:cNvPr>
          <p:cNvGrpSpPr>
            <a:grpSpLocks/>
          </p:cNvGrpSpPr>
          <p:nvPr/>
        </p:nvGrpSpPr>
        <p:grpSpPr bwMode="auto">
          <a:xfrm>
            <a:off x="5610225" y="2757488"/>
            <a:ext cx="800100" cy="393700"/>
            <a:chOff x="4360" y="3112"/>
            <a:chExt cx="504" cy="248"/>
          </a:xfrm>
        </p:grpSpPr>
        <p:sp>
          <p:nvSpPr>
            <p:cNvPr id="22557" name="AutoShape 31">
              <a:extLst>
                <a:ext uri="{FF2B5EF4-FFF2-40B4-BE49-F238E27FC236}">
                  <a16:creationId xmlns:a16="http://schemas.microsoft.com/office/drawing/2014/main" id="{1E007E67-98E5-4D3F-9C8B-97B04BDC7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3136"/>
              <a:ext cx="240" cy="224"/>
            </a:xfrm>
            <a:prstGeom prst="downArrow">
              <a:avLst>
                <a:gd name="adj1" fmla="val 50000"/>
                <a:gd name="adj2" fmla="val 3928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58" name="Rectangle 32">
              <a:extLst>
                <a:ext uri="{FF2B5EF4-FFF2-40B4-BE49-F238E27FC236}">
                  <a16:creationId xmlns:a16="http://schemas.microsoft.com/office/drawing/2014/main" id="{2AEB0C3E-B6EF-3D85-E1F7-20E11843B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" y="3112"/>
              <a:ext cx="440" cy="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285729" name="Line 33">
            <a:extLst>
              <a:ext uri="{FF2B5EF4-FFF2-40B4-BE49-F238E27FC236}">
                <a16:creationId xmlns:a16="http://schemas.microsoft.com/office/drawing/2014/main" id="{5684643D-1C07-FF9B-AA8A-FCAF8D893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321175"/>
            <a:ext cx="1181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730" name="Line 34">
            <a:extLst>
              <a:ext uri="{FF2B5EF4-FFF2-40B4-BE49-F238E27FC236}">
                <a16:creationId xmlns:a16="http://schemas.microsoft.com/office/drawing/2014/main" id="{0F46B757-F3D7-918B-D3FF-8E5327CF56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3559175"/>
            <a:ext cx="6858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731" name="Line 35">
            <a:extLst>
              <a:ext uri="{FF2B5EF4-FFF2-40B4-BE49-F238E27FC236}">
                <a16:creationId xmlns:a16="http://schemas.microsoft.com/office/drawing/2014/main" id="{F7F26242-F4CE-EC37-7D53-7A272C968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3849688"/>
            <a:ext cx="533400" cy="142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5732" name="Object 36">
            <a:extLst>
              <a:ext uri="{FF2B5EF4-FFF2-40B4-BE49-F238E27FC236}">
                <a16:creationId xmlns:a16="http://schemas.microsoft.com/office/drawing/2014/main" id="{53229307-C551-DF5C-AB1E-47A57B114F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4097338"/>
          <a:ext cx="4683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347" imgH="190528" progId="Equation.3">
                  <p:embed/>
                </p:oleObj>
              </mc:Choice>
              <mc:Fallback>
                <p:oleObj name="Equation" r:id="rId4" imgW="137347" imgH="190528" progId="Equation.3">
                  <p:embed/>
                  <p:pic>
                    <p:nvPicPr>
                      <p:cNvPr id="285732" name="Object 36">
                        <a:extLst>
                          <a:ext uri="{FF2B5EF4-FFF2-40B4-BE49-F238E27FC236}">
                            <a16:creationId xmlns:a16="http://schemas.microsoft.com/office/drawing/2014/main" id="{53229307-C551-DF5C-AB1E-47A57B114F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097338"/>
                        <a:ext cx="4683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33" name="Object 37">
            <a:extLst>
              <a:ext uri="{FF2B5EF4-FFF2-40B4-BE49-F238E27FC236}">
                <a16:creationId xmlns:a16="http://schemas.microsoft.com/office/drawing/2014/main" id="{DD6FF97D-53C3-DF05-338D-5F8C4EC53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3317875"/>
          <a:ext cx="4349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920" imgH="137160" progId="Equation.3">
                  <p:embed/>
                </p:oleObj>
              </mc:Choice>
              <mc:Fallback>
                <p:oleObj name="Equation" r:id="rId6" imgW="121920" imgH="137160" progId="Equation.3">
                  <p:embed/>
                  <p:pic>
                    <p:nvPicPr>
                      <p:cNvPr id="285733" name="Object 37">
                        <a:extLst>
                          <a:ext uri="{FF2B5EF4-FFF2-40B4-BE49-F238E27FC236}">
                            <a16:creationId xmlns:a16="http://schemas.microsoft.com/office/drawing/2014/main" id="{DD6FF97D-53C3-DF05-338D-5F8C4EC53D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317875"/>
                        <a:ext cx="4349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34" name="Object 38">
            <a:extLst>
              <a:ext uri="{FF2B5EF4-FFF2-40B4-BE49-F238E27FC236}">
                <a16:creationId xmlns:a16="http://schemas.microsoft.com/office/drawing/2014/main" id="{60B370A5-0045-140D-8E58-99CBD26A00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4350" y="3592513"/>
          <a:ext cx="3746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29" imgH="137160" progId="Equation.3">
                  <p:embed/>
                </p:oleObj>
              </mc:Choice>
              <mc:Fallback>
                <p:oleObj name="Equation" r:id="rId8" imgW="99029" imgH="137160" progId="Equation.3">
                  <p:embed/>
                  <p:pic>
                    <p:nvPicPr>
                      <p:cNvPr id="285734" name="Object 38">
                        <a:extLst>
                          <a:ext uri="{FF2B5EF4-FFF2-40B4-BE49-F238E27FC236}">
                            <a16:creationId xmlns:a16="http://schemas.microsoft.com/office/drawing/2014/main" id="{60B370A5-0045-140D-8E58-99CBD26A00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3592513"/>
                        <a:ext cx="3746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35" name="AutoShape 39">
            <a:extLst>
              <a:ext uri="{FF2B5EF4-FFF2-40B4-BE49-F238E27FC236}">
                <a16:creationId xmlns:a16="http://schemas.microsoft.com/office/drawing/2014/main" id="{0A8F21D3-6A6B-B993-ECED-A7A173E11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2514600"/>
            <a:ext cx="685800" cy="685800"/>
          </a:xfrm>
          <a:prstGeom prst="wedgeEllipseCallout">
            <a:avLst>
              <a:gd name="adj1" fmla="val -40972"/>
              <a:gd name="adj2" fmla="val 103704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800" b="1" baseline="30000">
                <a:solidFill>
                  <a:schemeClr val="bg1"/>
                </a:solidFill>
                <a:sym typeface="Symbol" panose="05050102010706020507" pitchFamily="18" charset="2"/>
              </a:rPr>
              <a:t>/</a:t>
            </a:r>
            <a:r>
              <a:rPr lang="en-US" altLang="zh-CN" b="1">
                <a:solidFill>
                  <a:schemeClr val="bg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  <a:endParaRPr lang="en-US" altLang="zh-CN" b="1">
              <a:solidFill>
                <a:schemeClr val="bg1"/>
              </a:solidFill>
            </a:endParaRPr>
          </a:p>
        </p:txBody>
      </p:sp>
      <p:graphicFrame>
        <p:nvGraphicFramePr>
          <p:cNvPr id="285736" name="Object 40">
            <a:extLst>
              <a:ext uri="{FF2B5EF4-FFF2-40B4-BE49-F238E27FC236}">
                <a16:creationId xmlns:a16="http://schemas.microsoft.com/office/drawing/2014/main" id="{78F234E3-7F41-4F54-11D1-45AED1FA223C}"/>
              </a:ext>
            </a:extLst>
          </p:cNvPr>
          <p:cNvGraphicFramePr>
            <a:graphicFrameLocks/>
          </p:cNvGraphicFramePr>
          <p:nvPr/>
        </p:nvGraphicFramePr>
        <p:xfrm>
          <a:off x="6346825" y="4683125"/>
          <a:ext cx="16271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9533" imgH="388537" progId="Equation.3">
                  <p:embed/>
                </p:oleObj>
              </mc:Choice>
              <mc:Fallback>
                <p:oleObj name="Equation" r:id="rId10" imgW="1569533" imgH="388537" progId="Equation.3">
                  <p:embed/>
                  <p:pic>
                    <p:nvPicPr>
                      <p:cNvPr id="285736" name="Object 40">
                        <a:extLst>
                          <a:ext uri="{FF2B5EF4-FFF2-40B4-BE49-F238E27FC236}">
                            <a16:creationId xmlns:a16="http://schemas.microsoft.com/office/drawing/2014/main" id="{78F234E3-7F41-4F54-11D1-45AED1FA22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825" y="4683125"/>
                        <a:ext cx="16271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37" name="Rectangle 41">
            <a:extLst>
              <a:ext uri="{FF2B5EF4-FFF2-40B4-BE49-F238E27FC236}">
                <a16:creationId xmlns:a16="http://schemas.microsoft.com/office/drawing/2014/main" id="{EDA9E5EF-3EC4-619B-4A2E-19AECF3D2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762000"/>
            <a:ext cx="3440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无极分子电介质</a:t>
            </a:r>
          </a:p>
        </p:txBody>
      </p:sp>
      <p:sp>
        <p:nvSpPr>
          <p:cNvPr id="285738" name="Rectangle 42">
            <a:extLst>
              <a:ext uri="{FF2B5EF4-FFF2-40B4-BE49-F238E27FC236}">
                <a16:creationId xmlns:a16="http://schemas.microsoft.com/office/drawing/2014/main" id="{5DCD7A6E-D193-B3CF-9245-C109F9E0B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3581400"/>
            <a:ext cx="343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有极分子电介质</a:t>
            </a:r>
          </a:p>
        </p:txBody>
      </p:sp>
      <p:sp>
        <p:nvSpPr>
          <p:cNvPr id="285739" name="Text Box 43">
            <a:extLst>
              <a:ext uri="{FF2B5EF4-FFF2-40B4-BE49-F238E27FC236}">
                <a16:creationId xmlns:a16="http://schemas.microsoft.com/office/drawing/2014/main" id="{3C6D88DE-AC57-90D2-B35D-7F5E38C4E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333375"/>
            <a:ext cx="5726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chemeClr val="bg1"/>
                </a:solidFill>
              </a:rPr>
              <a:t>外电场越强，</a:t>
            </a:r>
            <a:r>
              <a:rPr lang="zh-CN" altLang="en-US" b="1">
                <a:solidFill>
                  <a:schemeClr val="bg1"/>
                </a:solidFill>
              </a:rPr>
              <a:t>束缚电荷</a:t>
            </a:r>
            <a:r>
              <a:rPr kumimoji="0" lang="zh-CN" altLang="en-US" b="1">
                <a:solidFill>
                  <a:schemeClr val="bg1"/>
                </a:solidFill>
              </a:rPr>
              <a:t>越多，</a:t>
            </a:r>
            <a:r>
              <a:rPr lang="zh-CN" altLang="en-US" b="1">
                <a:solidFill>
                  <a:schemeClr val="bg1"/>
                </a:solidFill>
              </a:rPr>
              <a:t>极化</a:t>
            </a:r>
            <a:r>
              <a:rPr kumimoji="0" lang="zh-CN" altLang="en-US" b="1">
                <a:solidFill>
                  <a:schemeClr val="bg1"/>
                </a:solidFill>
              </a:rPr>
              <a:t>越强</a:t>
            </a:r>
          </a:p>
        </p:txBody>
      </p:sp>
      <p:sp>
        <p:nvSpPr>
          <p:cNvPr id="285740" name="AutoShape 44">
            <a:extLst>
              <a:ext uri="{FF2B5EF4-FFF2-40B4-BE49-F238E27FC236}">
                <a16:creationId xmlns:a16="http://schemas.microsoft.com/office/drawing/2014/main" id="{266EAAF5-5278-8AE9-5EE1-1E981054A7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9113" y="361950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 b="1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57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57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57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57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57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57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8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8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85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3000"/>
                                        <p:tgtEl>
                                          <p:spTgt spid="285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 animBg="1" autoUpdateAnimBg="0"/>
      <p:bldP spid="285714" grpId="0" autoUpdateAnimBg="0"/>
      <p:bldP spid="285717" grpId="0" animBg="1" autoUpdateAnimBg="0"/>
      <p:bldP spid="285718" grpId="0" animBg="1" autoUpdateAnimBg="0"/>
      <p:bldP spid="285719" grpId="0" animBg="1"/>
      <p:bldP spid="285720" grpId="0" animBg="1"/>
      <p:bldP spid="285721" grpId="0" animBg="1"/>
      <p:bldP spid="285722" grpId="0" animBg="1"/>
      <p:bldP spid="285723" grpId="0" animBg="1" autoUpdateAnimBg="0"/>
      <p:bldP spid="285724" grpId="0" animBg="1" autoUpdateAnimBg="0"/>
      <p:bldP spid="285735" grpId="0" animBg="1" autoUpdateAnimBg="0"/>
      <p:bldP spid="285737" grpId="0" autoUpdateAnimBg="0"/>
      <p:bldP spid="285738" grpId="0" autoUpdateAnimBg="0"/>
      <p:bldP spid="285739" grpId="0"/>
      <p:bldP spid="2857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5D69B4E-49A1-472D-F1FD-C3826EC81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877888"/>
            <a:ext cx="83550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外电场</a:t>
            </a:r>
            <a:r>
              <a:rPr lang="en-US" altLang="zh-CN" b="1" i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-25000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↑</a:t>
            </a:r>
            <a:r>
              <a:rPr lang="en-US" altLang="zh-CN" sz="3600" b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极化</a:t>
            </a:r>
            <a:r>
              <a:rPr lang="zh-CN" altLang="en-US" sz="2800">
                <a:solidFill>
                  <a:srgbClr val="FFFF00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800">
                <a:solidFill>
                  <a:srgbClr val="FFFF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  <a:r>
              <a:rPr lang="en-US" altLang="zh-CN" sz="2800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↑ </a:t>
            </a:r>
            <a:r>
              <a:rPr lang="en-US" altLang="zh-CN" sz="3600" b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介质内电场</a:t>
            </a:r>
            <a:r>
              <a:rPr lang="zh-CN" altLang="en-US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↑ </a:t>
            </a:r>
            <a:r>
              <a:rPr lang="en-US" altLang="zh-CN" sz="3600" b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击穿。</a:t>
            </a:r>
          </a:p>
        </p:txBody>
      </p:sp>
      <p:sp>
        <p:nvSpPr>
          <p:cNvPr id="89107" name="Rectangle 19">
            <a:extLst>
              <a:ext uri="{FF2B5EF4-FFF2-40B4-BE49-F238E27FC236}">
                <a16:creationId xmlns:a16="http://schemas.microsoft.com/office/drawing/2014/main" id="{8C90F4C5-41FD-77F1-7565-3826BD70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400"/>
            <a:ext cx="476250" cy="831850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89130" name="Rectangle 42">
            <a:extLst>
              <a:ext uri="{FF2B5EF4-FFF2-40B4-BE49-F238E27FC236}">
                <a16:creationId xmlns:a16="http://schemas.microsoft.com/office/drawing/2014/main" id="{70FA92AB-9C4B-8F76-B813-7901DBC2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115888"/>
            <a:ext cx="628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对极性分子物质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是否有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位移极化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?</a:t>
            </a:r>
          </a:p>
        </p:txBody>
      </p:sp>
      <p:sp>
        <p:nvSpPr>
          <p:cNvPr id="89132" name="Rectangle 44">
            <a:extLst>
              <a:ext uri="{FF2B5EF4-FFF2-40B4-BE49-F238E27FC236}">
                <a16:creationId xmlns:a16="http://schemas.microsoft.com/office/drawing/2014/main" id="{530C01CD-C798-3A4C-0075-0A4C083EB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573088"/>
            <a:ext cx="561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位移极化、</a:t>
            </a: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取向极化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各有什么特点？</a:t>
            </a:r>
            <a:endParaRPr lang="zh-CN" altLang="en-US" b="1">
              <a:solidFill>
                <a:srgbClr val="00FF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52" name="Picture 10" descr="http://a4.att.hudong.com/57/10/01300000044935120162108330517_s.jpg">
            <a:extLst>
              <a:ext uri="{FF2B5EF4-FFF2-40B4-BE49-F238E27FC236}">
                <a16:creationId xmlns:a16="http://schemas.microsoft.com/office/drawing/2014/main" id="{A86BC122-3672-559E-24FE-0C9F58A13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00213"/>
            <a:ext cx="31623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18" descr="http://a2.att.hudong.com/69/13/01000000000000119081398167369.jpg">
            <a:extLst>
              <a:ext uri="{FF2B5EF4-FFF2-40B4-BE49-F238E27FC236}">
                <a16:creationId xmlns:a16="http://schemas.microsoft.com/office/drawing/2014/main" id="{2589A720-D679-B88D-5CA7-864E3E815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700213"/>
            <a:ext cx="3168650" cy="221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16" descr="http://a1.att.hudong.com/63/13/01000000000000119081398158663.jpg">
            <a:extLst>
              <a:ext uri="{FF2B5EF4-FFF2-40B4-BE49-F238E27FC236}">
                <a16:creationId xmlns:a16="http://schemas.microsoft.com/office/drawing/2014/main" id="{E826E9E0-ED75-7A66-D294-43A3780D7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022725"/>
            <a:ext cx="3024188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6" descr="http://wiki.cdstm.cn/uploads/201208/00110_01288_00003.jpg">
            <a:extLst>
              <a:ext uri="{FF2B5EF4-FFF2-40B4-BE49-F238E27FC236}">
                <a16:creationId xmlns:a16="http://schemas.microsoft.com/office/drawing/2014/main" id="{B8414688-3120-0A38-DE77-F78A04637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025900"/>
            <a:ext cx="295275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/>
      <p:bldP spid="89107" grpId="0" animBg="1" autoUpdateAnimBg="0"/>
      <p:bldP spid="89130" grpId="0" autoUpdateAnimBg="0"/>
      <p:bldP spid="8913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Text Box 2">
            <a:extLst>
              <a:ext uri="{FF2B5EF4-FFF2-40B4-BE49-F238E27FC236}">
                <a16:creationId xmlns:a16="http://schemas.microsoft.com/office/drawing/2014/main" id="{3573E8F9-79E9-0E8B-CA5A-932B77304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662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三</a:t>
            </a:r>
            <a:r>
              <a:rPr lang="en-US" altLang="zh-CN" b="1">
                <a:solidFill>
                  <a:schemeClr val="bg1"/>
                </a:solidFill>
                <a:ea typeface="楷体_GB2312" pitchFamily="49" charset="-122"/>
              </a:rPr>
              <a:t>. 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介质中的电场    束缚电荷面密度</a:t>
            </a:r>
          </a:p>
        </p:txBody>
      </p:sp>
      <p:sp>
        <p:nvSpPr>
          <p:cNvPr id="284675" name="Text Box 3">
            <a:extLst>
              <a:ext uri="{FF2B5EF4-FFF2-40B4-BE49-F238E27FC236}">
                <a16:creationId xmlns:a16="http://schemas.microsoft.com/office/drawing/2014/main" id="{F1891217-A308-80BC-FD72-5E43C3142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8580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电介质极化的宏观表现</a:t>
            </a:r>
          </a:p>
        </p:txBody>
      </p:sp>
      <p:sp>
        <p:nvSpPr>
          <p:cNvPr id="284676" name="Text Box 4">
            <a:extLst>
              <a:ext uri="{FF2B5EF4-FFF2-40B4-BE49-F238E27FC236}">
                <a16:creationId xmlns:a16="http://schemas.microsoft.com/office/drawing/2014/main" id="{AD03A94D-D608-9C9B-F098-C095789F1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96975"/>
            <a:ext cx="7632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在垂直于外电场的端面上出现极化电荷，其面密度的大小反映介质极化的程度 </a:t>
            </a:r>
          </a:p>
        </p:txBody>
      </p:sp>
      <p:sp>
        <p:nvSpPr>
          <p:cNvPr id="284677" name="Rectangle 5">
            <a:extLst>
              <a:ext uri="{FF2B5EF4-FFF2-40B4-BE49-F238E27FC236}">
                <a16:creationId xmlns:a16="http://schemas.microsoft.com/office/drawing/2014/main" id="{90D5784D-DD25-0C9E-388A-C972A40CC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989138"/>
            <a:ext cx="289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9900"/>
                </a:solidFill>
              </a:rPr>
              <a:t>电</a:t>
            </a:r>
            <a:r>
              <a:rPr lang="zh-CN" altLang="en-US" b="1">
                <a:solidFill>
                  <a:srgbClr val="FF9900"/>
                </a:solidFill>
                <a:latin typeface="宋体" panose="02010600030101010101" pitchFamily="2" charset="-122"/>
              </a:rPr>
              <a:t>极化强度</a:t>
            </a:r>
          </a:p>
        </p:txBody>
      </p:sp>
      <p:sp>
        <p:nvSpPr>
          <p:cNvPr id="284678" name="Rectangle 6">
            <a:extLst>
              <a:ext uri="{FF2B5EF4-FFF2-40B4-BE49-F238E27FC236}">
                <a16:creationId xmlns:a16="http://schemas.microsoft.com/office/drawing/2014/main" id="{0EC18246-AAE6-075B-2317-67AE45CF4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2495550"/>
            <a:ext cx="79994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电偶极子排列的有序程度反映了介质被极化的程度</a:t>
            </a:r>
            <a:r>
              <a:rPr lang="en-US" altLang="zh-CN" b="1">
                <a:solidFill>
                  <a:schemeClr val="bg1"/>
                </a:solidFill>
              </a:rPr>
              <a:t>, </a:t>
            </a:r>
            <a:r>
              <a:rPr lang="zh-CN" altLang="en-US" b="1">
                <a:solidFill>
                  <a:schemeClr val="bg1"/>
                </a:solidFill>
              </a:rPr>
              <a:t>排列愈有序，说明极化愈强烈。</a:t>
            </a:r>
          </a:p>
        </p:txBody>
      </p:sp>
      <p:sp>
        <p:nvSpPr>
          <p:cNvPr id="284679" name="Freeform 7">
            <a:extLst>
              <a:ext uri="{FF2B5EF4-FFF2-40B4-BE49-F238E27FC236}">
                <a16:creationId xmlns:a16="http://schemas.microsoft.com/office/drawing/2014/main" id="{46B3854A-04E1-389F-B67B-3FDBAA8D3DF4}"/>
              </a:ext>
            </a:extLst>
          </p:cNvPr>
          <p:cNvSpPr>
            <a:spLocks/>
          </p:cNvSpPr>
          <p:nvPr/>
        </p:nvSpPr>
        <p:spPr bwMode="auto">
          <a:xfrm>
            <a:off x="6513513" y="3970338"/>
            <a:ext cx="2052637" cy="1187450"/>
          </a:xfrm>
          <a:custGeom>
            <a:avLst/>
            <a:gdLst>
              <a:gd name="T0" fmla="*/ 7 w 1293"/>
              <a:gd name="T1" fmla="*/ 468 h 748"/>
              <a:gd name="T2" fmla="*/ 98 w 1293"/>
              <a:gd name="T3" fmla="*/ 287 h 748"/>
              <a:gd name="T4" fmla="*/ 280 w 1293"/>
              <a:gd name="T5" fmla="*/ 106 h 748"/>
              <a:gd name="T6" fmla="*/ 642 w 1293"/>
              <a:gd name="T7" fmla="*/ 15 h 748"/>
              <a:gd name="T8" fmla="*/ 960 w 1293"/>
              <a:gd name="T9" fmla="*/ 15 h 748"/>
              <a:gd name="T10" fmla="*/ 1232 w 1293"/>
              <a:gd name="T11" fmla="*/ 106 h 748"/>
              <a:gd name="T12" fmla="*/ 1232 w 1293"/>
              <a:gd name="T13" fmla="*/ 423 h 748"/>
              <a:gd name="T14" fmla="*/ 869 w 1293"/>
              <a:gd name="T15" fmla="*/ 695 h 748"/>
              <a:gd name="T16" fmla="*/ 370 w 1293"/>
              <a:gd name="T17" fmla="*/ 741 h 748"/>
              <a:gd name="T18" fmla="*/ 53 w 1293"/>
              <a:gd name="T19" fmla="*/ 650 h 748"/>
              <a:gd name="T20" fmla="*/ 7 w 1293"/>
              <a:gd name="T21" fmla="*/ 468 h 7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293" h="748">
                <a:moveTo>
                  <a:pt x="7" y="468"/>
                </a:moveTo>
                <a:cubicBezTo>
                  <a:pt x="14" y="408"/>
                  <a:pt x="53" y="347"/>
                  <a:pt x="98" y="287"/>
                </a:cubicBezTo>
                <a:cubicBezTo>
                  <a:pt x="143" y="227"/>
                  <a:pt x="189" y="151"/>
                  <a:pt x="280" y="106"/>
                </a:cubicBezTo>
                <a:cubicBezTo>
                  <a:pt x="371" y="61"/>
                  <a:pt x="529" y="30"/>
                  <a:pt x="642" y="15"/>
                </a:cubicBezTo>
                <a:cubicBezTo>
                  <a:pt x="755" y="0"/>
                  <a:pt x="862" y="0"/>
                  <a:pt x="960" y="15"/>
                </a:cubicBezTo>
                <a:cubicBezTo>
                  <a:pt x="1058" y="30"/>
                  <a:pt x="1187" y="38"/>
                  <a:pt x="1232" y="106"/>
                </a:cubicBezTo>
                <a:cubicBezTo>
                  <a:pt x="1277" y="174"/>
                  <a:pt x="1293" y="325"/>
                  <a:pt x="1232" y="423"/>
                </a:cubicBezTo>
                <a:cubicBezTo>
                  <a:pt x="1171" y="521"/>
                  <a:pt x="1013" y="642"/>
                  <a:pt x="869" y="695"/>
                </a:cubicBezTo>
                <a:cubicBezTo>
                  <a:pt x="725" y="748"/>
                  <a:pt x="506" y="748"/>
                  <a:pt x="370" y="741"/>
                </a:cubicBezTo>
                <a:cubicBezTo>
                  <a:pt x="234" y="734"/>
                  <a:pt x="106" y="703"/>
                  <a:pt x="53" y="650"/>
                </a:cubicBezTo>
                <a:cubicBezTo>
                  <a:pt x="0" y="597"/>
                  <a:pt x="0" y="528"/>
                  <a:pt x="7" y="468"/>
                </a:cubicBezTo>
                <a:close/>
              </a:path>
            </a:pathLst>
          </a:custGeom>
          <a:gradFill rotWithShape="1">
            <a:gsLst>
              <a:gs pos="0">
                <a:srgbClr val="66CCFF">
                  <a:alpha val="77000"/>
                </a:srgbClr>
              </a:gs>
              <a:gs pos="100000">
                <a:srgbClr val="66CCFF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4680" name="Object 8">
            <a:extLst>
              <a:ext uri="{FF2B5EF4-FFF2-40B4-BE49-F238E27FC236}">
                <a16:creationId xmlns:a16="http://schemas.microsoft.com/office/drawing/2014/main" id="{E56DA283-0946-DD16-81A6-DEF1BA607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15350" y="3789363"/>
          <a:ext cx="277813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360" imgH="368280" progId="Equation.3">
                  <p:embed/>
                </p:oleObj>
              </mc:Choice>
              <mc:Fallback>
                <p:oleObj name="公式" r:id="rId2" imgW="279360" imgH="368280" progId="Equation.3">
                  <p:embed/>
                  <p:pic>
                    <p:nvPicPr>
                      <p:cNvPr id="284680" name="Object 8">
                        <a:extLst>
                          <a:ext uri="{FF2B5EF4-FFF2-40B4-BE49-F238E27FC236}">
                            <a16:creationId xmlns:a16="http://schemas.microsoft.com/office/drawing/2014/main" id="{E56DA283-0946-DD16-81A6-DEF1BA607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5350" y="3789363"/>
                        <a:ext cx="277813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4681" name="Group 9">
            <a:extLst>
              <a:ext uri="{FF2B5EF4-FFF2-40B4-BE49-F238E27FC236}">
                <a16:creationId xmlns:a16="http://schemas.microsoft.com/office/drawing/2014/main" id="{C4A4CD66-4601-B8E7-9CDB-83BCB873D0F4}"/>
              </a:ext>
            </a:extLst>
          </p:cNvPr>
          <p:cNvGrpSpPr>
            <a:grpSpLocks/>
          </p:cNvGrpSpPr>
          <p:nvPr/>
        </p:nvGrpSpPr>
        <p:grpSpPr bwMode="auto">
          <a:xfrm>
            <a:off x="7023100" y="4191000"/>
            <a:ext cx="1143000" cy="762000"/>
            <a:chOff x="4176" y="1392"/>
            <a:chExt cx="720" cy="480"/>
          </a:xfrm>
        </p:grpSpPr>
        <p:sp>
          <p:nvSpPr>
            <p:cNvPr id="284682" name="Line 10">
              <a:extLst>
                <a:ext uri="{FF2B5EF4-FFF2-40B4-BE49-F238E27FC236}">
                  <a16:creationId xmlns:a16="http://schemas.microsoft.com/office/drawing/2014/main" id="{34E288B0-F61D-679E-D216-F059B5A5C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392"/>
              <a:ext cx="288" cy="144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3" name="Line 11">
              <a:extLst>
                <a:ext uri="{FF2B5EF4-FFF2-40B4-BE49-F238E27FC236}">
                  <a16:creationId xmlns:a16="http://schemas.microsoft.com/office/drawing/2014/main" id="{037F4E31-1163-944B-CAC6-6E0795A80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488"/>
              <a:ext cx="240" cy="144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4" name="Line 12">
              <a:extLst>
                <a:ext uri="{FF2B5EF4-FFF2-40B4-BE49-F238E27FC236}">
                  <a16:creationId xmlns:a16="http://schemas.microsoft.com/office/drawing/2014/main" id="{E5EB3023-34CF-AD9C-E4B1-D6FE60EC0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488"/>
              <a:ext cx="144" cy="24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5" name="Line 13">
              <a:extLst>
                <a:ext uri="{FF2B5EF4-FFF2-40B4-BE49-F238E27FC236}">
                  <a16:creationId xmlns:a16="http://schemas.microsoft.com/office/drawing/2014/main" id="{F827FE02-E92E-90F5-D4AE-E34DE8991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1632"/>
              <a:ext cx="96" cy="19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6" name="Line 14">
              <a:extLst>
                <a:ext uri="{FF2B5EF4-FFF2-40B4-BE49-F238E27FC236}">
                  <a16:creationId xmlns:a16="http://schemas.microsoft.com/office/drawing/2014/main" id="{9ECA14C6-588A-F0BD-A726-73F1ED92B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680"/>
              <a:ext cx="0" cy="19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7" name="Line 15">
              <a:extLst>
                <a:ext uri="{FF2B5EF4-FFF2-40B4-BE49-F238E27FC236}">
                  <a16:creationId xmlns:a16="http://schemas.microsoft.com/office/drawing/2014/main" id="{4C1ED7DD-4AB7-1813-00CB-540BC541E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1536"/>
              <a:ext cx="240" cy="144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84688" name="Object 16">
            <a:extLst>
              <a:ext uri="{FF2B5EF4-FFF2-40B4-BE49-F238E27FC236}">
                <a16:creationId xmlns:a16="http://schemas.microsoft.com/office/drawing/2014/main" id="{3F1D42D9-A616-A0A7-BF16-F43D3B18F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0" y="3644900"/>
          <a:ext cx="52546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20560" imgH="304560" progId="Equation.3">
                  <p:embed/>
                </p:oleObj>
              </mc:Choice>
              <mc:Fallback>
                <p:oleObj name="公式" r:id="rId4" imgW="520560" imgH="304560" progId="Equation.3">
                  <p:embed/>
                  <p:pic>
                    <p:nvPicPr>
                      <p:cNvPr id="284688" name="Object 16">
                        <a:extLst>
                          <a:ext uri="{FF2B5EF4-FFF2-40B4-BE49-F238E27FC236}">
                            <a16:creationId xmlns:a16="http://schemas.microsoft.com/office/drawing/2014/main" id="{3F1D42D9-A616-A0A7-BF16-F43D3B18F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0" y="3644900"/>
                        <a:ext cx="525463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9" name="AutoShape 17">
            <a:extLst>
              <a:ext uri="{FF2B5EF4-FFF2-40B4-BE49-F238E27FC236}">
                <a16:creationId xmlns:a16="http://schemas.microsoft.com/office/drawing/2014/main" id="{101F1733-380B-64A8-F1C1-E31383298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3141663"/>
            <a:ext cx="2819400" cy="831850"/>
          </a:xfrm>
          <a:prstGeom prst="wedgeRectCallout">
            <a:avLst>
              <a:gd name="adj1" fmla="val 48421"/>
              <a:gd name="adj2" fmla="val 102292"/>
            </a:avLst>
          </a:prstGeom>
          <a:gradFill rotWithShape="1">
            <a:gsLst>
              <a:gs pos="0">
                <a:srgbClr val="800080">
                  <a:alpha val="58000"/>
                </a:srgbClr>
              </a:gs>
              <a:gs pos="100000">
                <a:srgbClr val="80008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宏观上无限小微观上无限大的体积元</a:t>
            </a:r>
            <a:endParaRPr lang="zh-CN" altLang="en-US" sz="3200" b="1"/>
          </a:p>
        </p:txBody>
      </p:sp>
      <p:sp>
        <p:nvSpPr>
          <p:cNvPr id="284690" name="AutoShape 18">
            <a:extLst>
              <a:ext uri="{FF2B5EF4-FFF2-40B4-BE49-F238E27FC236}">
                <a16:creationId xmlns:a16="http://schemas.microsoft.com/office/drawing/2014/main" id="{9FEE129E-0395-C87A-52BD-1926D6E3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563" y="4437063"/>
            <a:ext cx="1765300" cy="831850"/>
          </a:xfrm>
          <a:prstGeom prst="wedgeRectCallout">
            <a:avLst>
              <a:gd name="adj1" fmla="val -81296"/>
              <a:gd name="adj2" fmla="val -39120"/>
            </a:avLst>
          </a:prstGeom>
          <a:solidFill>
            <a:srgbClr val="800080">
              <a:alpha val="52000"/>
            </a:srgbClr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每个分子的电偶极矩</a:t>
            </a:r>
          </a:p>
        </p:txBody>
      </p:sp>
      <p:graphicFrame>
        <p:nvGraphicFramePr>
          <p:cNvPr id="284691" name="Object 19">
            <a:extLst>
              <a:ext uri="{FF2B5EF4-FFF2-40B4-BE49-F238E27FC236}">
                <a16:creationId xmlns:a16="http://schemas.microsoft.com/office/drawing/2014/main" id="{982CD6F3-7E3A-E786-5AC3-4424A538FB0E}"/>
              </a:ext>
            </a:extLst>
          </p:cNvPr>
          <p:cNvGraphicFramePr>
            <a:graphicFrameLocks/>
          </p:cNvGraphicFramePr>
          <p:nvPr/>
        </p:nvGraphicFramePr>
        <p:xfrm>
          <a:off x="2179638" y="4294188"/>
          <a:ext cx="2008187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14400" imgH="520560" progId="Equation.3">
                  <p:embed/>
                </p:oleObj>
              </mc:Choice>
              <mc:Fallback>
                <p:oleObj name="公式" r:id="rId6" imgW="914400" imgH="520560" progId="Equation.3">
                  <p:embed/>
                  <p:pic>
                    <p:nvPicPr>
                      <p:cNvPr id="284691" name="Object 19">
                        <a:extLst>
                          <a:ext uri="{FF2B5EF4-FFF2-40B4-BE49-F238E27FC236}">
                            <a16:creationId xmlns:a16="http://schemas.microsoft.com/office/drawing/2014/main" id="{982CD6F3-7E3A-E786-5AC3-4424A538FB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4294188"/>
                        <a:ext cx="2008187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2" name="Rectangle 20">
            <a:extLst>
              <a:ext uri="{FF2B5EF4-FFF2-40B4-BE49-F238E27FC236}">
                <a16:creationId xmlns:a16="http://schemas.microsoft.com/office/drawing/2014/main" id="{046BC2B6-E7D8-3CC6-19F8-F8A89F6BF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0" y="462915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</a:rPr>
              <a:t>定义</a:t>
            </a:r>
          </a:p>
        </p:txBody>
      </p:sp>
      <p:graphicFrame>
        <p:nvGraphicFramePr>
          <p:cNvPr id="284693" name="Object 21">
            <a:extLst>
              <a:ext uri="{FF2B5EF4-FFF2-40B4-BE49-F238E27FC236}">
                <a16:creationId xmlns:a16="http://schemas.microsoft.com/office/drawing/2014/main" id="{548EF125-0FDA-E223-0599-8F7EE0B7FA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2032000"/>
          <a:ext cx="2778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360" imgH="368280" progId="Equation.3">
                  <p:embed/>
                </p:oleObj>
              </mc:Choice>
              <mc:Fallback>
                <p:oleObj name="公式" r:id="rId2" imgW="279360" imgH="368280" progId="Equation.3">
                  <p:embed/>
                  <p:pic>
                    <p:nvPicPr>
                      <p:cNvPr id="284693" name="Object 21">
                        <a:extLst>
                          <a:ext uri="{FF2B5EF4-FFF2-40B4-BE49-F238E27FC236}">
                            <a16:creationId xmlns:a16="http://schemas.microsoft.com/office/drawing/2014/main" id="{548EF125-0FDA-E223-0599-8F7EE0B7FA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032000"/>
                        <a:ext cx="2778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8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 autoUpdateAnimBg="0"/>
      <p:bldP spid="284675" grpId="0" autoUpdateAnimBg="0"/>
      <p:bldP spid="284676" grpId="0" autoUpdateAnimBg="0"/>
      <p:bldP spid="284678" grpId="0" autoUpdateAnimBg="0"/>
      <p:bldP spid="284689" grpId="0" animBg="1" autoUpdateAnimBg="0"/>
      <p:bldP spid="284690" grpId="0" animBg="1" autoUpdateAnimBg="0"/>
      <p:bldP spid="28469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Text Box 2">
            <a:extLst>
              <a:ext uri="{FF2B5EF4-FFF2-40B4-BE49-F238E27FC236}">
                <a16:creationId xmlns:a16="http://schemas.microsoft.com/office/drawing/2014/main" id="{5F8DD5C4-3BF4-4857-8D09-4E83BF2C3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662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电介质的极化对电场的影响</a:t>
            </a:r>
          </a:p>
        </p:txBody>
      </p:sp>
      <p:sp>
        <p:nvSpPr>
          <p:cNvPr id="283651" name="Text Box 3">
            <a:extLst>
              <a:ext uri="{FF2B5EF4-FFF2-40B4-BE49-F238E27FC236}">
                <a16:creationId xmlns:a16="http://schemas.microsoft.com/office/drawing/2014/main" id="{CFAFF44F-59D2-5841-E593-5C3AB837F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8580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平行板电容器为例</a:t>
            </a:r>
          </a:p>
        </p:txBody>
      </p:sp>
      <p:sp>
        <p:nvSpPr>
          <p:cNvPr id="283652" name="Rectangle 4">
            <a:extLst>
              <a:ext uri="{FF2B5EF4-FFF2-40B4-BE49-F238E27FC236}">
                <a16:creationId xmlns:a16="http://schemas.microsoft.com/office/drawing/2014/main" id="{96DC7DEA-2690-E204-CF44-B482BCDAD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620713"/>
            <a:ext cx="381000" cy="28194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3653" name="Group 5">
            <a:extLst>
              <a:ext uri="{FF2B5EF4-FFF2-40B4-BE49-F238E27FC236}">
                <a16:creationId xmlns:a16="http://schemas.microsoft.com/office/drawing/2014/main" id="{35E61F09-FBE7-9A2D-DA8C-FA3C597677D7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620713"/>
            <a:ext cx="1295400" cy="2819400"/>
            <a:chOff x="1824" y="2064"/>
            <a:chExt cx="576" cy="1776"/>
          </a:xfrm>
        </p:grpSpPr>
        <p:sp>
          <p:nvSpPr>
            <p:cNvPr id="283654" name="Rectangle 6">
              <a:extLst>
                <a:ext uri="{FF2B5EF4-FFF2-40B4-BE49-F238E27FC236}">
                  <a16:creationId xmlns:a16="http://schemas.microsoft.com/office/drawing/2014/main" id="{79A14AE1-D0AB-069F-C395-5A2665C13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64"/>
              <a:ext cx="576" cy="17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000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3655" name="Text Box 7">
              <a:extLst>
                <a:ext uri="{FF2B5EF4-FFF2-40B4-BE49-F238E27FC236}">
                  <a16:creationId xmlns:a16="http://schemas.microsoft.com/office/drawing/2014/main" id="{B8A2C804-35F6-62EC-EC0B-23F4DD81E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11"/>
              <a:ext cx="219" cy="120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000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b="1">
                  <a:solidFill>
                    <a:srgbClr val="FFFF00"/>
                  </a:solidFill>
                  <a:ea typeface="楷体_GB2312" pitchFamily="49" charset="-122"/>
                </a:rPr>
                <a:t>电</a:t>
              </a:r>
            </a:p>
            <a:p>
              <a:pPr algn="l"/>
              <a:endParaRPr lang="zh-CN" altLang="en-US" b="1">
                <a:solidFill>
                  <a:srgbClr val="FFFF00"/>
                </a:solidFill>
                <a:ea typeface="楷体_GB2312" pitchFamily="49" charset="-122"/>
              </a:endParaRPr>
            </a:p>
            <a:p>
              <a:pPr algn="l"/>
              <a:r>
                <a:rPr lang="zh-CN" altLang="en-US" b="1">
                  <a:solidFill>
                    <a:srgbClr val="FFFF00"/>
                  </a:solidFill>
                  <a:ea typeface="楷体_GB2312" pitchFamily="49" charset="-122"/>
                </a:rPr>
                <a:t>介</a:t>
              </a:r>
            </a:p>
            <a:p>
              <a:pPr algn="l"/>
              <a:endParaRPr lang="zh-CN" altLang="en-US" b="1">
                <a:solidFill>
                  <a:srgbClr val="FFFF00"/>
                </a:solidFill>
                <a:ea typeface="楷体_GB2312" pitchFamily="49" charset="-122"/>
              </a:endParaRPr>
            </a:p>
            <a:p>
              <a:pPr algn="l"/>
              <a:r>
                <a:rPr lang="zh-CN" altLang="en-US" b="1">
                  <a:solidFill>
                    <a:srgbClr val="FFFF00"/>
                  </a:solidFill>
                  <a:ea typeface="楷体_GB2312" pitchFamily="49" charset="-122"/>
                </a:rPr>
                <a:t>质</a:t>
              </a:r>
            </a:p>
          </p:txBody>
        </p:sp>
      </p:grpSp>
      <p:graphicFrame>
        <p:nvGraphicFramePr>
          <p:cNvPr id="283656" name="Object 8">
            <a:extLst>
              <a:ext uri="{FF2B5EF4-FFF2-40B4-BE49-F238E27FC236}">
                <a16:creationId xmlns:a16="http://schemas.microsoft.com/office/drawing/2014/main" id="{A7054427-73D9-7D0D-AACD-C50D61467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163513"/>
          <a:ext cx="50958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139680" progId="Equation.3">
                  <p:embed/>
                </p:oleObj>
              </mc:Choice>
              <mc:Fallback>
                <p:oleObj name="公式" r:id="rId2" imgW="152280" imgH="139680" progId="Equation.3">
                  <p:embed/>
                  <p:pic>
                    <p:nvPicPr>
                      <p:cNvPr id="283656" name="Object 8">
                        <a:extLst>
                          <a:ext uri="{FF2B5EF4-FFF2-40B4-BE49-F238E27FC236}">
                            <a16:creationId xmlns:a16="http://schemas.microsoft.com/office/drawing/2014/main" id="{A7054427-73D9-7D0D-AACD-C50D614678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3513"/>
                        <a:ext cx="509588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7" name="Object 9">
            <a:extLst>
              <a:ext uri="{FF2B5EF4-FFF2-40B4-BE49-F238E27FC236}">
                <a16:creationId xmlns:a16="http://schemas.microsoft.com/office/drawing/2014/main" id="{0B682E33-D544-4921-07CA-B1C4EF644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239713"/>
          <a:ext cx="6858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6400" imgH="139680" progId="Equation.3">
                  <p:embed/>
                </p:oleObj>
              </mc:Choice>
              <mc:Fallback>
                <p:oleObj name="公式" r:id="rId4" imgW="266400" imgH="139680" progId="Equation.3">
                  <p:embed/>
                  <p:pic>
                    <p:nvPicPr>
                      <p:cNvPr id="283657" name="Object 9">
                        <a:extLst>
                          <a:ext uri="{FF2B5EF4-FFF2-40B4-BE49-F238E27FC236}">
                            <a16:creationId xmlns:a16="http://schemas.microsoft.com/office/drawing/2014/main" id="{0B682E33-D544-4921-07CA-B1C4EF644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239713"/>
                        <a:ext cx="6858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8" name="Object 10">
            <a:extLst>
              <a:ext uri="{FF2B5EF4-FFF2-40B4-BE49-F238E27FC236}">
                <a16:creationId xmlns:a16="http://schemas.microsoft.com/office/drawing/2014/main" id="{0916ABAC-CE0D-31EA-08DD-6E8B2B16AD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219200"/>
          <a:ext cx="21224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23600" imgH="228600" progId="Equation.3">
                  <p:embed/>
                </p:oleObj>
              </mc:Choice>
              <mc:Fallback>
                <p:oleObj name="公式" r:id="rId6" imgW="723600" imgH="228600" progId="Equation.3">
                  <p:embed/>
                  <p:pic>
                    <p:nvPicPr>
                      <p:cNvPr id="283658" name="Object 10">
                        <a:extLst>
                          <a:ext uri="{FF2B5EF4-FFF2-40B4-BE49-F238E27FC236}">
                            <a16:creationId xmlns:a16="http://schemas.microsoft.com/office/drawing/2014/main" id="{0916ABAC-CE0D-31EA-08DD-6E8B2B16AD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19200"/>
                        <a:ext cx="21224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9" name="Text Box 11">
            <a:extLst>
              <a:ext uri="{FF2B5EF4-FFF2-40B4-BE49-F238E27FC236}">
                <a16:creationId xmlns:a16="http://schemas.microsoft.com/office/drawing/2014/main" id="{53AE668B-2157-DD1B-27E1-441319DC6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192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由自由电荷建立的电场</a:t>
            </a:r>
          </a:p>
        </p:txBody>
      </p:sp>
      <p:sp>
        <p:nvSpPr>
          <p:cNvPr id="283660" name="Line 12">
            <a:extLst>
              <a:ext uri="{FF2B5EF4-FFF2-40B4-BE49-F238E27FC236}">
                <a16:creationId xmlns:a16="http://schemas.microsoft.com/office/drawing/2014/main" id="{2724A181-1B9B-76A9-D04B-D23EC1A22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373313"/>
            <a:ext cx="1295400" cy="0"/>
          </a:xfrm>
          <a:prstGeom prst="line">
            <a:avLst/>
          </a:prstGeom>
          <a:noFill/>
          <a:ln w="47625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3661" name="Object 13">
            <a:extLst>
              <a:ext uri="{FF2B5EF4-FFF2-40B4-BE49-F238E27FC236}">
                <a16:creationId xmlns:a16="http://schemas.microsoft.com/office/drawing/2014/main" id="{D5642EF9-C580-3198-2127-B665A196F9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0638" y="1722438"/>
          <a:ext cx="6445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28600" progId="Equation.3">
                  <p:embed/>
                </p:oleObj>
              </mc:Choice>
              <mc:Fallback>
                <p:oleObj name="Equation" r:id="rId8" imgW="203040" imgH="228600" progId="Equation.3">
                  <p:embed/>
                  <p:pic>
                    <p:nvPicPr>
                      <p:cNvPr id="283661" name="Object 13">
                        <a:extLst>
                          <a:ext uri="{FF2B5EF4-FFF2-40B4-BE49-F238E27FC236}">
                            <a16:creationId xmlns:a16="http://schemas.microsoft.com/office/drawing/2014/main" id="{D5642EF9-C580-3198-2127-B665A196F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0638" y="1722438"/>
                        <a:ext cx="6445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2" name="Text Box 14">
            <a:extLst>
              <a:ext uri="{FF2B5EF4-FFF2-40B4-BE49-F238E27FC236}">
                <a16:creationId xmlns:a16="http://schemas.microsoft.com/office/drawing/2014/main" id="{8A2C60F4-4EAE-8347-3F23-FCAD9CEB5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由束缚电荷建立的电场</a:t>
            </a:r>
          </a:p>
        </p:txBody>
      </p:sp>
      <p:graphicFrame>
        <p:nvGraphicFramePr>
          <p:cNvPr id="283663" name="Object 15">
            <a:extLst>
              <a:ext uri="{FF2B5EF4-FFF2-40B4-BE49-F238E27FC236}">
                <a16:creationId xmlns:a16="http://schemas.microsoft.com/office/drawing/2014/main" id="{25BA8816-EBA7-FF1D-B1F4-5F768BF1D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828800"/>
          <a:ext cx="20462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98400" imgH="228600" progId="Equation.3">
                  <p:embed/>
                </p:oleObj>
              </mc:Choice>
              <mc:Fallback>
                <p:oleObj name="公式" r:id="rId10" imgW="698400" imgH="228600" progId="Equation.3">
                  <p:embed/>
                  <p:pic>
                    <p:nvPicPr>
                      <p:cNvPr id="283663" name="Object 15">
                        <a:extLst>
                          <a:ext uri="{FF2B5EF4-FFF2-40B4-BE49-F238E27FC236}">
                            <a16:creationId xmlns:a16="http://schemas.microsoft.com/office/drawing/2014/main" id="{25BA8816-EBA7-FF1D-B1F4-5F768BF1D3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828800"/>
                        <a:ext cx="20462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4" name="AutoShape 16">
            <a:extLst>
              <a:ext uri="{FF2B5EF4-FFF2-40B4-BE49-F238E27FC236}">
                <a16:creationId xmlns:a16="http://schemas.microsoft.com/office/drawing/2014/main" id="{EF001C99-F1E5-472A-72F6-19FEB5A14AC3}"/>
              </a:ext>
            </a:extLst>
          </p:cNvPr>
          <p:cNvSpPr>
            <a:spLocks/>
          </p:cNvSpPr>
          <p:nvPr/>
        </p:nvSpPr>
        <p:spPr bwMode="auto">
          <a:xfrm>
            <a:off x="228600" y="1219200"/>
            <a:ext cx="457200" cy="1143000"/>
          </a:xfrm>
          <a:prstGeom prst="leftBrace">
            <a:avLst>
              <a:gd name="adj1" fmla="val 20833"/>
              <a:gd name="adj2" fmla="val 50000"/>
            </a:avLst>
          </a:prstGeom>
          <a:noFill/>
          <a:ln w="412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3665" name="Line 17">
            <a:extLst>
              <a:ext uri="{FF2B5EF4-FFF2-40B4-BE49-F238E27FC236}">
                <a16:creationId xmlns:a16="http://schemas.microsoft.com/office/drawing/2014/main" id="{C0E8802A-FD93-E0DB-0D4A-FA03832B0F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1535113"/>
            <a:ext cx="1295400" cy="0"/>
          </a:xfrm>
          <a:prstGeom prst="line">
            <a:avLst/>
          </a:prstGeom>
          <a:noFill/>
          <a:ln w="53975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3666" name="Object 18">
            <a:extLst>
              <a:ext uri="{FF2B5EF4-FFF2-40B4-BE49-F238E27FC236}">
                <a16:creationId xmlns:a16="http://schemas.microsoft.com/office/drawing/2014/main" id="{56EBB5A1-0088-0FB8-4710-BABB0A53B0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904875"/>
          <a:ext cx="5953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040" imgH="164880" progId="Equation.3">
                  <p:embed/>
                </p:oleObj>
              </mc:Choice>
              <mc:Fallback>
                <p:oleObj name="Equation" r:id="rId12" imgW="203040" imgH="164880" progId="Equation.3">
                  <p:embed/>
                  <p:pic>
                    <p:nvPicPr>
                      <p:cNvPr id="283666" name="Object 18">
                        <a:extLst>
                          <a:ext uri="{FF2B5EF4-FFF2-40B4-BE49-F238E27FC236}">
                            <a16:creationId xmlns:a16="http://schemas.microsoft.com/office/drawing/2014/main" id="{56EBB5A1-0088-0FB8-4710-BABB0A53B0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904875"/>
                        <a:ext cx="5953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7" name="Object 19">
            <a:extLst>
              <a:ext uri="{FF2B5EF4-FFF2-40B4-BE49-F238E27FC236}">
                <a16:creationId xmlns:a16="http://schemas.microsoft.com/office/drawing/2014/main" id="{52CC63D3-5C9F-C114-BEEE-1029C24E34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3440113"/>
          <a:ext cx="8382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91960" imgH="177480" progId="Equation.3">
                  <p:embed/>
                </p:oleObj>
              </mc:Choice>
              <mc:Fallback>
                <p:oleObj name="公式" r:id="rId14" imgW="291960" imgH="177480" progId="Equation.3">
                  <p:embed/>
                  <p:pic>
                    <p:nvPicPr>
                      <p:cNvPr id="283667" name="Object 19">
                        <a:extLst>
                          <a:ext uri="{FF2B5EF4-FFF2-40B4-BE49-F238E27FC236}">
                            <a16:creationId xmlns:a16="http://schemas.microsoft.com/office/drawing/2014/main" id="{52CC63D3-5C9F-C114-BEEE-1029C24E3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440113"/>
                        <a:ext cx="83820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8" name="Object 20">
            <a:extLst>
              <a:ext uri="{FF2B5EF4-FFF2-40B4-BE49-F238E27FC236}">
                <a16:creationId xmlns:a16="http://schemas.microsoft.com/office/drawing/2014/main" id="{BFE7AB92-DE13-F778-FB2C-DF04284B4E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3440113"/>
          <a:ext cx="5953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77480" imgH="177480" progId="Equation.3">
                  <p:embed/>
                </p:oleObj>
              </mc:Choice>
              <mc:Fallback>
                <p:oleObj name="公式" r:id="rId16" imgW="177480" imgH="177480" progId="Equation.3">
                  <p:embed/>
                  <p:pic>
                    <p:nvPicPr>
                      <p:cNvPr id="283668" name="Object 20">
                        <a:extLst>
                          <a:ext uri="{FF2B5EF4-FFF2-40B4-BE49-F238E27FC236}">
                            <a16:creationId xmlns:a16="http://schemas.microsoft.com/office/drawing/2014/main" id="{BFE7AB92-DE13-F778-FB2C-DF04284B4E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440113"/>
                        <a:ext cx="59531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9" name="Object 21">
            <a:extLst>
              <a:ext uri="{FF2B5EF4-FFF2-40B4-BE49-F238E27FC236}">
                <a16:creationId xmlns:a16="http://schemas.microsoft.com/office/drawing/2014/main" id="{8AE24E19-615A-57B5-C389-FB67D5E255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819400"/>
          <a:ext cx="3733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96800" imgH="431640" progId="Equation.3">
                  <p:embed/>
                </p:oleObj>
              </mc:Choice>
              <mc:Fallback>
                <p:oleObj name="公式" r:id="rId18" imgW="1396800" imgH="431640" progId="Equation.3">
                  <p:embed/>
                  <p:pic>
                    <p:nvPicPr>
                      <p:cNvPr id="283669" name="Object 21">
                        <a:extLst>
                          <a:ext uri="{FF2B5EF4-FFF2-40B4-BE49-F238E27FC236}">
                            <a16:creationId xmlns:a16="http://schemas.microsoft.com/office/drawing/2014/main" id="{8AE24E19-615A-57B5-C389-FB67D5E255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19400"/>
                        <a:ext cx="3733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0" name="Text Box 22">
            <a:extLst>
              <a:ext uri="{FF2B5EF4-FFF2-40B4-BE49-F238E27FC236}">
                <a16:creationId xmlns:a16="http://schemas.microsoft.com/office/drawing/2014/main" id="{9A17BB5C-6A7A-BD2B-F57F-99D3EC4E6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43840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•  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电介质内部任意一点的场强</a:t>
            </a:r>
          </a:p>
        </p:txBody>
      </p:sp>
      <p:graphicFrame>
        <p:nvGraphicFramePr>
          <p:cNvPr id="283671" name="Object 23">
            <a:extLst>
              <a:ext uri="{FF2B5EF4-FFF2-40B4-BE49-F238E27FC236}">
                <a16:creationId xmlns:a16="http://schemas.microsoft.com/office/drawing/2014/main" id="{87B36141-8281-8FD5-6102-0C73CD6DB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343400"/>
          <a:ext cx="28194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55600" imgH="444240" progId="Equation.3">
                  <p:embed/>
                </p:oleObj>
              </mc:Choice>
              <mc:Fallback>
                <p:oleObj name="公式" r:id="rId20" imgW="1155600" imgH="444240" progId="Equation.3">
                  <p:embed/>
                  <p:pic>
                    <p:nvPicPr>
                      <p:cNvPr id="283671" name="Object 23">
                        <a:extLst>
                          <a:ext uri="{FF2B5EF4-FFF2-40B4-BE49-F238E27FC236}">
                            <a16:creationId xmlns:a16="http://schemas.microsoft.com/office/drawing/2014/main" id="{87B36141-8281-8FD5-6102-0C73CD6DBC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43400"/>
                        <a:ext cx="28194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2" name="Text Box 24">
            <a:extLst>
              <a:ext uri="{FF2B5EF4-FFF2-40B4-BE49-F238E27FC236}">
                <a16:creationId xmlns:a16="http://schemas.microsoft.com/office/drawing/2014/main" id="{1B8F2AE5-65BE-D162-D5CF-1356D8983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0"/>
            <a:ext cx="1905000" cy="457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实验结果：</a:t>
            </a:r>
          </a:p>
        </p:txBody>
      </p:sp>
      <p:graphicFrame>
        <p:nvGraphicFramePr>
          <p:cNvPr id="283673" name="Object 25">
            <a:extLst>
              <a:ext uri="{FF2B5EF4-FFF2-40B4-BE49-F238E27FC236}">
                <a16:creationId xmlns:a16="http://schemas.microsoft.com/office/drawing/2014/main" id="{38ECCB74-8B53-B4CF-0AA1-3D8A1C9A6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8100" y="4343400"/>
          <a:ext cx="1409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69800" imgH="431640" progId="Equation.3">
                  <p:embed/>
                </p:oleObj>
              </mc:Choice>
              <mc:Fallback>
                <p:oleObj name="公式" r:id="rId22" imgW="469800" imgH="431640" progId="Equation.3">
                  <p:embed/>
                  <p:pic>
                    <p:nvPicPr>
                      <p:cNvPr id="283673" name="Object 25">
                        <a:extLst>
                          <a:ext uri="{FF2B5EF4-FFF2-40B4-BE49-F238E27FC236}">
                            <a16:creationId xmlns:a16="http://schemas.microsoft.com/office/drawing/2014/main" id="{38ECCB74-8B53-B4CF-0AA1-3D8A1C9A6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4343400"/>
                        <a:ext cx="1409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4" name="AutoShape 26">
            <a:extLst>
              <a:ext uri="{FF2B5EF4-FFF2-40B4-BE49-F238E27FC236}">
                <a16:creationId xmlns:a16="http://schemas.microsoft.com/office/drawing/2014/main" id="{654B543D-3502-24FA-040A-E47805580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482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3675" name="Object 27">
            <a:extLst>
              <a:ext uri="{FF2B5EF4-FFF2-40B4-BE49-F238E27FC236}">
                <a16:creationId xmlns:a16="http://schemas.microsoft.com/office/drawing/2014/main" id="{A5C4ACB2-FE6B-3796-9586-2358A8B9F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4343400"/>
          <a:ext cx="2743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52200" imgH="482400" progId="Equation.3">
                  <p:embed/>
                </p:oleObj>
              </mc:Choice>
              <mc:Fallback>
                <p:oleObj name="公式" r:id="rId24" imgW="952200" imgH="482400" progId="Equation.3">
                  <p:embed/>
                  <p:pic>
                    <p:nvPicPr>
                      <p:cNvPr id="283675" name="Object 27">
                        <a:extLst>
                          <a:ext uri="{FF2B5EF4-FFF2-40B4-BE49-F238E27FC236}">
                            <a16:creationId xmlns:a16="http://schemas.microsoft.com/office/drawing/2014/main" id="{A5C4ACB2-FE6B-3796-9586-2358A8B9F1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343400"/>
                        <a:ext cx="2743200" cy="1143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6" name="Text Box 28">
            <a:extLst>
              <a:ext uri="{FF2B5EF4-FFF2-40B4-BE49-F238E27FC236}">
                <a16:creationId xmlns:a16="http://schemas.microsoft.com/office/drawing/2014/main" id="{AD48D671-64CC-CB3F-0481-2D0BE0755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5626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四</a:t>
            </a:r>
            <a:r>
              <a:rPr lang="en-US" altLang="zh-CN" b="1">
                <a:solidFill>
                  <a:schemeClr val="bg1"/>
                </a:solidFill>
                <a:ea typeface="楷体_GB2312" pitchFamily="49" charset="-122"/>
              </a:rPr>
              <a:t>.  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含电介质的高斯定理     电位移矢量</a:t>
            </a:r>
          </a:p>
        </p:txBody>
      </p:sp>
      <p:grpSp>
        <p:nvGrpSpPr>
          <p:cNvPr id="283677" name="Group 29">
            <a:extLst>
              <a:ext uri="{FF2B5EF4-FFF2-40B4-BE49-F238E27FC236}">
                <a16:creationId xmlns:a16="http://schemas.microsoft.com/office/drawing/2014/main" id="{C33E6D46-2AE2-A645-CC5C-D0D992EA956A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696913"/>
            <a:ext cx="228600" cy="2514600"/>
            <a:chOff x="4128" y="528"/>
            <a:chExt cx="144" cy="1584"/>
          </a:xfrm>
        </p:grpSpPr>
        <p:grpSp>
          <p:nvGrpSpPr>
            <p:cNvPr id="283678" name="Group 30">
              <a:extLst>
                <a:ext uri="{FF2B5EF4-FFF2-40B4-BE49-F238E27FC236}">
                  <a16:creationId xmlns:a16="http://schemas.microsoft.com/office/drawing/2014/main" id="{F897F434-7671-DB11-97E1-CC6F03ECD9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528"/>
              <a:ext cx="144" cy="144"/>
              <a:chOff x="3840" y="3744"/>
              <a:chExt cx="192" cy="192"/>
            </a:xfrm>
          </p:grpSpPr>
          <p:sp>
            <p:nvSpPr>
              <p:cNvPr id="283679" name="Line 31">
                <a:extLst>
                  <a:ext uri="{FF2B5EF4-FFF2-40B4-BE49-F238E27FC236}">
                    <a16:creationId xmlns:a16="http://schemas.microsoft.com/office/drawing/2014/main" id="{4298857A-C5A2-EE3E-E55A-3611D7347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680" name="Line 32">
                <a:extLst>
                  <a:ext uri="{FF2B5EF4-FFF2-40B4-BE49-F238E27FC236}">
                    <a16:creationId xmlns:a16="http://schemas.microsoft.com/office/drawing/2014/main" id="{9B4094C0-CD78-790D-39E2-C272BDDA8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3681" name="Group 33">
              <a:extLst>
                <a:ext uri="{FF2B5EF4-FFF2-40B4-BE49-F238E27FC236}">
                  <a16:creationId xmlns:a16="http://schemas.microsoft.com/office/drawing/2014/main" id="{0B575025-DCAE-0108-EFB3-3BC57EFE56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768"/>
              <a:ext cx="144" cy="144"/>
              <a:chOff x="3840" y="3744"/>
              <a:chExt cx="192" cy="192"/>
            </a:xfrm>
          </p:grpSpPr>
          <p:sp>
            <p:nvSpPr>
              <p:cNvPr id="283682" name="Line 34">
                <a:extLst>
                  <a:ext uri="{FF2B5EF4-FFF2-40B4-BE49-F238E27FC236}">
                    <a16:creationId xmlns:a16="http://schemas.microsoft.com/office/drawing/2014/main" id="{D1E16AD6-08A2-DA47-81CA-F4CCEF9666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683" name="Line 35">
                <a:extLst>
                  <a:ext uri="{FF2B5EF4-FFF2-40B4-BE49-F238E27FC236}">
                    <a16:creationId xmlns:a16="http://schemas.microsoft.com/office/drawing/2014/main" id="{9BA56A69-B148-7B5D-E855-D6FB5C6F2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3684" name="Group 36">
              <a:extLst>
                <a:ext uri="{FF2B5EF4-FFF2-40B4-BE49-F238E27FC236}">
                  <a16:creationId xmlns:a16="http://schemas.microsoft.com/office/drawing/2014/main" id="{1502DEF8-994C-4720-B5CA-126F0DFA9B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008"/>
              <a:ext cx="144" cy="144"/>
              <a:chOff x="3840" y="3744"/>
              <a:chExt cx="192" cy="192"/>
            </a:xfrm>
          </p:grpSpPr>
          <p:sp>
            <p:nvSpPr>
              <p:cNvPr id="283685" name="Line 37">
                <a:extLst>
                  <a:ext uri="{FF2B5EF4-FFF2-40B4-BE49-F238E27FC236}">
                    <a16:creationId xmlns:a16="http://schemas.microsoft.com/office/drawing/2014/main" id="{19718EAC-6A94-30DF-40C3-D95837359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686" name="Line 38">
                <a:extLst>
                  <a:ext uri="{FF2B5EF4-FFF2-40B4-BE49-F238E27FC236}">
                    <a16:creationId xmlns:a16="http://schemas.microsoft.com/office/drawing/2014/main" id="{45D3C964-634E-BCBD-C69B-B72EB3C57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3687" name="Group 39">
              <a:extLst>
                <a:ext uri="{FF2B5EF4-FFF2-40B4-BE49-F238E27FC236}">
                  <a16:creationId xmlns:a16="http://schemas.microsoft.com/office/drawing/2014/main" id="{C6A807CA-75C5-CCA5-C942-13573D01F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248"/>
              <a:ext cx="144" cy="144"/>
              <a:chOff x="3840" y="3744"/>
              <a:chExt cx="192" cy="192"/>
            </a:xfrm>
          </p:grpSpPr>
          <p:sp>
            <p:nvSpPr>
              <p:cNvPr id="283688" name="Line 40">
                <a:extLst>
                  <a:ext uri="{FF2B5EF4-FFF2-40B4-BE49-F238E27FC236}">
                    <a16:creationId xmlns:a16="http://schemas.microsoft.com/office/drawing/2014/main" id="{1D61B0B7-6BF8-E7FE-1396-21306B1B8A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689" name="Line 41">
                <a:extLst>
                  <a:ext uri="{FF2B5EF4-FFF2-40B4-BE49-F238E27FC236}">
                    <a16:creationId xmlns:a16="http://schemas.microsoft.com/office/drawing/2014/main" id="{19FE989B-9B3D-88EE-D076-B85B0ECFD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3690" name="Group 42">
              <a:extLst>
                <a:ext uri="{FF2B5EF4-FFF2-40B4-BE49-F238E27FC236}">
                  <a16:creationId xmlns:a16="http://schemas.microsoft.com/office/drawing/2014/main" id="{1774AF52-842F-50B8-55B3-36C37F2CDD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968"/>
              <a:ext cx="144" cy="144"/>
              <a:chOff x="3840" y="3744"/>
              <a:chExt cx="192" cy="192"/>
            </a:xfrm>
          </p:grpSpPr>
          <p:sp>
            <p:nvSpPr>
              <p:cNvPr id="283691" name="Line 43">
                <a:extLst>
                  <a:ext uri="{FF2B5EF4-FFF2-40B4-BE49-F238E27FC236}">
                    <a16:creationId xmlns:a16="http://schemas.microsoft.com/office/drawing/2014/main" id="{087881BA-2C9F-D683-97B7-5ADADBBD3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692" name="Line 44">
                <a:extLst>
                  <a:ext uri="{FF2B5EF4-FFF2-40B4-BE49-F238E27FC236}">
                    <a16:creationId xmlns:a16="http://schemas.microsoft.com/office/drawing/2014/main" id="{0F02C26A-B89A-E87C-013A-B35E500A04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3693" name="Group 45">
              <a:extLst>
                <a:ext uri="{FF2B5EF4-FFF2-40B4-BE49-F238E27FC236}">
                  <a16:creationId xmlns:a16="http://schemas.microsoft.com/office/drawing/2014/main" id="{831014E1-746F-37A6-9309-BB145748C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728"/>
              <a:ext cx="144" cy="144"/>
              <a:chOff x="3840" y="3744"/>
              <a:chExt cx="192" cy="192"/>
            </a:xfrm>
          </p:grpSpPr>
          <p:sp>
            <p:nvSpPr>
              <p:cNvPr id="283694" name="Line 46">
                <a:extLst>
                  <a:ext uri="{FF2B5EF4-FFF2-40B4-BE49-F238E27FC236}">
                    <a16:creationId xmlns:a16="http://schemas.microsoft.com/office/drawing/2014/main" id="{E28EDC48-7414-7876-71C9-60944F93A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695" name="Line 47">
                <a:extLst>
                  <a:ext uri="{FF2B5EF4-FFF2-40B4-BE49-F238E27FC236}">
                    <a16:creationId xmlns:a16="http://schemas.microsoft.com/office/drawing/2014/main" id="{B80885C0-F277-394E-E84F-1C7520F04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3696" name="Group 48">
              <a:extLst>
                <a:ext uri="{FF2B5EF4-FFF2-40B4-BE49-F238E27FC236}">
                  <a16:creationId xmlns:a16="http://schemas.microsoft.com/office/drawing/2014/main" id="{08BE4AB9-3E8E-C94F-F93D-0BF7F36E5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488"/>
              <a:ext cx="144" cy="144"/>
              <a:chOff x="3840" y="3744"/>
              <a:chExt cx="192" cy="192"/>
            </a:xfrm>
          </p:grpSpPr>
          <p:sp>
            <p:nvSpPr>
              <p:cNvPr id="283697" name="Line 49">
                <a:extLst>
                  <a:ext uri="{FF2B5EF4-FFF2-40B4-BE49-F238E27FC236}">
                    <a16:creationId xmlns:a16="http://schemas.microsoft.com/office/drawing/2014/main" id="{E06E3154-91C2-D9AE-5662-E375E5F2F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698" name="Line 50">
                <a:extLst>
                  <a:ext uri="{FF2B5EF4-FFF2-40B4-BE49-F238E27FC236}">
                    <a16:creationId xmlns:a16="http://schemas.microsoft.com/office/drawing/2014/main" id="{B69A15C3-3856-94CA-0B7F-0A6B7F1F81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83699" name="Rectangle 51">
            <a:extLst>
              <a:ext uri="{FF2B5EF4-FFF2-40B4-BE49-F238E27FC236}">
                <a16:creationId xmlns:a16="http://schemas.microsoft.com/office/drawing/2014/main" id="{4F7F45B6-6FA1-8FD2-7DBC-6994A4084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20713"/>
            <a:ext cx="381000" cy="28194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3700" name="Group 52">
            <a:extLst>
              <a:ext uri="{FF2B5EF4-FFF2-40B4-BE49-F238E27FC236}">
                <a16:creationId xmlns:a16="http://schemas.microsoft.com/office/drawing/2014/main" id="{A52704F9-1B76-5CB1-4814-16F2BF9D83F0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773113"/>
            <a:ext cx="228600" cy="2362200"/>
            <a:chOff x="5088" y="576"/>
            <a:chExt cx="144" cy="1488"/>
          </a:xfrm>
        </p:grpSpPr>
        <p:sp>
          <p:nvSpPr>
            <p:cNvPr id="283701" name="Line 53">
              <a:extLst>
                <a:ext uri="{FF2B5EF4-FFF2-40B4-BE49-F238E27FC236}">
                  <a16:creationId xmlns:a16="http://schemas.microsoft.com/office/drawing/2014/main" id="{528993F3-D18D-30F2-A957-B2F55B913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81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702" name="Line 54">
              <a:extLst>
                <a:ext uri="{FF2B5EF4-FFF2-40B4-BE49-F238E27FC236}">
                  <a16:creationId xmlns:a16="http://schemas.microsoft.com/office/drawing/2014/main" id="{2E0B867C-BA47-85B4-0A6C-0A52780C2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57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703" name="Line 55">
              <a:extLst>
                <a:ext uri="{FF2B5EF4-FFF2-40B4-BE49-F238E27FC236}">
                  <a16:creationId xmlns:a16="http://schemas.microsoft.com/office/drawing/2014/main" id="{3D5D780F-DBA5-9783-AED1-FD52FFEB8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58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704" name="Line 56">
              <a:extLst>
                <a:ext uri="{FF2B5EF4-FFF2-40B4-BE49-F238E27FC236}">
                  <a16:creationId xmlns:a16="http://schemas.microsoft.com/office/drawing/2014/main" id="{ABD09738-AA89-1514-4C45-621E89FA0A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34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705" name="Line 57">
              <a:extLst>
                <a:ext uri="{FF2B5EF4-FFF2-40B4-BE49-F238E27FC236}">
                  <a16:creationId xmlns:a16="http://schemas.microsoft.com/office/drawing/2014/main" id="{526BB3BA-BC58-CA6D-9A45-3F2E50CC3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05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706" name="Line 58">
              <a:extLst>
                <a:ext uri="{FF2B5EF4-FFF2-40B4-BE49-F238E27FC236}">
                  <a16:creationId xmlns:a16="http://schemas.microsoft.com/office/drawing/2014/main" id="{771B0634-D57E-7576-5C2B-748B14AF5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06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707" name="Line 59">
              <a:extLst>
                <a:ext uri="{FF2B5EF4-FFF2-40B4-BE49-F238E27FC236}">
                  <a16:creationId xmlns:a16="http://schemas.microsoft.com/office/drawing/2014/main" id="{28DE60A5-C6C5-457C-00A3-4D7583B40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82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3708" name="Text Box 60">
            <a:extLst>
              <a:ext uri="{FF2B5EF4-FFF2-40B4-BE49-F238E27FC236}">
                <a16:creationId xmlns:a16="http://schemas.microsoft.com/office/drawing/2014/main" id="{27F14158-856F-330F-8B7D-6DD677B00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9600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电介质在电场中</a:t>
            </a:r>
          </a:p>
        </p:txBody>
      </p:sp>
      <p:sp>
        <p:nvSpPr>
          <p:cNvPr id="283709" name="Text Box 61">
            <a:extLst>
              <a:ext uri="{FF2B5EF4-FFF2-40B4-BE49-F238E27FC236}">
                <a16:creationId xmlns:a16="http://schemas.microsoft.com/office/drawing/2014/main" id="{AECA9B34-A2FD-E56C-CB56-677F20B5D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60960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产生束缚电荷</a:t>
            </a:r>
          </a:p>
        </p:txBody>
      </p:sp>
      <p:sp>
        <p:nvSpPr>
          <p:cNvPr id="283710" name="Text Box 62">
            <a:extLst>
              <a:ext uri="{FF2B5EF4-FFF2-40B4-BE49-F238E27FC236}">
                <a16:creationId xmlns:a16="http://schemas.microsoft.com/office/drawing/2014/main" id="{EC3EAA1C-7315-039A-38C8-94954D8D9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0960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影响原电场分布</a:t>
            </a:r>
          </a:p>
        </p:txBody>
      </p:sp>
      <p:sp>
        <p:nvSpPr>
          <p:cNvPr id="283711" name="AutoShape 63">
            <a:extLst>
              <a:ext uri="{FF2B5EF4-FFF2-40B4-BE49-F238E27FC236}">
                <a16:creationId xmlns:a16="http://schemas.microsoft.com/office/drawing/2014/main" id="{16E78CD7-A680-18F9-4BBD-9DAD5218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61722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3712" name="AutoShape 64">
            <a:extLst>
              <a:ext uri="{FF2B5EF4-FFF2-40B4-BE49-F238E27FC236}">
                <a16:creationId xmlns:a16="http://schemas.microsoft.com/office/drawing/2014/main" id="{ACB98FD6-4AAF-5824-A11C-062E5DB8A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61722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28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8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3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3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3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3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0" fill="hold"/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0" fill="hold"/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8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300"/>
                                        <p:tgtEl>
                                          <p:spTgt spid="283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300"/>
                                        <p:tgtEl>
                                          <p:spTgt spid="283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500"/>
                                        <p:tgtEl>
                                          <p:spTgt spid="28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5" dur="300"/>
                                        <p:tgtEl>
                                          <p:spTgt spid="28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00"/>
                                        <p:tgtEl>
                                          <p:spTgt spid="28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28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83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83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1" dur="500"/>
                                        <p:tgtEl>
                                          <p:spTgt spid="28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0" fill="hold"/>
                                        <p:tgtEl>
                                          <p:spTgt spid="283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0" fill="hold"/>
                                        <p:tgtEl>
                                          <p:spTgt spid="283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300"/>
                                        <p:tgtEl>
                                          <p:spTgt spid="28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300" fill="hold"/>
                                        <p:tgtEl>
                                          <p:spTgt spid="283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00" fill="hold"/>
                                        <p:tgtEl>
                                          <p:spTgt spid="283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8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300" fill="hold"/>
                                        <p:tgtEl>
                                          <p:spTgt spid="283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300" fill="hold"/>
                                        <p:tgtEl>
                                          <p:spTgt spid="283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8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300" fill="hold"/>
                                        <p:tgtEl>
                                          <p:spTgt spid="283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00" fill="hold"/>
                                        <p:tgtEl>
                                          <p:spTgt spid="283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0" grpId="0" autoUpdateAnimBg="0"/>
      <p:bldP spid="283651" grpId="0" autoUpdateAnimBg="0"/>
      <p:bldP spid="283659" grpId="0" build="p" autoUpdateAnimBg="0"/>
      <p:bldP spid="283662" grpId="0" build="p" autoUpdateAnimBg="0"/>
      <p:bldP spid="283670" grpId="0" autoUpdateAnimBg="0"/>
      <p:bldP spid="283672" grpId="0" animBg="1" autoUpdateAnimBg="0"/>
      <p:bldP spid="283676" grpId="0" autoUpdateAnimBg="0"/>
      <p:bldP spid="283708" grpId="0" autoUpdateAnimBg="0"/>
      <p:bldP spid="283709" grpId="0" autoUpdateAnimBg="0"/>
      <p:bldP spid="28371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626" name="Object 2">
            <a:extLst>
              <a:ext uri="{FF2B5EF4-FFF2-40B4-BE49-F238E27FC236}">
                <a16:creationId xmlns:a16="http://schemas.microsoft.com/office/drawing/2014/main" id="{4321A164-7DC4-89E9-36D2-93923F297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33350"/>
          <a:ext cx="2286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482400" progId="Equation.DSMT4">
                  <p:embed/>
                </p:oleObj>
              </mc:Choice>
              <mc:Fallback>
                <p:oleObj name="Equation" r:id="rId2" imgW="990360" imgH="482400" progId="Equation.DSMT4">
                  <p:embed/>
                  <p:pic>
                    <p:nvPicPr>
                      <p:cNvPr id="282626" name="Object 2">
                        <a:extLst>
                          <a:ext uri="{FF2B5EF4-FFF2-40B4-BE49-F238E27FC236}">
                            <a16:creationId xmlns:a16="http://schemas.microsoft.com/office/drawing/2014/main" id="{4321A164-7DC4-89E9-36D2-93923F2978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33350"/>
                        <a:ext cx="2286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27" name="Text Box 3">
            <a:extLst>
              <a:ext uri="{FF2B5EF4-FFF2-40B4-BE49-F238E27FC236}">
                <a16:creationId xmlns:a16="http://schemas.microsoft.com/office/drawing/2014/main" id="{AB94713A-7891-5EEF-BDFB-6A880106E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5888"/>
            <a:ext cx="14097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  <a:ea typeface="楷体_GB2312" pitchFamily="49" charset="-122"/>
              </a:rPr>
              <a:t>真空中的</a:t>
            </a:r>
          </a:p>
          <a:p>
            <a:pPr algn="l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  <a:ea typeface="楷体_GB2312" pitchFamily="49" charset="-122"/>
              </a:rPr>
              <a:t>高斯定理</a:t>
            </a:r>
          </a:p>
        </p:txBody>
      </p:sp>
      <p:sp>
        <p:nvSpPr>
          <p:cNvPr id="282628" name="Text Box 4">
            <a:extLst>
              <a:ext uri="{FF2B5EF4-FFF2-40B4-BE49-F238E27FC236}">
                <a16:creationId xmlns:a16="http://schemas.microsoft.com/office/drawing/2014/main" id="{B7D1AEDF-C43D-E474-677B-4699BEAEE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5255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引入电介质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:</a:t>
            </a:r>
          </a:p>
        </p:txBody>
      </p:sp>
      <p:grpSp>
        <p:nvGrpSpPr>
          <p:cNvPr id="282629" name="Group 5">
            <a:extLst>
              <a:ext uri="{FF2B5EF4-FFF2-40B4-BE49-F238E27FC236}">
                <a16:creationId xmlns:a16="http://schemas.microsoft.com/office/drawing/2014/main" id="{5C4741C7-2E7F-C857-6178-A0A6A01E9A9B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33350"/>
            <a:ext cx="2057400" cy="3798888"/>
            <a:chOff x="4272" y="192"/>
            <a:chExt cx="1296" cy="2393"/>
          </a:xfrm>
        </p:grpSpPr>
        <p:sp>
          <p:nvSpPr>
            <p:cNvPr id="282630" name="Rectangle 6">
              <a:extLst>
                <a:ext uri="{FF2B5EF4-FFF2-40B4-BE49-F238E27FC236}">
                  <a16:creationId xmlns:a16="http://schemas.microsoft.com/office/drawing/2014/main" id="{7BC47FDA-8E2C-D2AD-C1C7-9720B5ED9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480"/>
              <a:ext cx="240" cy="1776"/>
            </a:xfrm>
            <a:prstGeom prst="rect">
              <a:avLst/>
            </a:prstGeom>
            <a:gradFill rotWithShape="0">
              <a:gsLst>
                <a:gs pos="0">
                  <a:srgbClr val="00CCFF"/>
                </a:gs>
                <a:gs pos="100000">
                  <a:srgbClr val="00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2631" name="Group 7">
              <a:extLst>
                <a:ext uri="{FF2B5EF4-FFF2-40B4-BE49-F238E27FC236}">
                  <a16:creationId xmlns:a16="http://schemas.microsoft.com/office/drawing/2014/main" id="{F2FD0CF2-924A-2EBF-45B2-419D9F48D4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480"/>
              <a:ext cx="816" cy="1776"/>
              <a:chOff x="1824" y="2064"/>
              <a:chExt cx="576" cy="1776"/>
            </a:xfrm>
          </p:grpSpPr>
          <p:sp>
            <p:nvSpPr>
              <p:cNvPr id="282632" name="Rectangle 8">
                <a:extLst>
                  <a:ext uri="{FF2B5EF4-FFF2-40B4-BE49-F238E27FC236}">
                    <a16:creationId xmlns:a16="http://schemas.microsoft.com/office/drawing/2014/main" id="{7EA435EB-7610-F0C2-92C1-D9785B26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576" cy="1776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60000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2633" name="Text Box 9">
                <a:extLst>
                  <a:ext uri="{FF2B5EF4-FFF2-40B4-BE49-F238E27FC236}">
                    <a16:creationId xmlns:a16="http://schemas.microsoft.com/office/drawing/2014/main" id="{74DED7D8-4057-73AD-461D-F55468180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311"/>
                <a:ext cx="219" cy="1208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6000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b="1">
                    <a:solidFill>
                      <a:srgbClr val="FFFF00"/>
                    </a:solidFill>
                    <a:ea typeface="楷体_GB2312" pitchFamily="49" charset="-122"/>
                  </a:rPr>
                  <a:t>电</a:t>
                </a:r>
              </a:p>
              <a:p>
                <a:pPr algn="l"/>
                <a:endParaRPr lang="zh-CN" altLang="en-US" b="1">
                  <a:solidFill>
                    <a:srgbClr val="FFFF00"/>
                  </a:solidFill>
                  <a:ea typeface="楷体_GB2312" pitchFamily="49" charset="-122"/>
                </a:endParaRPr>
              </a:p>
              <a:p>
                <a:pPr algn="l"/>
                <a:r>
                  <a:rPr lang="zh-CN" altLang="en-US" b="1">
                    <a:solidFill>
                      <a:srgbClr val="FFFF00"/>
                    </a:solidFill>
                    <a:ea typeface="楷体_GB2312" pitchFamily="49" charset="-122"/>
                  </a:rPr>
                  <a:t>介</a:t>
                </a:r>
              </a:p>
              <a:p>
                <a:pPr algn="l"/>
                <a:endParaRPr lang="zh-CN" altLang="en-US" b="1">
                  <a:solidFill>
                    <a:srgbClr val="FFFF00"/>
                  </a:solidFill>
                  <a:ea typeface="楷体_GB2312" pitchFamily="49" charset="-122"/>
                </a:endParaRPr>
              </a:p>
              <a:p>
                <a:pPr algn="l"/>
                <a:r>
                  <a:rPr lang="zh-CN" altLang="en-US" b="1">
                    <a:solidFill>
                      <a:srgbClr val="FFFF00"/>
                    </a:solidFill>
                    <a:ea typeface="楷体_GB2312" pitchFamily="49" charset="-122"/>
                  </a:rPr>
                  <a:t>质</a:t>
                </a:r>
              </a:p>
            </p:txBody>
          </p:sp>
        </p:grpSp>
        <p:graphicFrame>
          <p:nvGraphicFramePr>
            <p:cNvPr id="282634" name="Object 10">
              <a:extLst>
                <a:ext uri="{FF2B5EF4-FFF2-40B4-BE49-F238E27FC236}">
                  <a16:creationId xmlns:a16="http://schemas.microsoft.com/office/drawing/2014/main" id="{EAC5CA7D-4194-10BE-44B0-3BF011455E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192"/>
            <a:ext cx="321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280" imgH="139680" progId="Equation.3">
                    <p:embed/>
                  </p:oleObj>
                </mc:Choice>
                <mc:Fallback>
                  <p:oleObj name="公式" r:id="rId4" imgW="152280" imgH="139680" progId="Equation.3">
                    <p:embed/>
                    <p:pic>
                      <p:nvPicPr>
                        <p:cNvPr id="282634" name="Object 10">
                          <a:extLst>
                            <a:ext uri="{FF2B5EF4-FFF2-40B4-BE49-F238E27FC236}">
                              <a16:creationId xmlns:a16="http://schemas.microsoft.com/office/drawing/2014/main" id="{EAC5CA7D-4194-10BE-44B0-3BF011455E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92"/>
                          <a:ext cx="321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2635" name="Object 11">
              <a:extLst>
                <a:ext uri="{FF2B5EF4-FFF2-40B4-BE49-F238E27FC236}">
                  <a16:creationId xmlns:a16="http://schemas.microsoft.com/office/drawing/2014/main" id="{73FCD0AF-5901-A393-3EC6-EF05CA7D9E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192"/>
            <a:ext cx="43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6400" imgH="139680" progId="Equation.3">
                    <p:embed/>
                  </p:oleObj>
                </mc:Choice>
                <mc:Fallback>
                  <p:oleObj name="公式" r:id="rId6" imgW="266400" imgH="139680" progId="Equation.3">
                    <p:embed/>
                    <p:pic>
                      <p:nvPicPr>
                        <p:cNvPr id="282635" name="Object 11">
                          <a:extLst>
                            <a:ext uri="{FF2B5EF4-FFF2-40B4-BE49-F238E27FC236}">
                              <a16:creationId xmlns:a16="http://schemas.microsoft.com/office/drawing/2014/main" id="{73FCD0AF-5901-A393-3EC6-EF05CA7D9E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192"/>
                          <a:ext cx="432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2636" name="Line 12">
              <a:extLst>
                <a:ext uri="{FF2B5EF4-FFF2-40B4-BE49-F238E27FC236}">
                  <a16:creationId xmlns:a16="http://schemas.microsoft.com/office/drawing/2014/main" id="{FAE8AB14-A903-E535-F2BE-851AF57CE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584"/>
              <a:ext cx="816" cy="0"/>
            </a:xfrm>
            <a:prstGeom prst="line">
              <a:avLst/>
            </a:prstGeom>
            <a:noFill/>
            <a:ln w="476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2637" name="Object 13">
              <a:extLst>
                <a:ext uri="{FF2B5EF4-FFF2-40B4-BE49-F238E27FC236}">
                  <a16:creationId xmlns:a16="http://schemas.microsoft.com/office/drawing/2014/main" id="{6D7FF6A9-8F32-976F-9486-30D8A02550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1152"/>
            <a:ext cx="43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5640" imgH="253800" progId="Equation.3">
                    <p:embed/>
                  </p:oleObj>
                </mc:Choice>
                <mc:Fallback>
                  <p:oleObj name="公式" r:id="rId8" imgW="215640" imgH="253800" progId="Equation.3">
                    <p:embed/>
                    <p:pic>
                      <p:nvPicPr>
                        <p:cNvPr id="282637" name="Object 13">
                          <a:extLst>
                            <a:ext uri="{FF2B5EF4-FFF2-40B4-BE49-F238E27FC236}">
                              <a16:creationId xmlns:a16="http://schemas.microsoft.com/office/drawing/2014/main" id="{6D7FF6A9-8F32-976F-9486-30D8A02550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152"/>
                          <a:ext cx="432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2638" name="Line 14">
              <a:extLst>
                <a:ext uri="{FF2B5EF4-FFF2-40B4-BE49-F238E27FC236}">
                  <a16:creationId xmlns:a16="http://schemas.microsoft.com/office/drawing/2014/main" id="{808AB02C-D124-971A-1222-FF40485FB6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1104"/>
              <a:ext cx="816" cy="0"/>
            </a:xfrm>
            <a:prstGeom prst="line">
              <a:avLst/>
            </a:prstGeom>
            <a:noFill/>
            <a:ln w="5397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2639" name="Object 15">
              <a:extLst>
                <a:ext uri="{FF2B5EF4-FFF2-40B4-BE49-F238E27FC236}">
                  <a16:creationId xmlns:a16="http://schemas.microsoft.com/office/drawing/2014/main" id="{ACC7DDB3-0FEC-67EF-582A-59C3A230D9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672"/>
            <a:ext cx="375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03040" imgH="203040" progId="Equation.3">
                    <p:embed/>
                  </p:oleObj>
                </mc:Choice>
                <mc:Fallback>
                  <p:oleObj name="公式" r:id="rId10" imgW="203040" imgH="203040" progId="Equation.3">
                    <p:embed/>
                    <p:pic>
                      <p:nvPicPr>
                        <p:cNvPr id="282639" name="Object 15">
                          <a:extLst>
                            <a:ext uri="{FF2B5EF4-FFF2-40B4-BE49-F238E27FC236}">
                              <a16:creationId xmlns:a16="http://schemas.microsoft.com/office/drawing/2014/main" id="{ACC7DDB3-0FEC-67EF-582A-59C3A230D9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672"/>
                          <a:ext cx="375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2640" name="Object 16">
              <a:extLst>
                <a:ext uri="{FF2B5EF4-FFF2-40B4-BE49-F238E27FC236}">
                  <a16:creationId xmlns:a16="http://schemas.microsoft.com/office/drawing/2014/main" id="{97918DBE-B4C7-CBC5-0199-E593C6368A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2256"/>
            <a:ext cx="528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91960" imgH="177480" progId="Equation.3">
                    <p:embed/>
                  </p:oleObj>
                </mc:Choice>
                <mc:Fallback>
                  <p:oleObj name="公式" r:id="rId12" imgW="291960" imgH="177480" progId="Equation.3">
                    <p:embed/>
                    <p:pic>
                      <p:nvPicPr>
                        <p:cNvPr id="282640" name="Object 16">
                          <a:extLst>
                            <a:ext uri="{FF2B5EF4-FFF2-40B4-BE49-F238E27FC236}">
                              <a16:creationId xmlns:a16="http://schemas.microsoft.com/office/drawing/2014/main" id="{97918DBE-B4C7-CBC5-0199-E593C6368A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256"/>
                          <a:ext cx="528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2641" name="Object 17">
              <a:extLst>
                <a:ext uri="{FF2B5EF4-FFF2-40B4-BE49-F238E27FC236}">
                  <a16:creationId xmlns:a16="http://schemas.microsoft.com/office/drawing/2014/main" id="{0A6ECF33-C80A-DB58-485E-FC448F0F21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" y="2256"/>
            <a:ext cx="375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77480" imgH="177480" progId="Equation.3">
                    <p:embed/>
                  </p:oleObj>
                </mc:Choice>
                <mc:Fallback>
                  <p:oleObj name="公式" r:id="rId14" imgW="177480" imgH="177480" progId="Equation.3">
                    <p:embed/>
                    <p:pic>
                      <p:nvPicPr>
                        <p:cNvPr id="282641" name="Object 17">
                          <a:extLst>
                            <a:ext uri="{FF2B5EF4-FFF2-40B4-BE49-F238E27FC236}">
                              <a16:creationId xmlns:a16="http://schemas.microsoft.com/office/drawing/2014/main" id="{0A6ECF33-C80A-DB58-485E-FC448F0F21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256"/>
                          <a:ext cx="375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2642" name="Group 18">
              <a:extLst>
                <a:ext uri="{FF2B5EF4-FFF2-40B4-BE49-F238E27FC236}">
                  <a16:creationId xmlns:a16="http://schemas.microsoft.com/office/drawing/2014/main" id="{042ED2CC-EA29-61D1-2903-73CA3A9A53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528"/>
              <a:ext cx="144" cy="144"/>
              <a:chOff x="3840" y="3744"/>
              <a:chExt cx="192" cy="192"/>
            </a:xfrm>
          </p:grpSpPr>
          <p:sp>
            <p:nvSpPr>
              <p:cNvPr id="282643" name="Line 19">
                <a:extLst>
                  <a:ext uri="{FF2B5EF4-FFF2-40B4-BE49-F238E27FC236}">
                    <a16:creationId xmlns:a16="http://schemas.microsoft.com/office/drawing/2014/main" id="{8A68514F-DA03-2D1E-589F-72778CEB0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2644" name="Line 20">
                <a:extLst>
                  <a:ext uri="{FF2B5EF4-FFF2-40B4-BE49-F238E27FC236}">
                    <a16:creationId xmlns:a16="http://schemas.microsoft.com/office/drawing/2014/main" id="{77783C95-C9AF-3DD7-2795-CDBC76120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2645" name="Group 21">
              <a:extLst>
                <a:ext uri="{FF2B5EF4-FFF2-40B4-BE49-F238E27FC236}">
                  <a16:creationId xmlns:a16="http://schemas.microsoft.com/office/drawing/2014/main" id="{980743EA-049A-098A-65EC-D9A0921EC7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768"/>
              <a:ext cx="144" cy="144"/>
              <a:chOff x="3840" y="3744"/>
              <a:chExt cx="192" cy="192"/>
            </a:xfrm>
          </p:grpSpPr>
          <p:sp>
            <p:nvSpPr>
              <p:cNvPr id="282646" name="Line 22">
                <a:extLst>
                  <a:ext uri="{FF2B5EF4-FFF2-40B4-BE49-F238E27FC236}">
                    <a16:creationId xmlns:a16="http://schemas.microsoft.com/office/drawing/2014/main" id="{9F018380-3A72-9B12-8216-7D74FFD0E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2647" name="Line 23">
                <a:extLst>
                  <a:ext uri="{FF2B5EF4-FFF2-40B4-BE49-F238E27FC236}">
                    <a16:creationId xmlns:a16="http://schemas.microsoft.com/office/drawing/2014/main" id="{532E4A6C-213E-B4DF-E4E7-D22705128D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2648" name="Group 24">
              <a:extLst>
                <a:ext uri="{FF2B5EF4-FFF2-40B4-BE49-F238E27FC236}">
                  <a16:creationId xmlns:a16="http://schemas.microsoft.com/office/drawing/2014/main" id="{E69E4AF2-F46C-57B1-F724-14D6E5CD27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008"/>
              <a:ext cx="144" cy="144"/>
              <a:chOff x="3840" y="3744"/>
              <a:chExt cx="192" cy="192"/>
            </a:xfrm>
          </p:grpSpPr>
          <p:sp>
            <p:nvSpPr>
              <p:cNvPr id="282649" name="Line 25">
                <a:extLst>
                  <a:ext uri="{FF2B5EF4-FFF2-40B4-BE49-F238E27FC236}">
                    <a16:creationId xmlns:a16="http://schemas.microsoft.com/office/drawing/2014/main" id="{4E448042-A4BC-E2E2-FC15-5EEE3174A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2650" name="Line 26">
                <a:extLst>
                  <a:ext uri="{FF2B5EF4-FFF2-40B4-BE49-F238E27FC236}">
                    <a16:creationId xmlns:a16="http://schemas.microsoft.com/office/drawing/2014/main" id="{455389FA-6E76-E56B-98FE-B8F8BCE34A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2651" name="Group 27">
              <a:extLst>
                <a:ext uri="{FF2B5EF4-FFF2-40B4-BE49-F238E27FC236}">
                  <a16:creationId xmlns:a16="http://schemas.microsoft.com/office/drawing/2014/main" id="{87EE014E-4804-31ED-FE0F-3045F22336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248"/>
              <a:ext cx="144" cy="144"/>
              <a:chOff x="3840" y="3744"/>
              <a:chExt cx="192" cy="192"/>
            </a:xfrm>
          </p:grpSpPr>
          <p:sp>
            <p:nvSpPr>
              <p:cNvPr id="282652" name="Line 28">
                <a:extLst>
                  <a:ext uri="{FF2B5EF4-FFF2-40B4-BE49-F238E27FC236}">
                    <a16:creationId xmlns:a16="http://schemas.microsoft.com/office/drawing/2014/main" id="{9AF4432D-AD16-4D52-5CBD-8740EDB1C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2653" name="Line 29">
                <a:extLst>
                  <a:ext uri="{FF2B5EF4-FFF2-40B4-BE49-F238E27FC236}">
                    <a16:creationId xmlns:a16="http://schemas.microsoft.com/office/drawing/2014/main" id="{D5AE2B68-C4C0-E3A6-8CE4-AAE6E72CFD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2654" name="Line 30">
              <a:extLst>
                <a:ext uri="{FF2B5EF4-FFF2-40B4-BE49-F238E27FC236}">
                  <a16:creationId xmlns:a16="http://schemas.microsoft.com/office/drawing/2014/main" id="{17253B76-3461-015F-87BA-447178FD0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62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2655" name="Group 31">
              <a:extLst>
                <a:ext uri="{FF2B5EF4-FFF2-40B4-BE49-F238E27FC236}">
                  <a16:creationId xmlns:a16="http://schemas.microsoft.com/office/drawing/2014/main" id="{F6CD503C-5DF4-2737-A784-7F204AFA6F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968"/>
              <a:ext cx="144" cy="144"/>
              <a:chOff x="3840" y="3744"/>
              <a:chExt cx="192" cy="192"/>
            </a:xfrm>
          </p:grpSpPr>
          <p:sp>
            <p:nvSpPr>
              <p:cNvPr id="282656" name="Line 32">
                <a:extLst>
                  <a:ext uri="{FF2B5EF4-FFF2-40B4-BE49-F238E27FC236}">
                    <a16:creationId xmlns:a16="http://schemas.microsoft.com/office/drawing/2014/main" id="{56C4ADDB-9A0D-F3B0-D4FF-FB49A33AFB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2657" name="Line 33">
                <a:extLst>
                  <a:ext uri="{FF2B5EF4-FFF2-40B4-BE49-F238E27FC236}">
                    <a16:creationId xmlns:a16="http://schemas.microsoft.com/office/drawing/2014/main" id="{9EB9BF10-D9E5-6D0F-3181-0049B43598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2658" name="Group 34">
              <a:extLst>
                <a:ext uri="{FF2B5EF4-FFF2-40B4-BE49-F238E27FC236}">
                  <a16:creationId xmlns:a16="http://schemas.microsoft.com/office/drawing/2014/main" id="{924D3700-1075-49FB-CB39-D0918360E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728"/>
              <a:ext cx="144" cy="144"/>
              <a:chOff x="3840" y="3744"/>
              <a:chExt cx="192" cy="192"/>
            </a:xfrm>
          </p:grpSpPr>
          <p:sp>
            <p:nvSpPr>
              <p:cNvPr id="282659" name="Line 35">
                <a:extLst>
                  <a:ext uri="{FF2B5EF4-FFF2-40B4-BE49-F238E27FC236}">
                    <a16:creationId xmlns:a16="http://schemas.microsoft.com/office/drawing/2014/main" id="{8AD28D15-157F-1B87-952E-A900366A4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2660" name="Line 36">
                <a:extLst>
                  <a:ext uri="{FF2B5EF4-FFF2-40B4-BE49-F238E27FC236}">
                    <a16:creationId xmlns:a16="http://schemas.microsoft.com/office/drawing/2014/main" id="{20223CB5-FB28-A740-1B7C-5A4EBD947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2661" name="Group 37">
              <a:extLst>
                <a:ext uri="{FF2B5EF4-FFF2-40B4-BE49-F238E27FC236}">
                  <a16:creationId xmlns:a16="http://schemas.microsoft.com/office/drawing/2014/main" id="{6A729D13-E230-FD1E-7871-3DC7A03511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488"/>
              <a:ext cx="144" cy="144"/>
              <a:chOff x="3840" y="3744"/>
              <a:chExt cx="192" cy="192"/>
            </a:xfrm>
          </p:grpSpPr>
          <p:sp>
            <p:nvSpPr>
              <p:cNvPr id="282662" name="Line 38">
                <a:extLst>
                  <a:ext uri="{FF2B5EF4-FFF2-40B4-BE49-F238E27FC236}">
                    <a16:creationId xmlns:a16="http://schemas.microsoft.com/office/drawing/2014/main" id="{3F05F820-1FBB-AB1C-8A9D-CE07201C3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2663" name="Line 39">
                <a:extLst>
                  <a:ext uri="{FF2B5EF4-FFF2-40B4-BE49-F238E27FC236}">
                    <a16:creationId xmlns:a16="http://schemas.microsoft.com/office/drawing/2014/main" id="{DBCF3179-520F-D436-B016-996B4E768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2664" name="Rectangle 40">
              <a:extLst>
                <a:ext uri="{FF2B5EF4-FFF2-40B4-BE49-F238E27FC236}">
                  <a16:creationId xmlns:a16="http://schemas.microsoft.com/office/drawing/2014/main" id="{1D77064F-6333-298E-E1E2-D06A0C4C7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480"/>
              <a:ext cx="240" cy="1776"/>
            </a:xfrm>
            <a:prstGeom prst="rect">
              <a:avLst/>
            </a:prstGeom>
            <a:gradFill rotWithShape="0">
              <a:gsLst>
                <a:gs pos="0">
                  <a:srgbClr val="00CCFF"/>
                </a:gs>
                <a:gs pos="100000">
                  <a:srgbClr val="00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2665" name="Line 41">
              <a:extLst>
                <a:ext uri="{FF2B5EF4-FFF2-40B4-BE49-F238E27FC236}">
                  <a16:creationId xmlns:a16="http://schemas.microsoft.com/office/drawing/2014/main" id="{219DA484-AE1D-359D-D359-D7E7AD986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81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666" name="Line 42">
              <a:extLst>
                <a:ext uri="{FF2B5EF4-FFF2-40B4-BE49-F238E27FC236}">
                  <a16:creationId xmlns:a16="http://schemas.microsoft.com/office/drawing/2014/main" id="{D100F969-8E2D-0097-364D-532D75AA1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57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667" name="Line 43">
              <a:extLst>
                <a:ext uri="{FF2B5EF4-FFF2-40B4-BE49-F238E27FC236}">
                  <a16:creationId xmlns:a16="http://schemas.microsoft.com/office/drawing/2014/main" id="{CA4396E4-CBD4-BCD6-ADFF-84CE87AC1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58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668" name="Line 44">
              <a:extLst>
                <a:ext uri="{FF2B5EF4-FFF2-40B4-BE49-F238E27FC236}">
                  <a16:creationId xmlns:a16="http://schemas.microsoft.com/office/drawing/2014/main" id="{BA0E40F2-89C0-DFEA-5F6B-4069261AD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34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669" name="Line 45">
              <a:extLst>
                <a:ext uri="{FF2B5EF4-FFF2-40B4-BE49-F238E27FC236}">
                  <a16:creationId xmlns:a16="http://schemas.microsoft.com/office/drawing/2014/main" id="{4BF65093-A06A-BEA0-DB4B-E4EEF37E5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05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670" name="Line 46">
              <a:extLst>
                <a:ext uri="{FF2B5EF4-FFF2-40B4-BE49-F238E27FC236}">
                  <a16:creationId xmlns:a16="http://schemas.microsoft.com/office/drawing/2014/main" id="{A9DEA393-4896-129D-5D71-4B7C4E0B4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06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671" name="Line 47">
              <a:extLst>
                <a:ext uri="{FF2B5EF4-FFF2-40B4-BE49-F238E27FC236}">
                  <a16:creationId xmlns:a16="http://schemas.microsoft.com/office/drawing/2014/main" id="{7BA6A54C-9811-1807-FFB6-CBF9644D7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82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2672" name="Rectangle 48">
            <a:extLst>
              <a:ext uri="{FF2B5EF4-FFF2-40B4-BE49-F238E27FC236}">
                <a16:creationId xmlns:a16="http://schemas.microsoft.com/office/drawing/2014/main" id="{901FB6BE-2042-2DD7-B7CF-D3256537F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276350"/>
            <a:ext cx="609600" cy="1524000"/>
          </a:xfrm>
          <a:prstGeom prst="rect">
            <a:avLst/>
          </a:prstGeom>
          <a:noFill/>
          <a:ln w="22225">
            <a:solidFill>
              <a:schemeClr val="bg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2673" name="Object 49">
            <a:extLst>
              <a:ext uri="{FF2B5EF4-FFF2-40B4-BE49-F238E27FC236}">
                <a16:creationId xmlns:a16="http://schemas.microsoft.com/office/drawing/2014/main" id="{7A9E9CFA-2427-9AE3-CEC7-1EB67EDBDA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666750"/>
          <a:ext cx="4016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9680" imgH="177480" progId="Equation.3">
                  <p:embed/>
                </p:oleObj>
              </mc:Choice>
              <mc:Fallback>
                <p:oleObj name="公式" r:id="rId16" imgW="139680" imgH="177480" progId="Equation.3">
                  <p:embed/>
                  <p:pic>
                    <p:nvPicPr>
                      <p:cNvPr id="282673" name="Object 49">
                        <a:extLst>
                          <a:ext uri="{FF2B5EF4-FFF2-40B4-BE49-F238E27FC236}">
                            <a16:creationId xmlns:a16="http://schemas.microsoft.com/office/drawing/2014/main" id="{7A9E9CFA-2427-9AE3-CEC7-1EB67EDBDA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666750"/>
                        <a:ext cx="401638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74" name="Object 50">
            <a:extLst>
              <a:ext uri="{FF2B5EF4-FFF2-40B4-BE49-F238E27FC236}">
                <a16:creationId xmlns:a16="http://schemas.microsoft.com/office/drawing/2014/main" id="{EB58AE00-D240-9AD0-03DE-76EB32866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4975" y="2971800"/>
          <a:ext cx="3286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4120" imgH="215640" progId="Equation.3">
                  <p:embed/>
                </p:oleObj>
              </mc:Choice>
              <mc:Fallback>
                <p:oleObj name="公式" r:id="rId18" imgW="114120" imgH="215640" progId="Equation.3">
                  <p:embed/>
                  <p:pic>
                    <p:nvPicPr>
                      <p:cNvPr id="282674" name="Object 50">
                        <a:extLst>
                          <a:ext uri="{FF2B5EF4-FFF2-40B4-BE49-F238E27FC236}">
                            <a16:creationId xmlns:a16="http://schemas.microsoft.com/office/drawing/2014/main" id="{EB58AE00-D240-9AD0-03DE-76EB32866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2971800"/>
                        <a:ext cx="3286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75" name="Object 51">
            <a:extLst>
              <a:ext uri="{FF2B5EF4-FFF2-40B4-BE49-F238E27FC236}">
                <a16:creationId xmlns:a16="http://schemas.microsoft.com/office/drawing/2014/main" id="{B5039E34-E17E-1746-9EBC-867AA37D21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885950"/>
          <a:ext cx="1498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20560" imgH="380880" progId="Equation.DSMT4">
                  <p:embed/>
                </p:oleObj>
              </mc:Choice>
              <mc:Fallback>
                <p:oleObj name="Equation" r:id="rId20" imgW="520560" imgH="380880" progId="Equation.DSMT4">
                  <p:embed/>
                  <p:pic>
                    <p:nvPicPr>
                      <p:cNvPr id="282675" name="Object 51">
                        <a:extLst>
                          <a:ext uri="{FF2B5EF4-FFF2-40B4-BE49-F238E27FC236}">
                            <a16:creationId xmlns:a16="http://schemas.microsoft.com/office/drawing/2014/main" id="{B5039E34-E17E-1746-9EBC-867AA37D21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85950"/>
                        <a:ext cx="1498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76" name="AutoShape 52">
            <a:extLst>
              <a:ext uri="{FF2B5EF4-FFF2-40B4-BE49-F238E27FC236}">
                <a16:creationId xmlns:a16="http://schemas.microsoft.com/office/drawing/2014/main" id="{22BE5641-174B-9316-FB42-9DBA60A7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09550"/>
            <a:ext cx="1524000" cy="914400"/>
          </a:xfrm>
          <a:prstGeom prst="wedgeRectCallout">
            <a:avLst>
              <a:gd name="adj1" fmla="val 85833"/>
              <a:gd name="adj2" fmla="val 134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zh-CN" altLang="en-US" b="1" i="1">
                <a:ea typeface="楷体_GB2312" pitchFamily="49" charset="-122"/>
              </a:rPr>
              <a:t>做一圆柱形高斯面</a:t>
            </a:r>
          </a:p>
        </p:txBody>
      </p:sp>
      <p:graphicFrame>
        <p:nvGraphicFramePr>
          <p:cNvPr id="282677" name="Object 53">
            <a:extLst>
              <a:ext uri="{FF2B5EF4-FFF2-40B4-BE49-F238E27FC236}">
                <a16:creationId xmlns:a16="http://schemas.microsoft.com/office/drawing/2014/main" id="{D90E87E2-D6BF-B0CF-8FBD-613F0B97E6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733550"/>
          <a:ext cx="29241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15920" imgH="431640" progId="Equation.3">
                  <p:embed/>
                </p:oleObj>
              </mc:Choice>
              <mc:Fallback>
                <p:oleObj name="公式" r:id="rId22" imgW="1015920" imgH="431640" progId="Equation.3">
                  <p:embed/>
                  <p:pic>
                    <p:nvPicPr>
                      <p:cNvPr id="282677" name="Object 53">
                        <a:extLst>
                          <a:ext uri="{FF2B5EF4-FFF2-40B4-BE49-F238E27FC236}">
                            <a16:creationId xmlns:a16="http://schemas.microsoft.com/office/drawing/2014/main" id="{D90E87E2-D6BF-B0CF-8FBD-613F0B97E6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33550"/>
                        <a:ext cx="29241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78" name="Object 54">
            <a:extLst>
              <a:ext uri="{FF2B5EF4-FFF2-40B4-BE49-F238E27FC236}">
                <a16:creationId xmlns:a16="http://schemas.microsoft.com/office/drawing/2014/main" id="{6FF3BB58-7D16-8A80-AB2B-4F9B488E12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724150"/>
          <a:ext cx="4291013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62040" imgH="507960" progId="Equation.3">
                  <p:embed/>
                </p:oleObj>
              </mc:Choice>
              <mc:Fallback>
                <p:oleObj name="公式" r:id="rId24" imgW="1562040" imgH="507960" progId="Equation.3">
                  <p:embed/>
                  <p:pic>
                    <p:nvPicPr>
                      <p:cNvPr id="282678" name="Object 54">
                        <a:extLst>
                          <a:ext uri="{FF2B5EF4-FFF2-40B4-BE49-F238E27FC236}">
                            <a16:creationId xmlns:a16="http://schemas.microsoft.com/office/drawing/2014/main" id="{6FF3BB58-7D16-8A80-AB2B-4F9B488E1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24150"/>
                        <a:ext cx="4291013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79" name="Object 55">
            <a:extLst>
              <a:ext uri="{FF2B5EF4-FFF2-40B4-BE49-F238E27FC236}">
                <a16:creationId xmlns:a16="http://schemas.microsoft.com/office/drawing/2014/main" id="{40DA0406-2747-AB42-E42B-1241975E2D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2876550"/>
          <a:ext cx="13716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69800" imgH="431640" progId="Equation.3">
                  <p:embed/>
                </p:oleObj>
              </mc:Choice>
              <mc:Fallback>
                <p:oleObj name="公式" r:id="rId26" imgW="469800" imgH="431640" progId="Equation.3">
                  <p:embed/>
                  <p:pic>
                    <p:nvPicPr>
                      <p:cNvPr id="282679" name="Object 55">
                        <a:extLst>
                          <a:ext uri="{FF2B5EF4-FFF2-40B4-BE49-F238E27FC236}">
                            <a16:creationId xmlns:a16="http://schemas.microsoft.com/office/drawing/2014/main" id="{40DA0406-2747-AB42-E42B-1241975E2D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876550"/>
                        <a:ext cx="13716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80" name="AutoShape 56">
            <a:extLst>
              <a:ext uri="{FF2B5EF4-FFF2-40B4-BE49-F238E27FC236}">
                <a16:creationId xmlns:a16="http://schemas.microsoft.com/office/drawing/2014/main" id="{D69CE58C-9BD4-94D1-FA91-5C20C0A1D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733550"/>
            <a:ext cx="1066800" cy="838200"/>
          </a:xfrm>
          <a:prstGeom prst="wedgeRectCallout">
            <a:avLst>
              <a:gd name="adj1" fmla="val 12352"/>
              <a:gd name="adj2" fmla="val 84468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zh-CN" altLang="en-US" b="1" i="1">
                <a:ea typeface="楷体_GB2312" pitchFamily="49" charset="-122"/>
              </a:rPr>
              <a:t>自由</a:t>
            </a:r>
          </a:p>
          <a:p>
            <a:pPr algn="l"/>
            <a:r>
              <a:rPr lang="zh-CN" altLang="en-US" b="1" i="1">
                <a:ea typeface="楷体_GB2312" pitchFamily="49" charset="-122"/>
              </a:rPr>
              <a:t>电荷</a:t>
            </a:r>
          </a:p>
        </p:txBody>
      </p:sp>
      <p:sp>
        <p:nvSpPr>
          <p:cNvPr id="282681" name="AutoShape 57">
            <a:extLst>
              <a:ext uri="{FF2B5EF4-FFF2-40B4-BE49-F238E27FC236}">
                <a16:creationId xmlns:a16="http://schemas.microsoft.com/office/drawing/2014/main" id="{591DAD22-CB8F-3EC2-9A5D-C4D1E947C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095750"/>
            <a:ext cx="762000" cy="457200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2682" name="Object 58">
            <a:extLst>
              <a:ext uri="{FF2B5EF4-FFF2-40B4-BE49-F238E27FC236}">
                <a16:creationId xmlns:a16="http://schemas.microsoft.com/office/drawing/2014/main" id="{B70F289B-9E0F-4DFE-EE70-C29E9C65B1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4613" y="4019550"/>
          <a:ext cx="40322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62040" imgH="380880" progId="Equation.DSMT4">
                  <p:embed/>
                </p:oleObj>
              </mc:Choice>
              <mc:Fallback>
                <p:oleObj name="Equation" r:id="rId28" imgW="1562040" imgH="380880" progId="Equation.DSMT4">
                  <p:embed/>
                  <p:pic>
                    <p:nvPicPr>
                      <p:cNvPr id="282682" name="Object 58">
                        <a:extLst>
                          <a:ext uri="{FF2B5EF4-FFF2-40B4-BE49-F238E27FC236}">
                            <a16:creationId xmlns:a16="http://schemas.microsoft.com/office/drawing/2014/main" id="{B70F289B-9E0F-4DFE-EE70-C29E9C65B1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4019550"/>
                        <a:ext cx="40322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83" name="Object 59">
            <a:extLst>
              <a:ext uri="{FF2B5EF4-FFF2-40B4-BE49-F238E27FC236}">
                <a16:creationId xmlns:a16="http://schemas.microsoft.com/office/drawing/2014/main" id="{7D769D9B-F2CC-CCEF-439F-944356C16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0638" y="5543550"/>
          <a:ext cx="4046537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71600" imgH="291960" progId="Equation.DSMT4">
                  <p:embed/>
                </p:oleObj>
              </mc:Choice>
              <mc:Fallback>
                <p:oleObj name="Equation" r:id="rId30" imgW="1371600" imgH="291960" progId="Equation.DSMT4">
                  <p:embed/>
                  <p:pic>
                    <p:nvPicPr>
                      <p:cNvPr id="282683" name="Object 59">
                        <a:extLst>
                          <a:ext uri="{FF2B5EF4-FFF2-40B4-BE49-F238E27FC236}">
                            <a16:creationId xmlns:a16="http://schemas.microsoft.com/office/drawing/2014/main" id="{7D769D9B-F2CC-CCEF-439F-944356C168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638" y="5543550"/>
                        <a:ext cx="4046537" cy="7604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84" name="AutoShape 60">
            <a:extLst>
              <a:ext uri="{FF2B5EF4-FFF2-40B4-BE49-F238E27FC236}">
                <a16:creationId xmlns:a16="http://schemas.microsoft.com/office/drawing/2014/main" id="{AC8E5FCD-4DEB-4841-82B4-E7F624D6B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695950"/>
            <a:ext cx="762000" cy="533400"/>
          </a:xfrm>
          <a:prstGeom prst="rightArrow">
            <a:avLst>
              <a:gd name="adj1" fmla="val 50000"/>
              <a:gd name="adj2" fmla="val 3571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2685" name="Text Box 61">
            <a:extLst>
              <a:ext uri="{FF2B5EF4-FFF2-40B4-BE49-F238E27FC236}">
                <a16:creationId xmlns:a16="http://schemas.microsoft.com/office/drawing/2014/main" id="{07504F59-6220-7790-0311-CCD529C46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93395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定义：</a:t>
            </a:r>
          </a:p>
        </p:txBody>
      </p:sp>
      <p:sp>
        <p:nvSpPr>
          <p:cNvPr id="282686" name="Text Box 62">
            <a:extLst>
              <a:ext uri="{FF2B5EF4-FFF2-40B4-BE49-F238E27FC236}">
                <a16:creationId xmlns:a16="http://schemas.microsoft.com/office/drawing/2014/main" id="{5AEC5539-3488-30F3-FD74-D717289AB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933950"/>
            <a:ext cx="586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  <a:ea typeface="楷体_GB2312" pitchFamily="49" charset="-122"/>
              </a:rPr>
              <a:t>电位移 </a:t>
            </a: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( </a:t>
            </a:r>
            <a:r>
              <a:rPr lang="en-US" altLang="zh-CN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electric displacement</a:t>
            </a: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 )</a:t>
            </a:r>
          </a:p>
        </p:txBody>
      </p:sp>
      <p:graphicFrame>
        <p:nvGraphicFramePr>
          <p:cNvPr id="282687" name="Object 63">
            <a:extLst>
              <a:ext uri="{FF2B5EF4-FFF2-40B4-BE49-F238E27FC236}">
                <a16:creationId xmlns:a16="http://schemas.microsoft.com/office/drawing/2014/main" id="{4073DFD5-BD3C-D8A5-E43A-2F93C2FF09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" y="5556250"/>
          <a:ext cx="198278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72840" imgH="241200" progId="Equation.DSMT4">
                  <p:embed/>
                </p:oleObj>
              </mc:Choice>
              <mc:Fallback>
                <p:oleObj name="Equation" r:id="rId32" imgW="672840" imgH="241200" progId="Equation.DSMT4">
                  <p:embed/>
                  <p:pic>
                    <p:nvPicPr>
                      <p:cNvPr id="282687" name="Object 63">
                        <a:extLst>
                          <a:ext uri="{FF2B5EF4-FFF2-40B4-BE49-F238E27FC236}">
                            <a16:creationId xmlns:a16="http://schemas.microsoft.com/office/drawing/2014/main" id="{4073DFD5-BD3C-D8A5-E43A-2F93C2FF09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5556250"/>
                        <a:ext cx="1982788" cy="6921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88" name="Line 64">
            <a:extLst>
              <a:ext uri="{FF2B5EF4-FFF2-40B4-BE49-F238E27FC236}">
                <a16:creationId xmlns:a16="http://schemas.microsoft.com/office/drawing/2014/main" id="{F9D2A0A9-C933-2C73-FF8B-3D88814F1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705350"/>
            <a:ext cx="12192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2689" name="AutoShape 65">
            <a:extLst>
              <a:ext uri="{FF2B5EF4-FFF2-40B4-BE49-F238E27FC236}">
                <a16:creationId xmlns:a16="http://schemas.microsoft.com/office/drawing/2014/main" id="{81C60E76-7CAC-54CC-BED5-17126D73C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095750"/>
            <a:ext cx="1905000" cy="990600"/>
          </a:xfrm>
          <a:prstGeom prst="wedgeRectCallout">
            <a:avLst>
              <a:gd name="adj1" fmla="val -94750"/>
              <a:gd name="adj2" fmla="val 100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zh-CN" b="1" i="1">
                <a:ea typeface="楷体_GB2312" pitchFamily="49" charset="-122"/>
              </a:rPr>
              <a:t>   </a:t>
            </a:r>
            <a:r>
              <a:rPr lang="zh-CN" altLang="en-US" b="1" i="1">
                <a:ea typeface="楷体_GB2312" pitchFamily="49" charset="-122"/>
              </a:rPr>
              <a:t>电介质中的高斯定理</a:t>
            </a:r>
          </a:p>
        </p:txBody>
      </p:sp>
      <p:sp>
        <p:nvSpPr>
          <p:cNvPr id="282690" name="AutoShape 66">
            <a:extLst>
              <a:ext uri="{FF2B5EF4-FFF2-40B4-BE49-F238E27FC236}">
                <a16:creationId xmlns:a16="http://schemas.microsoft.com/office/drawing/2014/main" id="{82775EEB-9BFD-C053-3B36-D92AD339C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238750"/>
            <a:ext cx="381000" cy="381000"/>
          </a:xfrm>
          <a:prstGeom prst="star5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282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0" fill="hold"/>
                                        <p:tgtEl>
                                          <p:spTgt spid="282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300"/>
                                        <p:tgtEl>
                                          <p:spTgt spid="28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3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282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282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28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1" dur="500"/>
                                        <p:tgtEl>
                                          <p:spTgt spid="28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300"/>
                                        <p:tgtEl>
                                          <p:spTgt spid="28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1" dur="300"/>
                                        <p:tgtEl>
                                          <p:spTgt spid="28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0" fill="hold"/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0" fill="hold"/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0" dur="300"/>
                                        <p:tgtEl>
                                          <p:spTgt spid="28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autoUpdateAnimBg="0"/>
      <p:bldP spid="282628" grpId="0" autoUpdateAnimBg="0"/>
      <p:bldP spid="282676" grpId="0" animBg="1" autoUpdateAnimBg="0"/>
      <p:bldP spid="282680" grpId="0" animBg="1" autoUpdateAnimBg="0"/>
      <p:bldP spid="282685" grpId="0" autoUpdateAnimBg="0"/>
      <p:bldP spid="282686" grpId="0" autoUpdateAnimBg="0"/>
      <p:bldP spid="282689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605" name="Object 5">
            <a:extLst>
              <a:ext uri="{FF2B5EF4-FFF2-40B4-BE49-F238E27FC236}">
                <a16:creationId xmlns:a16="http://schemas.microsoft.com/office/drawing/2014/main" id="{CCBB6224-3F3D-7BA5-0401-90833BAB4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7100" y="3959225"/>
          <a:ext cx="31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7160" imgH="431640" progId="Equation.3">
                  <p:embed/>
                </p:oleObj>
              </mc:Choice>
              <mc:Fallback>
                <p:oleObj name="公式" r:id="rId2" imgW="317160" imgH="431640" progId="Equation.3">
                  <p:embed/>
                  <p:pic>
                    <p:nvPicPr>
                      <p:cNvPr id="281605" name="Object 5">
                        <a:extLst>
                          <a:ext uri="{FF2B5EF4-FFF2-40B4-BE49-F238E27FC236}">
                            <a16:creationId xmlns:a16="http://schemas.microsoft.com/office/drawing/2014/main" id="{CCBB6224-3F3D-7BA5-0401-90833BAB4B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3959225"/>
                        <a:ext cx="31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6" name="Text Box 6">
            <a:extLst>
              <a:ext uri="{FF2B5EF4-FFF2-40B4-BE49-F238E27FC236}">
                <a16:creationId xmlns:a16="http://schemas.microsoft.com/office/drawing/2014/main" id="{16B1B8AB-427D-B774-594F-DB2240799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933825"/>
            <a:ext cx="4895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(3) </a:t>
            </a:r>
            <a:r>
              <a:rPr lang="zh-CN" altLang="en-US" b="1">
                <a:solidFill>
                  <a:schemeClr val="bg1"/>
                </a:solidFill>
              </a:rPr>
              <a:t>解题的思路</a:t>
            </a:r>
            <a:r>
              <a:rPr lang="en-US" altLang="zh-CN" b="1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81607" name="Text Box 7">
            <a:extLst>
              <a:ext uri="{FF2B5EF4-FFF2-40B4-BE49-F238E27FC236}">
                <a16:creationId xmlns:a16="http://schemas.microsoft.com/office/drawing/2014/main" id="{C8AA6257-B580-90D8-28AF-1F930DCDA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3405188"/>
            <a:ext cx="2760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b="1">
                <a:solidFill>
                  <a:schemeClr val="bg1"/>
                </a:solidFill>
              </a:rPr>
              <a:t>(2) </a:t>
            </a:r>
            <a:r>
              <a:rPr lang="zh-CN" altLang="en-US" b="1">
                <a:solidFill>
                  <a:schemeClr val="bg1"/>
                </a:solidFill>
              </a:rPr>
              <a:t>各向同性电介质</a:t>
            </a:r>
            <a:endParaRPr lang="zh-CN" altLang="en-US" b="1"/>
          </a:p>
        </p:txBody>
      </p:sp>
      <p:graphicFrame>
        <p:nvGraphicFramePr>
          <p:cNvPr id="281608" name="Object 8">
            <a:extLst>
              <a:ext uri="{FF2B5EF4-FFF2-40B4-BE49-F238E27FC236}">
                <a16:creationId xmlns:a16="http://schemas.microsoft.com/office/drawing/2014/main" id="{DD4C4915-E589-E539-06DA-C3A151B13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390900"/>
          <a:ext cx="15144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98320" imgH="469800" progId="Equation.3">
                  <p:embed/>
                </p:oleObj>
              </mc:Choice>
              <mc:Fallback>
                <p:oleObj name="公式" r:id="rId4" imgW="1498320" imgH="469800" progId="Equation.3">
                  <p:embed/>
                  <p:pic>
                    <p:nvPicPr>
                      <p:cNvPr id="281608" name="Object 8">
                        <a:extLst>
                          <a:ext uri="{FF2B5EF4-FFF2-40B4-BE49-F238E27FC236}">
                            <a16:creationId xmlns:a16="http://schemas.microsoft.com/office/drawing/2014/main" id="{DD4C4915-E589-E539-06DA-C3A151B13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390900"/>
                        <a:ext cx="15144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9" name="AutoShape 9">
            <a:extLst>
              <a:ext uri="{FF2B5EF4-FFF2-40B4-BE49-F238E27FC236}">
                <a16:creationId xmlns:a16="http://schemas.microsoft.com/office/drawing/2014/main" id="{80CC8E3A-A21D-59EA-16D5-641EC12EE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868863"/>
            <a:ext cx="4392612" cy="576262"/>
          </a:xfrm>
          <a:prstGeom prst="wedgeRectCallout">
            <a:avLst>
              <a:gd name="adj1" fmla="val 12810"/>
              <a:gd name="adj2" fmla="val -134023"/>
            </a:avLst>
          </a:prstGeom>
          <a:gradFill rotWithShape="1">
            <a:gsLst>
              <a:gs pos="0">
                <a:srgbClr val="66CCFF"/>
              </a:gs>
              <a:gs pos="100000">
                <a:srgbClr val="66CCFF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3175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0" lang="zh-CN" altLang="en-US" b="1">
                <a:solidFill>
                  <a:schemeClr val="bg1"/>
                </a:solidFill>
                <a:latin typeface="Arial" panose="020B0604020202020204" pitchFamily="34" charset="0"/>
              </a:rPr>
              <a:t>自由电荷的分布具有对称性</a:t>
            </a:r>
          </a:p>
        </p:txBody>
      </p:sp>
      <p:graphicFrame>
        <p:nvGraphicFramePr>
          <p:cNvPr id="281610" name="Object 10">
            <a:extLst>
              <a:ext uri="{FF2B5EF4-FFF2-40B4-BE49-F238E27FC236}">
                <a16:creationId xmlns:a16="http://schemas.microsoft.com/office/drawing/2014/main" id="{D6465195-9BE4-7E23-27F4-066762223A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0488" y="3959225"/>
          <a:ext cx="735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36560" imgH="380880" progId="Equation.3">
                  <p:embed/>
                </p:oleObj>
              </mc:Choice>
              <mc:Fallback>
                <p:oleObj name="公式" r:id="rId6" imgW="736560" imgH="380880" progId="Equation.3">
                  <p:embed/>
                  <p:pic>
                    <p:nvPicPr>
                      <p:cNvPr id="281610" name="Object 10">
                        <a:extLst>
                          <a:ext uri="{FF2B5EF4-FFF2-40B4-BE49-F238E27FC236}">
                            <a16:creationId xmlns:a16="http://schemas.microsoft.com/office/drawing/2014/main" id="{D6465195-9BE4-7E23-27F4-066762223A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488" y="3959225"/>
                        <a:ext cx="735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1" name="Object 11">
            <a:extLst>
              <a:ext uri="{FF2B5EF4-FFF2-40B4-BE49-F238E27FC236}">
                <a16:creationId xmlns:a16="http://schemas.microsoft.com/office/drawing/2014/main" id="{97798499-ED55-7C36-0FE0-D4B10D70C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2650" y="3954463"/>
          <a:ext cx="7112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11000" imgH="380880" progId="Equation.3">
                  <p:embed/>
                </p:oleObj>
              </mc:Choice>
              <mc:Fallback>
                <p:oleObj name="公式" r:id="rId8" imgW="711000" imgH="380880" progId="Equation.3">
                  <p:embed/>
                  <p:pic>
                    <p:nvPicPr>
                      <p:cNvPr id="281611" name="Object 11">
                        <a:extLst>
                          <a:ext uri="{FF2B5EF4-FFF2-40B4-BE49-F238E27FC236}">
                            <a16:creationId xmlns:a16="http://schemas.microsoft.com/office/drawing/2014/main" id="{97798499-ED55-7C36-0FE0-D4B10D70CF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0" y="3954463"/>
                        <a:ext cx="71120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5" name="AutoShape 15">
            <a:extLst>
              <a:ext uri="{FF2B5EF4-FFF2-40B4-BE49-F238E27FC236}">
                <a16:creationId xmlns:a16="http://schemas.microsoft.com/office/drawing/2014/main" id="{BD8AF44D-9DAA-7024-23C8-3791F35E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797425"/>
            <a:ext cx="3168650" cy="612775"/>
          </a:xfrm>
          <a:prstGeom prst="wedgeRectCallout">
            <a:avLst>
              <a:gd name="adj1" fmla="val -74000"/>
              <a:gd name="adj2" fmla="val -134199"/>
            </a:avLst>
          </a:prstGeom>
          <a:gradFill rotWithShape="1">
            <a:gsLst>
              <a:gs pos="0">
                <a:srgbClr val="66CCFF"/>
              </a:gs>
              <a:gs pos="100000">
                <a:srgbClr val="66CCFF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3175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>
                <a:solidFill>
                  <a:schemeClr val="bg1"/>
                </a:solidFill>
              </a:rPr>
              <a:t>各向同性均匀电介质</a:t>
            </a:r>
          </a:p>
        </p:txBody>
      </p:sp>
      <p:graphicFrame>
        <p:nvGraphicFramePr>
          <p:cNvPr id="281616" name="Object 16">
            <a:extLst>
              <a:ext uri="{FF2B5EF4-FFF2-40B4-BE49-F238E27FC236}">
                <a16:creationId xmlns:a16="http://schemas.microsoft.com/office/drawing/2014/main" id="{102CA410-EB9D-F4B4-E274-798C64E8B2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390900"/>
          <a:ext cx="7921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98400" imgH="380880" progId="Equation.3">
                  <p:embed/>
                </p:oleObj>
              </mc:Choice>
              <mc:Fallback>
                <p:oleObj name="公式" r:id="rId10" imgW="698400" imgH="380880" progId="Equation.3">
                  <p:embed/>
                  <p:pic>
                    <p:nvPicPr>
                      <p:cNvPr id="281616" name="Object 16">
                        <a:extLst>
                          <a:ext uri="{FF2B5EF4-FFF2-40B4-BE49-F238E27FC236}">
                            <a16:creationId xmlns:a16="http://schemas.microsoft.com/office/drawing/2014/main" id="{102CA410-EB9D-F4B4-E274-798C64E8B2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390900"/>
                        <a:ext cx="7921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444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7" name="Object 17">
            <a:extLst>
              <a:ext uri="{FF2B5EF4-FFF2-40B4-BE49-F238E27FC236}">
                <a16:creationId xmlns:a16="http://schemas.microsoft.com/office/drawing/2014/main" id="{4160ABC6-CF88-42B0-9DAF-5C6C12CD1A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813050"/>
          <a:ext cx="10795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320" imgH="291960" progId="Equation.DSMT4">
                  <p:embed/>
                </p:oleObj>
              </mc:Choice>
              <mc:Fallback>
                <p:oleObj name="Equation" r:id="rId12" imgW="571320" imgH="291960" progId="Equation.DSMT4">
                  <p:embed/>
                  <p:pic>
                    <p:nvPicPr>
                      <p:cNvPr id="281617" name="Object 17">
                        <a:extLst>
                          <a:ext uri="{FF2B5EF4-FFF2-40B4-BE49-F238E27FC236}">
                            <a16:creationId xmlns:a16="http://schemas.microsoft.com/office/drawing/2014/main" id="{4160ABC6-CF88-42B0-9DAF-5C6C12CD1A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813050"/>
                        <a:ext cx="10795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8" name="Object 18">
            <a:extLst>
              <a:ext uri="{FF2B5EF4-FFF2-40B4-BE49-F238E27FC236}">
                <a16:creationId xmlns:a16="http://schemas.microsoft.com/office/drawing/2014/main" id="{D6304CE8-D7D1-F955-940A-3B517AA8E0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205038"/>
          <a:ext cx="10795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58720" imgH="291960" progId="Equation.DSMT4">
                  <p:embed/>
                </p:oleObj>
              </mc:Choice>
              <mc:Fallback>
                <p:oleObj name="Equation" r:id="rId14" imgW="558720" imgH="291960" progId="Equation.DSMT4">
                  <p:embed/>
                  <p:pic>
                    <p:nvPicPr>
                      <p:cNvPr id="281618" name="Object 18">
                        <a:extLst>
                          <a:ext uri="{FF2B5EF4-FFF2-40B4-BE49-F238E27FC236}">
                            <a16:creationId xmlns:a16="http://schemas.microsoft.com/office/drawing/2014/main" id="{D6304CE8-D7D1-F955-940A-3B517AA8E0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5038"/>
                        <a:ext cx="10795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9" name="Text Box 19">
            <a:extLst>
              <a:ext uri="{FF2B5EF4-FFF2-40B4-BE49-F238E27FC236}">
                <a16:creationId xmlns:a16="http://schemas.microsoft.com/office/drawing/2014/main" id="{31079E74-9359-4439-ED43-8F95EFAEF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989138"/>
            <a:ext cx="6553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不仅与高斯面内包围的自由电荷有关，而且与极化电荷有关</a:t>
            </a:r>
            <a:r>
              <a:rPr lang="zh-CN" alt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81620" name="Text Box 20">
            <a:extLst>
              <a:ext uri="{FF2B5EF4-FFF2-40B4-BE49-F238E27FC236}">
                <a16:creationId xmlns:a16="http://schemas.microsoft.com/office/drawing/2014/main" id="{21052F3B-EDA3-9860-6D78-354B5445F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813050"/>
            <a:ext cx="516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只与包围在高斯面内的自由电荷有关</a:t>
            </a:r>
            <a:r>
              <a:rPr lang="zh-CN" altLang="en-US" b="1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81621" name="Text Box 21">
            <a:extLst>
              <a:ext uri="{FF2B5EF4-FFF2-40B4-BE49-F238E27FC236}">
                <a16:creationId xmlns:a16="http://schemas.microsoft.com/office/drawing/2014/main" id="{08F8B1EB-660B-BDF0-4780-107E76C0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179638"/>
            <a:ext cx="1008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>
                <a:solidFill>
                  <a:schemeClr val="bg1"/>
                </a:solidFill>
              </a:rPr>
              <a:t>(1)</a:t>
            </a:r>
            <a:endParaRPr lang="en-US" altLang="zh-CN" b="1"/>
          </a:p>
        </p:txBody>
      </p:sp>
      <p:sp>
        <p:nvSpPr>
          <p:cNvPr id="281636" name="Text Box 36">
            <a:extLst>
              <a:ext uri="{FF2B5EF4-FFF2-40B4-BE49-F238E27FC236}">
                <a16:creationId xmlns:a16="http://schemas.microsoft.com/office/drawing/2014/main" id="{177D6C17-4749-C3A9-AABB-0497785D4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Gauss’s Law in Dielectrics</a:t>
            </a:r>
          </a:p>
        </p:txBody>
      </p:sp>
      <p:graphicFrame>
        <p:nvGraphicFramePr>
          <p:cNvPr id="281637" name="Object 37">
            <a:extLst>
              <a:ext uri="{FF2B5EF4-FFF2-40B4-BE49-F238E27FC236}">
                <a16:creationId xmlns:a16="http://schemas.microsoft.com/office/drawing/2014/main" id="{FDDA9CD0-7CB7-5561-D6E0-B19FB8D6D1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038" y="763588"/>
          <a:ext cx="4046537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71600" imgH="291960" progId="Equation.DSMT4">
                  <p:embed/>
                </p:oleObj>
              </mc:Choice>
              <mc:Fallback>
                <p:oleObj name="Equation" r:id="rId16" imgW="1371600" imgH="291960" progId="Equation.DSMT4">
                  <p:embed/>
                  <p:pic>
                    <p:nvPicPr>
                      <p:cNvPr id="281637" name="Object 37">
                        <a:extLst>
                          <a:ext uri="{FF2B5EF4-FFF2-40B4-BE49-F238E27FC236}">
                            <a16:creationId xmlns:a16="http://schemas.microsoft.com/office/drawing/2014/main" id="{FDDA9CD0-7CB7-5561-D6E0-B19FB8D6D1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763588"/>
                        <a:ext cx="4046537" cy="7604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38" name="Text Box 38">
            <a:extLst>
              <a:ext uri="{FF2B5EF4-FFF2-40B4-BE49-F238E27FC236}">
                <a16:creationId xmlns:a16="http://schemas.microsoft.com/office/drawing/2014/main" id="{CDB9FAAF-C3D4-E21B-A30A-B96CD1E70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22275"/>
            <a:ext cx="388620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      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通过任意封闭曲面的电位移通量 </a:t>
            </a:r>
            <a:r>
              <a:rPr lang="en-US" altLang="zh-CN" b="1">
                <a:solidFill>
                  <a:schemeClr val="hlink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该封闭面包围自由电荷的代数和。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28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300"/>
                                        <p:tgtEl>
                                          <p:spTgt spid="28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8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8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8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8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8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6" grpId="0" autoUpdateAnimBg="0"/>
      <p:bldP spid="281607" grpId="0" autoUpdateAnimBg="0"/>
      <p:bldP spid="281609" grpId="0" animBg="1"/>
      <p:bldP spid="281615" grpId="0" animBg="1"/>
      <p:bldP spid="281619" grpId="0" autoUpdateAnimBg="0"/>
      <p:bldP spid="281620" grpId="0" autoUpdateAnimBg="0"/>
      <p:bldP spid="281621" grpId="0" autoUpdateAnimBg="0"/>
      <p:bldP spid="281636" grpId="0" autoUpdateAnimBg="0"/>
      <p:bldP spid="281638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9050</TotalTime>
  <Words>1256</Words>
  <Application>Microsoft Office PowerPoint</Application>
  <PresentationFormat>全屏显示(4:3)</PresentationFormat>
  <Paragraphs>334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黑体</vt:lpstr>
      <vt:lpstr>楷体_GB2312</vt:lpstr>
      <vt:lpstr>宋体</vt:lpstr>
      <vt:lpstr>Arial</vt:lpstr>
      <vt:lpstr>Bookman Old Style</vt:lpstr>
      <vt:lpstr>Symbol</vt:lpstr>
      <vt:lpstr>Times New Roman</vt:lpstr>
      <vt:lpstr>默认设计模板</vt:lpstr>
      <vt:lpstr>Equation</vt:lpstr>
      <vt:lpstr>公式</vt:lpstr>
      <vt:lpstr>Equation.3</vt:lpstr>
      <vt:lpstr>Microsoft 公式 3.0</vt:lpstr>
      <vt:lpstr>Microsoft Equation 3.0</vt:lpstr>
      <vt:lpstr>MathType 5.0 Equation</vt:lpstr>
      <vt:lpstr>闪电击中德拜塔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Polarization of Light</dc:title>
  <dc:creator>zsm</dc:creator>
  <cp:lastModifiedBy>davidly .</cp:lastModifiedBy>
  <cp:revision>602</cp:revision>
  <dcterms:created xsi:type="dcterms:W3CDTF">1998-11-21T01:35:42Z</dcterms:created>
  <dcterms:modified xsi:type="dcterms:W3CDTF">2025-05-05T13:13:14Z</dcterms:modified>
</cp:coreProperties>
</file>