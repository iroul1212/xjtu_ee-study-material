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4"/>
  </p:notesMasterIdLst>
  <p:sldIdLst>
    <p:sldId id="353" r:id="rId2"/>
    <p:sldId id="371" r:id="rId3"/>
    <p:sldId id="425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263" r:id="rId15"/>
    <p:sldId id="550" r:id="rId16"/>
    <p:sldId id="374" r:id="rId17"/>
    <p:sldId id="552" r:id="rId18"/>
    <p:sldId id="551" r:id="rId19"/>
    <p:sldId id="561" r:id="rId20"/>
    <p:sldId id="562" r:id="rId21"/>
    <p:sldId id="563" r:id="rId22"/>
    <p:sldId id="608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>
          <p15:clr>
            <a:srgbClr val="A4A3A4"/>
          </p15:clr>
        </p15:guide>
        <p15:guide id="2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00"/>
    <a:srgbClr val="CC66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22" y="67"/>
      </p:cViewPr>
      <p:guideLst>
        <p:guide orient="horz" pos="1979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E0F9B7B-329E-3527-D12E-0EA83FE04C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3ADCD0-67AF-E6C8-E1E7-7B6CFADDA3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2A43E6A-D5DA-4553-BD67-2EAC810B5CBE}" type="datetimeFigureOut">
              <a:rPr lang="zh-CN" altLang="en-US"/>
              <a:pPr>
                <a:defRPr/>
              </a:pPr>
              <a:t>2025/3/3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9F48CB5-4B6C-A4AD-3F94-E4E412CA6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46A228B-590A-09FB-74C3-8C2F5BD12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7FB83-EFB8-2F88-A3EE-A9D639FBDA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A8B20A-E0E6-8B18-3539-9503B66AA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45CD9C8-BB69-4945-8BA5-C24E61B761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5726287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21601390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26371705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480010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396661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11106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24062186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33844977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085069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81293136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09194828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>
            <a:extLst>
              <a:ext uri="{FF2B5EF4-FFF2-40B4-BE49-F238E27FC236}">
                <a16:creationId xmlns:a16="http://schemas.microsoft.com/office/drawing/2014/main" id="{02829729-CDFD-7A2B-2D3B-3FDE249A8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588" y="0"/>
            <a:ext cx="9237663" cy="6873875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38C199-A605-B800-66F4-9599F69BD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A3D21C5-5468-3D8B-2C43-806440EA02D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4CB7F5E-55BA-48BE-8FD2-77A2C7AF8F1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4E36408-113B-82C9-BAE2-A4A5B48FFA5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  <p:sldLayoutId id="2147484314" r:id="rId5"/>
    <p:sldLayoutId id="2147484315" r:id="rId6"/>
    <p:sldLayoutId id="2147484316" r:id="rId7"/>
    <p:sldLayoutId id="2147484317" r:id="rId8"/>
    <p:sldLayoutId id="2147484318" r:id="rId9"/>
    <p:sldLayoutId id="2147484319" r:id="rId10"/>
    <p:sldLayoutId id="2147484320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e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11.emf"/><Relationship Id="rId21" Type="http://schemas.openxmlformats.org/officeDocument/2006/relationships/image" Target="../media/image20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8.e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9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6.emf"/><Relationship Id="rId18" Type="http://schemas.openxmlformats.org/officeDocument/2006/relationships/oleObject" Target="../embeddings/oleObject28.bin"/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8.e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9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2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39" Type="http://schemas.openxmlformats.org/officeDocument/2006/relationships/image" Target="../media/image48.emf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34" Type="http://schemas.openxmlformats.org/officeDocument/2006/relationships/oleObject" Target="../embeddings/oleObject45.bin"/><Relationship Id="rId42" Type="http://schemas.openxmlformats.org/officeDocument/2006/relationships/oleObject" Target="../embeddings/oleObject49.bin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7.emf"/><Relationship Id="rId25" Type="http://schemas.openxmlformats.org/officeDocument/2006/relationships/image" Target="../media/image41.emf"/><Relationship Id="rId33" Type="http://schemas.openxmlformats.org/officeDocument/2006/relationships/image" Target="../media/image45.emf"/><Relationship Id="rId38" Type="http://schemas.openxmlformats.org/officeDocument/2006/relationships/oleObject" Target="../embeddings/oleObject47.bin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image" Target="../media/image43.emf"/><Relationship Id="rId41" Type="http://schemas.openxmlformats.org/officeDocument/2006/relationships/image" Target="../media/image49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37" Type="http://schemas.openxmlformats.org/officeDocument/2006/relationships/image" Target="../media/image47.emf"/><Relationship Id="rId40" Type="http://schemas.openxmlformats.org/officeDocument/2006/relationships/oleObject" Target="../embeddings/oleObject48.bin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42.bin"/><Relationship Id="rId36" Type="http://schemas.openxmlformats.org/officeDocument/2006/relationships/oleObject" Target="../embeddings/oleObject46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46.emf"/><Relationship Id="rId43" Type="http://schemas.openxmlformats.org/officeDocument/2006/relationships/image" Target="../media/image5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3.emf"/><Relationship Id="rId12" Type="http://schemas.openxmlformats.org/officeDocument/2006/relationships/oleObject" Target="../embeddings/oleObject55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5.emf"/><Relationship Id="rId5" Type="http://schemas.openxmlformats.org/officeDocument/2006/relationships/image" Target="../media/image52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2.emf"/><Relationship Id="rId18" Type="http://schemas.openxmlformats.org/officeDocument/2006/relationships/oleObject" Target="../embeddings/oleObject64.bin"/><Relationship Id="rId3" Type="http://schemas.openxmlformats.org/officeDocument/2006/relationships/image" Target="../media/image57.emf"/><Relationship Id="rId21" Type="http://schemas.openxmlformats.org/officeDocument/2006/relationships/image" Target="../media/image66.emf"/><Relationship Id="rId7" Type="http://schemas.openxmlformats.org/officeDocument/2006/relationships/image" Target="../media/image59.e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4.emf"/><Relationship Id="rId25" Type="http://schemas.openxmlformats.org/officeDocument/2006/relationships/image" Target="../media/image68.e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1.emf"/><Relationship Id="rId24" Type="http://schemas.openxmlformats.org/officeDocument/2006/relationships/oleObject" Target="../embeddings/oleObject67.bin"/><Relationship Id="rId5" Type="http://schemas.openxmlformats.org/officeDocument/2006/relationships/image" Target="../media/image58.emf"/><Relationship Id="rId15" Type="http://schemas.openxmlformats.org/officeDocument/2006/relationships/image" Target="../media/image63.emf"/><Relationship Id="rId23" Type="http://schemas.openxmlformats.org/officeDocument/2006/relationships/image" Target="../media/image67.e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65.e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0.e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4.emf"/><Relationship Id="rId18" Type="http://schemas.openxmlformats.org/officeDocument/2006/relationships/oleObject" Target="../embeddings/oleObject76.bin"/><Relationship Id="rId3" Type="http://schemas.openxmlformats.org/officeDocument/2006/relationships/image" Target="../media/image69.emf"/><Relationship Id="rId21" Type="http://schemas.openxmlformats.org/officeDocument/2006/relationships/image" Target="../media/image78.emf"/><Relationship Id="rId7" Type="http://schemas.openxmlformats.org/officeDocument/2006/relationships/image" Target="../media/image71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6.e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3.emf"/><Relationship Id="rId5" Type="http://schemas.openxmlformats.org/officeDocument/2006/relationships/image" Target="../media/image70.emf"/><Relationship Id="rId15" Type="http://schemas.openxmlformats.org/officeDocument/2006/relationships/image" Target="../media/image75.e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7.e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2.emf"/><Relationship Id="rId14" Type="http://schemas.openxmlformats.org/officeDocument/2006/relationships/oleObject" Target="../embeddings/oleObject7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4.emf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79.emf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6.e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3.emf"/><Relationship Id="rId5" Type="http://schemas.openxmlformats.org/officeDocument/2006/relationships/image" Target="../media/image80.emf"/><Relationship Id="rId15" Type="http://schemas.openxmlformats.org/officeDocument/2006/relationships/image" Target="../media/image85.e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7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2.emf"/><Relationship Id="rId14" Type="http://schemas.openxmlformats.org/officeDocument/2006/relationships/oleObject" Target="../embeddings/oleObject8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3.emf"/><Relationship Id="rId18" Type="http://schemas.openxmlformats.org/officeDocument/2006/relationships/oleObject" Target="../embeddings/oleObject95.bin"/><Relationship Id="rId3" Type="http://schemas.openxmlformats.org/officeDocument/2006/relationships/image" Target="../media/image88.emf"/><Relationship Id="rId21" Type="http://schemas.openxmlformats.org/officeDocument/2006/relationships/image" Target="../media/image97.emf"/><Relationship Id="rId7" Type="http://schemas.openxmlformats.org/officeDocument/2006/relationships/image" Target="../media/image90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5.e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5" Type="http://schemas.openxmlformats.org/officeDocument/2006/relationships/image" Target="../media/image94.e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6.e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1.emf"/><Relationship Id="rId14" Type="http://schemas.openxmlformats.org/officeDocument/2006/relationships/oleObject" Target="../embeddings/oleObject9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98.emf"/><Relationship Id="rId7" Type="http://schemas.openxmlformats.org/officeDocument/2006/relationships/image" Target="../media/image100.e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2.emf"/><Relationship Id="rId5" Type="http://schemas.openxmlformats.org/officeDocument/2006/relationships/image" Target="../media/image99.e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image" Target="../media/image103.emf"/><Relationship Id="rId7" Type="http://schemas.openxmlformats.org/officeDocument/2006/relationships/oleObject" Target="../embeddings/oleObject104.bin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oleObject" Target="../embeddings/oleObject10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2.emf"/><Relationship Id="rId18" Type="http://schemas.openxmlformats.org/officeDocument/2006/relationships/image" Target="../media/image115.wmf"/><Relationship Id="rId26" Type="http://schemas.openxmlformats.org/officeDocument/2006/relationships/image" Target="../media/image119.emf"/><Relationship Id="rId39" Type="http://schemas.openxmlformats.org/officeDocument/2006/relationships/oleObject" Target="../embeddings/oleObject123.bin"/><Relationship Id="rId3" Type="http://schemas.openxmlformats.org/officeDocument/2006/relationships/image" Target="../media/image107.emf"/><Relationship Id="rId21" Type="http://schemas.openxmlformats.org/officeDocument/2006/relationships/oleObject" Target="../embeddings/oleObject114.bin"/><Relationship Id="rId34" Type="http://schemas.openxmlformats.org/officeDocument/2006/relationships/image" Target="../media/image123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14.emf"/><Relationship Id="rId25" Type="http://schemas.openxmlformats.org/officeDocument/2006/relationships/oleObject" Target="../embeddings/oleObject116.bin"/><Relationship Id="rId33" Type="http://schemas.openxmlformats.org/officeDocument/2006/relationships/oleObject" Target="../embeddings/oleObject120.bin"/><Relationship Id="rId38" Type="http://schemas.openxmlformats.org/officeDocument/2006/relationships/image" Target="../media/image125.emf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20" Type="http://schemas.openxmlformats.org/officeDocument/2006/relationships/image" Target="../media/image116.emf"/><Relationship Id="rId29" Type="http://schemas.openxmlformats.org/officeDocument/2006/relationships/oleObject" Target="../embeddings/oleObject11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1.emf"/><Relationship Id="rId24" Type="http://schemas.openxmlformats.org/officeDocument/2006/relationships/image" Target="../media/image118.emf"/><Relationship Id="rId32" Type="http://schemas.openxmlformats.org/officeDocument/2006/relationships/image" Target="../media/image122.emf"/><Relationship Id="rId37" Type="http://schemas.openxmlformats.org/officeDocument/2006/relationships/oleObject" Target="../embeddings/oleObject122.bin"/><Relationship Id="rId40" Type="http://schemas.openxmlformats.org/officeDocument/2006/relationships/image" Target="../media/image126.emf"/><Relationship Id="rId5" Type="http://schemas.openxmlformats.org/officeDocument/2006/relationships/image" Target="../media/image108.emf"/><Relationship Id="rId15" Type="http://schemas.openxmlformats.org/officeDocument/2006/relationships/image" Target="../media/image113.emf"/><Relationship Id="rId23" Type="http://schemas.openxmlformats.org/officeDocument/2006/relationships/oleObject" Target="../embeddings/oleObject115.bin"/><Relationship Id="rId28" Type="http://schemas.openxmlformats.org/officeDocument/2006/relationships/image" Target="../media/image120.emf"/><Relationship Id="rId36" Type="http://schemas.openxmlformats.org/officeDocument/2006/relationships/image" Target="../media/image124.emf"/><Relationship Id="rId10" Type="http://schemas.openxmlformats.org/officeDocument/2006/relationships/oleObject" Target="../embeddings/oleObject109.bin"/><Relationship Id="rId19" Type="http://schemas.openxmlformats.org/officeDocument/2006/relationships/oleObject" Target="../embeddings/oleObject113.bin"/><Relationship Id="rId31" Type="http://schemas.openxmlformats.org/officeDocument/2006/relationships/oleObject" Target="../embeddings/oleObject11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111.bin"/><Relationship Id="rId22" Type="http://schemas.openxmlformats.org/officeDocument/2006/relationships/image" Target="../media/image117.emf"/><Relationship Id="rId27" Type="http://schemas.openxmlformats.org/officeDocument/2006/relationships/oleObject" Target="../embeddings/oleObject117.bin"/><Relationship Id="rId30" Type="http://schemas.openxmlformats.org/officeDocument/2006/relationships/image" Target="../media/image121.emf"/><Relationship Id="rId35" Type="http://schemas.openxmlformats.org/officeDocument/2006/relationships/oleObject" Target="../embeddings/oleObject12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33.emf"/><Relationship Id="rId3" Type="http://schemas.openxmlformats.org/officeDocument/2006/relationships/image" Target="../media/image128.emf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30.bin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32.emf"/><Relationship Id="rId5" Type="http://schemas.openxmlformats.org/officeDocument/2006/relationships/image" Target="../media/image129.emf"/><Relationship Id="rId15" Type="http://schemas.openxmlformats.org/officeDocument/2006/relationships/image" Target="../media/image134.e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31.emf"/><Relationship Id="rId14" Type="http://schemas.openxmlformats.org/officeDocument/2006/relationships/oleObject" Target="../embeddings/oleObject13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40.emf"/><Relationship Id="rId18" Type="http://schemas.openxmlformats.org/officeDocument/2006/relationships/image" Target="../media/image143.emf"/><Relationship Id="rId3" Type="http://schemas.openxmlformats.org/officeDocument/2006/relationships/image" Target="../media/image135.emf"/><Relationship Id="rId7" Type="http://schemas.openxmlformats.org/officeDocument/2006/relationships/image" Target="../media/image137.e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42.e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9.emf"/><Relationship Id="rId5" Type="http://schemas.openxmlformats.org/officeDocument/2006/relationships/image" Target="../media/image136.emf"/><Relationship Id="rId15" Type="http://schemas.openxmlformats.org/officeDocument/2006/relationships/image" Target="../media/image141.emf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8.emf"/><Relationship Id="rId14" Type="http://schemas.openxmlformats.org/officeDocument/2006/relationships/oleObject" Target="../embeddings/oleObject13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49.bin"/><Relationship Id="rId3" Type="http://schemas.openxmlformats.org/officeDocument/2006/relationships/image" Target="../media/image145.emf"/><Relationship Id="rId7" Type="http://schemas.openxmlformats.org/officeDocument/2006/relationships/image" Target="../media/image147.emf"/><Relationship Id="rId12" Type="http://schemas.openxmlformats.org/officeDocument/2006/relationships/oleObject" Target="../embeddings/oleObject146.bin"/><Relationship Id="rId17" Type="http://schemas.openxmlformats.org/officeDocument/2006/relationships/image" Target="../media/image152.emf"/><Relationship Id="rId2" Type="http://schemas.openxmlformats.org/officeDocument/2006/relationships/oleObject" Target="../embeddings/oleObject141.bin"/><Relationship Id="rId16" Type="http://schemas.openxmlformats.org/officeDocument/2006/relationships/oleObject" Target="../embeddings/oleObject14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49.emf"/><Relationship Id="rId5" Type="http://schemas.openxmlformats.org/officeDocument/2006/relationships/image" Target="../media/image146.emf"/><Relationship Id="rId15" Type="http://schemas.openxmlformats.org/officeDocument/2006/relationships/image" Target="../media/image151.emf"/><Relationship Id="rId10" Type="http://schemas.openxmlformats.org/officeDocument/2006/relationships/oleObject" Target="../embeddings/oleObject145.bin"/><Relationship Id="rId19" Type="http://schemas.openxmlformats.org/officeDocument/2006/relationships/image" Target="../media/image153.e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4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13" Type="http://schemas.openxmlformats.org/officeDocument/2006/relationships/oleObject" Target="../embeddings/oleObject155.bin"/><Relationship Id="rId18" Type="http://schemas.openxmlformats.org/officeDocument/2006/relationships/oleObject" Target="../embeddings/oleObject157.bin"/><Relationship Id="rId26" Type="http://schemas.openxmlformats.org/officeDocument/2006/relationships/oleObject" Target="../embeddings/oleObject161.bin"/><Relationship Id="rId3" Type="http://schemas.openxmlformats.org/officeDocument/2006/relationships/oleObject" Target="../embeddings/oleObject150.bin"/><Relationship Id="rId21" Type="http://schemas.openxmlformats.org/officeDocument/2006/relationships/image" Target="../media/image163.emf"/><Relationship Id="rId34" Type="http://schemas.openxmlformats.org/officeDocument/2006/relationships/image" Target="../media/image170.emf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8.emf"/><Relationship Id="rId17" Type="http://schemas.openxmlformats.org/officeDocument/2006/relationships/image" Target="../media/image161.emf"/><Relationship Id="rId25" Type="http://schemas.openxmlformats.org/officeDocument/2006/relationships/image" Target="../media/image165.emf"/><Relationship Id="rId33" Type="http://schemas.openxmlformats.org/officeDocument/2006/relationships/image" Target="../media/image169.emf"/><Relationship Id="rId2" Type="http://schemas.openxmlformats.org/officeDocument/2006/relationships/audio" Target="../media/audio1.wav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29" Type="http://schemas.openxmlformats.org/officeDocument/2006/relationships/image" Target="../media/image16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154.bin"/><Relationship Id="rId24" Type="http://schemas.openxmlformats.org/officeDocument/2006/relationships/oleObject" Target="../embeddings/oleObject160.bin"/><Relationship Id="rId32" Type="http://schemas.openxmlformats.org/officeDocument/2006/relationships/oleObject" Target="../embeddings/oleObject164.bin"/><Relationship Id="rId5" Type="http://schemas.openxmlformats.org/officeDocument/2006/relationships/oleObject" Target="../embeddings/oleObject151.bin"/><Relationship Id="rId15" Type="http://schemas.openxmlformats.org/officeDocument/2006/relationships/image" Target="../media/image160.emf"/><Relationship Id="rId23" Type="http://schemas.openxmlformats.org/officeDocument/2006/relationships/image" Target="../media/image164.emf"/><Relationship Id="rId28" Type="http://schemas.openxmlformats.org/officeDocument/2006/relationships/oleObject" Target="../embeddings/oleObject162.bin"/><Relationship Id="rId10" Type="http://schemas.openxmlformats.org/officeDocument/2006/relationships/image" Target="../media/image157.emf"/><Relationship Id="rId19" Type="http://schemas.openxmlformats.org/officeDocument/2006/relationships/image" Target="../media/image162.emf"/><Relationship Id="rId31" Type="http://schemas.openxmlformats.org/officeDocument/2006/relationships/image" Target="../media/image168.emf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9.emf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66.emf"/><Relationship Id="rId30" Type="http://schemas.openxmlformats.org/officeDocument/2006/relationships/oleObject" Target="../embeddings/oleObject16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76.emf"/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8.emf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71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4.emf"/><Relationship Id="rId18" Type="http://schemas.openxmlformats.org/officeDocument/2006/relationships/oleObject" Target="../embeddings/oleObject181.bin"/><Relationship Id="rId26" Type="http://schemas.openxmlformats.org/officeDocument/2006/relationships/oleObject" Target="../embeddings/oleObject185.bin"/><Relationship Id="rId39" Type="http://schemas.openxmlformats.org/officeDocument/2006/relationships/image" Target="../media/image197.emf"/><Relationship Id="rId21" Type="http://schemas.openxmlformats.org/officeDocument/2006/relationships/image" Target="../media/image188.emf"/><Relationship Id="rId34" Type="http://schemas.openxmlformats.org/officeDocument/2006/relationships/oleObject" Target="../embeddings/oleObject189.bin"/><Relationship Id="rId42" Type="http://schemas.openxmlformats.org/officeDocument/2006/relationships/oleObject" Target="../embeddings/oleObject193.bin"/><Relationship Id="rId47" Type="http://schemas.openxmlformats.org/officeDocument/2006/relationships/image" Target="../media/image201.emf"/><Relationship Id="rId50" Type="http://schemas.openxmlformats.org/officeDocument/2006/relationships/oleObject" Target="../embeddings/oleObject197.bin"/><Relationship Id="rId55" Type="http://schemas.openxmlformats.org/officeDocument/2006/relationships/image" Target="../media/image205.emf"/><Relationship Id="rId7" Type="http://schemas.openxmlformats.org/officeDocument/2006/relationships/image" Target="../media/image181.e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86.emf"/><Relationship Id="rId25" Type="http://schemas.openxmlformats.org/officeDocument/2006/relationships/image" Target="../media/image190.emf"/><Relationship Id="rId33" Type="http://schemas.openxmlformats.org/officeDocument/2006/relationships/image" Target="../media/image194.emf"/><Relationship Id="rId38" Type="http://schemas.openxmlformats.org/officeDocument/2006/relationships/oleObject" Target="../embeddings/oleObject191.bin"/><Relationship Id="rId46" Type="http://schemas.openxmlformats.org/officeDocument/2006/relationships/oleObject" Target="../embeddings/oleObject195.bin"/><Relationship Id="rId59" Type="http://schemas.openxmlformats.org/officeDocument/2006/relationships/image" Target="../media/image207.emf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20" Type="http://schemas.openxmlformats.org/officeDocument/2006/relationships/oleObject" Target="../embeddings/oleObject182.bin"/><Relationship Id="rId29" Type="http://schemas.openxmlformats.org/officeDocument/2006/relationships/image" Target="../media/image192.emf"/><Relationship Id="rId41" Type="http://schemas.openxmlformats.org/officeDocument/2006/relationships/image" Target="../media/image198.emf"/><Relationship Id="rId54" Type="http://schemas.openxmlformats.org/officeDocument/2006/relationships/oleObject" Target="../embeddings/oleObject19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83.emf"/><Relationship Id="rId24" Type="http://schemas.openxmlformats.org/officeDocument/2006/relationships/oleObject" Target="../embeddings/oleObject184.bin"/><Relationship Id="rId32" Type="http://schemas.openxmlformats.org/officeDocument/2006/relationships/oleObject" Target="../embeddings/oleObject188.bin"/><Relationship Id="rId37" Type="http://schemas.openxmlformats.org/officeDocument/2006/relationships/image" Target="../media/image196.emf"/><Relationship Id="rId40" Type="http://schemas.openxmlformats.org/officeDocument/2006/relationships/oleObject" Target="../embeddings/oleObject192.bin"/><Relationship Id="rId45" Type="http://schemas.openxmlformats.org/officeDocument/2006/relationships/image" Target="../media/image200.emf"/><Relationship Id="rId53" Type="http://schemas.openxmlformats.org/officeDocument/2006/relationships/image" Target="../media/image204.emf"/><Relationship Id="rId58" Type="http://schemas.openxmlformats.org/officeDocument/2006/relationships/oleObject" Target="../embeddings/oleObject201.bin"/><Relationship Id="rId5" Type="http://schemas.openxmlformats.org/officeDocument/2006/relationships/image" Target="../media/image180.emf"/><Relationship Id="rId15" Type="http://schemas.openxmlformats.org/officeDocument/2006/relationships/image" Target="../media/image185.emf"/><Relationship Id="rId23" Type="http://schemas.openxmlformats.org/officeDocument/2006/relationships/image" Target="../media/image189.emf"/><Relationship Id="rId28" Type="http://schemas.openxmlformats.org/officeDocument/2006/relationships/oleObject" Target="../embeddings/oleObject186.bin"/><Relationship Id="rId36" Type="http://schemas.openxmlformats.org/officeDocument/2006/relationships/oleObject" Target="../embeddings/oleObject190.bin"/><Relationship Id="rId49" Type="http://schemas.openxmlformats.org/officeDocument/2006/relationships/image" Target="../media/image202.emf"/><Relationship Id="rId57" Type="http://schemas.openxmlformats.org/officeDocument/2006/relationships/image" Target="../media/image206.emf"/><Relationship Id="rId10" Type="http://schemas.openxmlformats.org/officeDocument/2006/relationships/oleObject" Target="../embeddings/oleObject177.bin"/><Relationship Id="rId19" Type="http://schemas.openxmlformats.org/officeDocument/2006/relationships/image" Target="../media/image187.emf"/><Relationship Id="rId31" Type="http://schemas.openxmlformats.org/officeDocument/2006/relationships/image" Target="../media/image193.emf"/><Relationship Id="rId44" Type="http://schemas.openxmlformats.org/officeDocument/2006/relationships/oleObject" Target="../embeddings/oleObject194.bin"/><Relationship Id="rId52" Type="http://schemas.openxmlformats.org/officeDocument/2006/relationships/oleObject" Target="../embeddings/oleObject198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82.emf"/><Relationship Id="rId14" Type="http://schemas.openxmlformats.org/officeDocument/2006/relationships/oleObject" Target="../embeddings/oleObject179.bin"/><Relationship Id="rId22" Type="http://schemas.openxmlformats.org/officeDocument/2006/relationships/oleObject" Target="../embeddings/oleObject183.bin"/><Relationship Id="rId27" Type="http://schemas.openxmlformats.org/officeDocument/2006/relationships/image" Target="../media/image191.emf"/><Relationship Id="rId30" Type="http://schemas.openxmlformats.org/officeDocument/2006/relationships/oleObject" Target="../embeddings/oleObject187.bin"/><Relationship Id="rId35" Type="http://schemas.openxmlformats.org/officeDocument/2006/relationships/image" Target="../media/image195.emf"/><Relationship Id="rId43" Type="http://schemas.openxmlformats.org/officeDocument/2006/relationships/image" Target="../media/image199.emf"/><Relationship Id="rId48" Type="http://schemas.openxmlformats.org/officeDocument/2006/relationships/oleObject" Target="../embeddings/oleObject196.bin"/><Relationship Id="rId56" Type="http://schemas.openxmlformats.org/officeDocument/2006/relationships/oleObject" Target="../embeddings/oleObject200.bin"/><Relationship Id="rId8" Type="http://schemas.openxmlformats.org/officeDocument/2006/relationships/oleObject" Target="../embeddings/oleObject176.bin"/><Relationship Id="rId51" Type="http://schemas.openxmlformats.org/officeDocument/2006/relationships/image" Target="../media/image203.emf"/><Relationship Id="rId3" Type="http://schemas.openxmlformats.org/officeDocument/2006/relationships/image" Target="../media/image17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47" descr="IMG_0080">
            <a:extLst>
              <a:ext uri="{FF2B5EF4-FFF2-40B4-BE49-F238E27FC236}">
                <a16:creationId xmlns:a16="http://schemas.microsoft.com/office/drawing/2014/main" id="{7A7D76BB-18C2-DC4F-A8F8-AD37A1265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44" name="WordArt 1048">
            <a:extLst>
              <a:ext uri="{FF2B5EF4-FFF2-40B4-BE49-F238E27FC236}">
                <a16:creationId xmlns:a16="http://schemas.microsoft.com/office/drawing/2014/main" id="{3389807C-94BB-D154-848D-DB1E7EA507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143000"/>
            <a:ext cx="8077200" cy="1600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4800" i="1" kern="1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University Physics</a:t>
            </a:r>
            <a:endParaRPr lang="zh-CN" altLang="en-US" sz="4800" i="1" kern="1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745" name="Text Box 1049">
            <a:extLst>
              <a:ext uri="{FF2B5EF4-FFF2-40B4-BE49-F238E27FC236}">
                <a16:creationId xmlns:a16="http://schemas.microsoft.com/office/drawing/2014/main" id="{F5F1DF36-99C3-4A82-648A-0E5C031C3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49650"/>
            <a:ext cx="67056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Xi’an  </a:t>
            </a:r>
            <a:r>
              <a:rPr lang="en-US" altLang="zh-CN" sz="38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Jiaotong</a:t>
            </a: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华文仿宋" pitchFamily="2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r>
              <a:rPr lang="en-US" altLang="zh-CN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Zhao  </a:t>
            </a:r>
            <a:r>
              <a:rPr lang="en-US" altLang="zh-CN" sz="3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ShuMin</a:t>
            </a: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20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75"/>
                                        <p:tgtEl>
                                          <p:spTgt spid="15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4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2">
            <a:extLst>
              <a:ext uri="{FF2B5EF4-FFF2-40B4-BE49-F238E27FC236}">
                <a16:creationId xmlns:a16="http://schemas.microsoft.com/office/drawing/2014/main" id="{CC4B7CB5-60DF-2847-94E3-3E650726886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5288" y="257175"/>
            <a:ext cx="4779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用自然坐标表示的速度和加速度：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2825F291-4AFF-34F2-6313-3D929F528E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617538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2402" imgH="792535" progId="Equation.3">
                  <p:embed/>
                </p:oleObj>
              </mc:Choice>
              <mc:Fallback>
                <p:oleObj name="公式" r:id="rId2" imgW="1912402" imgH="7925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617538"/>
                        <a:ext cx="194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CE628607-0DD9-5471-1DD7-20DD59D6D4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01638"/>
          <a:ext cx="4333875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1098" imgH="411480" progId="Equation.DSMT4">
                  <p:embed/>
                </p:oleObj>
              </mc:Choice>
              <mc:Fallback>
                <p:oleObj name="Equation" r:id="rId4" imgW="1661098" imgH="411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76600" y="401638"/>
                        <a:ext cx="4333875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3B058B14-75C8-D184-D94B-41CF4B561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63" y="1614488"/>
          <a:ext cx="37306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26273" imgH="883809" progId="Equation.3">
                  <p:embed/>
                </p:oleObj>
              </mc:Choice>
              <mc:Fallback>
                <p:oleObj name="公式" r:id="rId6" imgW="3726273" imgH="8838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7563" y="1614488"/>
                        <a:ext cx="373062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57207BFE-88B3-027F-C58E-AF2D90894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0163" y="2566988"/>
          <a:ext cx="2160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5887" imgH="845903" progId="Equation.3">
                  <p:embed/>
                </p:oleObj>
              </mc:Choice>
              <mc:Fallback>
                <p:oleObj name="Equation" r:id="rId8" imgW="2125887" imgH="84590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2566988"/>
                        <a:ext cx="2160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>
            <a:extLst>
              <a:ext uri="{FF2B5EF4-FFF2-40B4-BE49-F238E27FC236}">
                <a16:creationId xmlns:a16="http://schemas.microsoft.com/office/drawing/2014/main" id="{0165EAA5-DE3F-B6F3-5F8D-50359EEC2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2782888"/>
            <a:ext cx="1852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对圆周运动</a:t>
            </a:r>
          </a:p>
        </p:txBody>
      </p:sp>
      <p:sp>
        <p:nvSpPr>
          <p:cNvPr id="21" name="Text Box 31">
            <a:extLst>
              <a:ext uri="{FF2B5EF4-FFF2-40B4-BE49-F238E27FC236}">
                <a16:creationId xmlns:a16="http://schemas.microsoft.com/office/drawing/2014/main" id="{9B33B008-7C9A-8F50-1743-963407C0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3" y="2789238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对匀速圆周运动</a:t>
            </a:r>
          </a:p>
        </p:txBody>
      </p:sp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72DEC080-A619-1AD6-6561-F9050F705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2786063"/>
          <a:ext cx="863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3224" imgH="198009" progId="Equation.3">
                  <p:embed/>
                </p:oleObj>
              </mc:Choice>
              <mc:Fallback>
                <p:oleObj name="公式" r:id="rId10" imgW="373224" imgH="1980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2786063"/>
                        <a:ext cx="8636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DD77573A-A6B9-1B79-1B65-B199004A2C15}"/>
              </a:ext>
            </a:extLst>
          </p:cNvPr>
          <p:cNvGraphicFramePr>
            <a:graphicFrameLocks/>
          </p:cNvGraphicFramePr>
          <p:nvPr/>
        </p:nvGraphicFramePr>
        <p:xfrm>
          <a:off x="3297238" y="3557588"/>
          <a:ext cx="25939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37429" imgH="365594" progId="Equation.3">
                  <p:embed/>
                </p:oleObj>
              </mc:Choice>
              <mc:Fallback>
                <p:oleObj name="公式" r:id="rId12" imgW="2537429" imgH="365594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3557588"/>
                        <a:ext cx="25939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5E4C94F7-F97D-58B6-D534-CCE6288EB97D}"/>
              </a:ext>
            </a:extLst>
          </p:cNvPr>
          <p:cNvGraphicFramePr>
            <a:graphicFrameLocks/>
          </p:cNvGraphicFramePr>
          <p:nvPr/>
        </p:nvGraphicFramePr>
        <p:xfrm>
          <a:off x="4891088" y="4183063"/>
          <a:ext cx="294163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95724" imgH="1066855" progId="Equation.3">
                  <p:embed/>
                </p:oleObj>
              </mc:Choice>
              <mc:Fallback>
                <p:oleObj name="公式" r:id="rId14" imgW="2895724" imgH="106685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088" y="4183063"/>
                        <a:ext cx="2941637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EE47795F-9CD4-7040-E06E-AE9580792AD5}"/>
              </a:ext>
            </a:extLst>
          </p:cNvPr>
          <p:cNvGraphicFramePr>
            <a:graphicFrameLocks/>
          </p:cNvGraphicFramePr>
          <p:nvPr/>
        </p:nvGraphicFramePr>
        <p:xfrm>
          <a:off x="3268663" y="5168900"/>
          <a:ext cx="250190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45864" imgH="1447911" progId="Equation.3">
                  <p:embed/>
                </p:oleObj>
              </mc:Choice>
              <mc:Fallback>
                <p:oleObj name="公式" r:id="rId16" imgW="2445864" imgH="1447911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3" y="5168900"/>
                        <a:ext cx="2501900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4">
            <a:extLst>
              <a:ext uri="{FF2B5EF4-FFF2-40B4-BE49-F238E27FC236}">
                <a16:creationId xmlns:a16="http://schemas.microsoft.com/office/drawing/2014/main" id="{39A8899D-C298-C505-393B-89988468D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3427413"/>
            <a:ext cx="2592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曲率半径：</a:t>
            </a:r>
          </a:p>
        </p:txBody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DAABAD94-AA05-2F41-1FBC-AB918710D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313" y="5302250"/>
            <a:ext cx="503237" cy="1079500"/>
          </a:xfrm>
          <a:prstGeom prst="curvedLeftArrow">
            <a:avLst>
              <a:gd name="adj1" fmla="val 42902"/>
              <a:gd name="adj2" fmla="val 85805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4318D2C9-EE2B-78AA-C364-B8F2FD393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349750"/>
          <a:ext cx="28019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743449" imgH="822960" progId="Equation.3">
                  <p:embed/>
                </p:oleObj>
              </mc:Choice>
              <mc:Fallback>
                <p:oleObj name="公式" r:id="rId18" imgW="2743449" imgH="8229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349750"/>
                        <a:ext cx="280193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 autoUpdateAnimBg="0"/>
      <p:bldP spid="21" grpId="0" autoUpdateAnimBg="0"/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9E75ADB-918B-6A17-5049-3722A19A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243263"/>
            <a:ext cx="1690687" cy="62547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60" name="Text Box 4">
            <a:extLst>
              <a:ext uri="{FF2B5EF4-FFF2-40B4-BE49-F238E27FC236}">
                <a16:creationId xmlns:a16="http://schemas.microsoft.com/office/drawing/2014/main" id="{CBE449E3-70AE-7BE3-925E-C0CC26D1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6250"/>
            <a:ext cx="7777162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圆周运动的角量描述  角量与线量的关系</a:t>
            </a:r>
            <a:endParaRPr kumimoji="1" lang="zh-CN" altLang="en-US" sz="24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0661" name="Object 2">
            <a:extLst>
              <a:ext uri="{FF2B5EF4-FFF2-40B4-BE49-F238E27FC236}">
                <a16:creationId xmlns:a16="http://schemas.microsoft.com/office/drawing/2014/main" id="{A54F2584-72F9-5F35-0467-D576647168A2}"/>
              </a:ext>
            </a:extLst>
          </p:cNvPr>
          <p:cNvGraphicFramePr>
            <a:graphicFrameLocks/>
          </p:cNvGraphicFramePr>
          <p:nvPr/>
        </p:nvGraphicFramePr>
        <p:xfrm>
          <a:off x="1042988" y="1268413"/>
          <a:ext cx="1184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62" imgH="358112" progId="Equation.3">
                  <p:embed/>
                </p:oleObj>
              </mc:Choice>
              <mc:Fallback>
                <p:oleObj name="公式" r:id="rId2" imgW="1143062" imgH="358112" progId="Equation.3">
                  <p:embed/>
                  <p:pic>
                    <p:nvPicPr>
                      <p:cNvPr id="70661" name="Object 2">
                        <a:extLst>
                          <a:ext uri="{FF2B5EF4-FFF2-40B4-BE49-F238E27FC236}">
                            <a16:creationId xmlns:a16="http://schemas.microsoft.com/office/drawing/2014/main" id="{A54F2584-72F9-5F35-0467-D576647168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1184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6">
            <a:extLst>
              <a:ext uri="{FF2B5EF4-FFF2-40B4-BE49-F238E27FC236}">
                <a16:creationId xmlns:a16="http://schemas.microsoft.com/office/drawing/2014/main" id="{134CAA43-4B71-43A5-E34A-A4EAF7CEB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1268413"/>
            <a:ext cx="2601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kumimoji="1" lang="zh-CN" altLang="en-US">
                <a:solidFill>
                  <a:srgbClr val="FF9900"/>
                </a:solidFill>
                <a:ea typeface="楷体_GB2312" pitchFamily="49" charset="-122"/>
                <a:sym typeface="Symbol" panose="05050102010706020507" pitchFamily="18" charset="2"/>
              </a:rPr>
              <a:t>圆周运动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运动学方程</a:t>
            </a: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0663" name="Object 3">
            <a:extLst>
              <a:ext uri="{FF2B5EF4-FFF2-40B4-BE49-F238E27FC236}">
                <a16:creationId xmlns:a16="http://schemas.microsoft.com/office/drawing/2014/main" id="{33FB802A-6110-F9B0-55E6-FD522E1F07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1268413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856" imgH="304745" progId="Equation.3">
                  <p:embed/>
                </p:oleObj>
              </mc:Choice>
              <mc:Fallback>
                <p:oleObj name="公式" r:id="rId4" imgW="2552856" imgH="304745" progId="Equation.3">
                  <p:embed/>
                  <p:pic>
                    <p:nvPicPr>
                      <p:cNvPr id="70663" name="Object 3">
                        <a:extLst>
                          <a:ext uri="{FF2B5EF4-FFF2-40B4-BE49-F238E27FC236}">
                            <a16:creationId xmlns:a16="http://schemas.microsoft.com/office/drawing/2014/main" id="{33FB802A-6110-F9B0-55E6-FD522E1F07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268413"/>
                        <a:ext cx="2667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Text Box 8">
            <a:extLst>
              <a:ext uri="{FF2B5EF4-FFF2-40B4-BE49-F238E27FC236}">
                <a16:creationId xmlns:a16="http://schemas.microsoft.com/office/drawing/2014/main" id="{BA9D533C-DEB0-501A-0FE6-12177EEEA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1268413"/>
            <a:ext cx="15478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（角位移）</a:t>
            </a:r>
          </a:p>
        </p:txBody>
      </p:sp>
      <p:graphicFrame>
        <p:nvGraphicFramePr>
          <p:cNvPr id="70665" name="Object 4">
            <a:extLst>
              <a:ext uri="{FF2B5EF4-FFF2-40B4-BE49-F238E27FC236}">
                <a16:creationId xmlns:a16="http://schemas.microsoft.com/office/drawing/2014/main" id="{E5DE34D5-8A68-6E6A-C403-9A6F24C47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1992313"/>
          <a:ext cx="14081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282" imgH="358112" progId="Equation.3">
                  <p:embed/>
                </p:oleObj>
              </mc:Choice>
              <mc:Fallback>
                <p:oleObj name="公式" r:id="rId6" imgW="571282" imgH="358112" progId="Equation.3">
                  <p:embed/>
                  <p:pic>
                    <p:nvPicPr>
                      <p:cNvPr id="70665" name="Object 4">
                        <a:extLst>
                          <a:ext uri="{FF2B5EF4-FFF2-40B4-BE49-F238E27FC236}">
                            <a16:creationId xmlns:a16="http://schemas.microsoft.com/office/drawing/2014/main" id="{E5DE34D5-8A68-6E6A-C403-9A6F24C47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992313"/>
                        <a:ext cx="14081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5">
            <a:extLst>
              <a:ext uri="{FF2B5EF4-FFF2-40B4-BE49-F238E27FC236}">
                <a16:creationId xmlns:a16="http://schemas.microsoft.com/office/drawing/2014/main" id="{B1754A25-4857-2B42-0EE5-A83B50ADA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952625"/>
          <a:ext cx="336391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613" imgH="381055" progId="Equation.3">
                  <p:embed/>
                </p:oleObj>
              </mc:Choice>
              <mc:Fallback>
                <p:oleObj name="公式" r:id="rId8" imgW="1447613" imgH="381055" progId="Equation.3">
                  <p:embed/>
                  <p:pic>
                    <p:nvPicPr>
                      <p:cNvPr id="70666" name="Object 5">
                        <a:extLst>
                          <a:ext uri="{FF2B5EF4-FFF2-40B4-BE49-F238E27FC236}">
                            <a16:creationId xmlns:a16="http://schemas.microsoft.com/office/drawing/2014/main" id="{B1754A25-4857-2B42-0EE5-A83B50ADA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52625"/>
                        <a:ext cx="3363913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6">
            <a:extLst>
              <a:ext uri="{FF2B5EF4-FFF2-40B4-BE49-F238E27FC236}">
                <a16:creationId xmlns:a16="http://schemas.microsoft.com/office/drawing/2014/main" id="{C66BDC09-9D3A-A35E-D02D-88362206A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0625" y="3141663"/>
          <a:ext cx="30845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63427" imgH="685800" progId="Equation.3">
                  <p:embed/>
                </p:oleObj>
              </mc:Choice>
              <mc:Fallback>
                <p:oleObj name="公式" r:id="rId10" imgW="3063427" imgH="685800" progId="Equation.3">
                  <p:embed/>
                  <p:pic>
                    <p:nvPicPr>
                      <p:cNvPr id="70667" name="Object 6">
                        <a:extLst>
                          <a:ext uri="{FF2B5EF4-FFF2-40B4-BE49-F238E27FC236}">
                            <a16:creationId xmlns:a16="http://schemas.microsoft.com/office/drawing/2014/main" id="{C66BDC09-9D3A-A35E-D02D-88362206A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3141663"/>
                        <a:ext cx="30845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8" name="Object 7">
            <a:extLst>
              <a:ext uri="{FF2B5EF4-FFF2-40B4-BE49-F238E27FC236}">
                <a16:creationId xmlns:a16="http://schemas.microsoft.com/office/drawing/2014/main" id="{2B367CA8-D4F1-0BE6-7E06-C5BF14B5A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378200"/>
          <a:ext cx="14398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9007" imgH="99254" progId="Equation.3">
                  <p:embed/>
                </p:oleObj>
              </mc:Choice>
              <mc:Fallback>
                <p:oleObj name="公式" r:id="rId12" imgW="419007" imgH="99254" progId="Equation.3">
                  <p:embed/>
                  <p:pic>
                    <p:nvPicPr>
                      <p:cNvPr id="70668" name="Object 7">
                        <a:extLst>
                          <a:ext uri="{FF2B5EF4-FFF2-40B4-BE49-F238E27FC236}">
                            <a16:creationId xmlns:a16="http://schemas.microsoft.com/office/drawing/2014/main" id="{2B367CA8-D4F1-0BE6-7E06-C5BF14B5A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378200"/>
                        <a:ext cx="14398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13">
            <a:extLst>
              <a:ext uri="{FF2B5EF4-FFF2-40B4-BE49-F238E27FC236}">
                <a16:creationId xmlns:a16="http://schemas.microsoft.com/office/drawing/2014/main" id="{1605AB0D-9FED-8C3A-58C1-7DDCF54D5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5470525"/>
            <a:ext cx="5616575" cy="62547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670" name="Object 8">
            <a:extLst>
              <a:ext uri="{FF2B5EF4-FFF2-40B4-BE49-F238E27FC236}">
                <a16:creationId xmlns:a16="http://schemas.microsoft.com/office/drawing/2014/main" id="{5EB284E9-46AB-1718-A357-8765585D1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838" y="4165600"/>
          <a:ext cx="4968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38009" imgH="815479" progId="Equation.3">
                  <p:embed/>
                </p:oleObj>
              </mc:Choice>
              <mc:Fallback>
                <p:oleObj name="Equation" r:id="rId14" imgW="4938009" imgH="815479" progId="Equation.3">
                  <p:embed/>
                  <p:pic>
                    <p:nvPicPr>
                      <p:cNvPr id="70670" name="Object 8">
                        <a:extLst>
                          <a:ext uri="{FF2B5EF4-FFF2-40B4-BE49-F238E27FC236}">
                            <a16:creationId xmlns:a16="http://schemas.microsoft.com/office/drawing/2014/main" id="{5EB284E9-46AB-1718-A357-8765585D1C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4165600"/>
                        <a:ext cx="4968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9">
            <a:extLst>
              <a:ext uri="{FF2B5EF4-FFF2-40B4-BE49-F238E27FC236}">
                <a16:creationId xmlns:a16="http://schemas.microsoft.com/office/drawing/2014/main" id="{ED246520-801B-01E6-7E7B-AF7876758C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938" y="4457700"/>
          <a:ext cx="2012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66147" imgH="320206" progId="Equation.3">
                  <p:embed/>
                </p:oleObj>
              </mc:Choice>
              <mc:Fallback>
                <p:oleObj name="Equation" r:id="rId16" imgW="1966147" imgH="320206" progId="Equation.3">
                  <p:embed/>
                  <p:pic>
                    <p:nvPicPr>
                      <p:cNvPr id="70671" name="Object 9">
                        <a:extLst>
                          <a:ext uri="{FF2B5EF4-FFF2-40B4-BE49-F238E27FC236}">
                            <a16:creationId xmlns:a16="http://schemas.microsoft.com/office/drawing/2014/main" id="{ED246520-801B-01E6-7E7B-AF7876758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4457700"/>
                        <a:ext cx="2012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0">
            <a:extLst>
              <a:ext uri="{FF2B5EF4-FFF2-40B4-BE49-F238E27FC236}">
                <a16:creationId xmlns:a16="http://schemas.microsoft.com/office/drawing/2014/main" id="{13B5CD41-03A6-0684-3643-043D7BB53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5592763"/>
          <a:ext cx="11985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5953" imgH="396018" progId="Equation.3">
                  <p:embed/>
                </p:oleObj>
              </mc:Choice>
              <mc:Fallback>
                <p:oleObj name="公式" r:id="rId18" imgW="1165953" imgH="396018" progId="Equation.3">
                  <p:embed/>
                  <p:pic>
                    <p:nvPicPr>
                      <p:cNvPr id="70672" name="Object 10">
                        <a:extLst>
                          <a:ext uri="{FF2B5EF4-FFF2-40B4-BE49-F238E27FC236}">
                            <a16:creationId xmlns:a16="http://schemas.microsoft.com/office/drawing/2014/main" id="{13B5CD41-03A6-0684-3643-043D7BB537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5592763"/>
                        <a:ext cx="11985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1">
            <a:extLst>
              <a:ext uri="{FF2B5EF4-FFF2-40B4-BE49-F238E27FC236}">
                <a16:creationId xmlns:a16="http://schemas.microsoft.com/office/drawing/2014/main" id="{A3826CB8-2756-DB1D-3A5D-5B66450A0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8" y="5521325"/>
          <a:ext cx="2054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19393" imgH="441905" progId="Equation.3">
                  <p:embed/>
                </p:oleObj>
              </mc:Choice>
              <mc:Fallback>
                <p:oleObj name="Equation" r:id="rId20" imgW="2019393" imgH="441905" progId="Equation.3">
                  <p:embed/>
                  <p:pic>
                    <p:nvPicPr>
                      <p:cNvPr id="70673" name="Object 11">
                        <a:extLst>
                          <a:ext uri="{FF2B5EF4-FFF2-40B4-BE49-F238E27FC236}">
                            <a16:creationId xmlns:a16="http://schemas.microsoft.com/office/drawing/2014/main" id="{A3826CB8-2756-DB1D-3A5D-5B66450A0B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5521325"/>
                        <a:ext cx="2054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  <p:bldP spid="70660" grpId="0" autoUpdateAnimBg="0"/>
      <p:bldP spid="70662" grpId="0"/>
      <p:bldP spid="70664" grpId="0" autoUpdateAnimBg="0"/>
      <p:bldP spid="7066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676D3F7E-3E84-A733-D8AF-523AD909937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" y="146685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CF28F575-7EB0-A7A4-5EF6-E6A5D8D4053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476250"/>
            <a:ext cx="8202613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一质点在水平面内以顺时针方向沿半径为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2m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的圆形轨道运动。此质点的角速度与运动时间的平方成正比，即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ω=kt </a:t>
            </a:r>
            <a:r>
              <a:rPr kumimoji="1" lang="en-US" altLang="zh-CN" i="1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为待定常数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已知质点在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 s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末的线速度为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32 m/s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0E017743-E6F8-EC1E-0AEB-617BEADA3C8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92175" y="1916113"/>
            <a:ext cx="454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=0.5 s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时质点的线速度和加速度</a:t>
            </a:r>
          </a:p>
        </p:txBody>
      </p:sp>
      <p:graphicFrame>
        <p:nvGraphicFramePr>
          <p:cNvPr id="50181" name="Object 2">
            <a:extLst>
              <a:ext uri="{FF2B5EF4-FFF2-40B4-BE49-F238E27FC236}">
                <a16:creationId xmlns:a16="http://schemas.microsoft.com/office/drawing/2014/main" id="{5040DDD3-0048-2AAD-A885-F70F6CCA6700}"/>
              </a:ext>
            </a:extLst>
          </p:cNvPr>
          <p:cNvGraphicFramePr>
            <a:graphicFrameLocks/>
          </p:cNvGraphicFramePr>
          <p:nvPr/>
        </p:nvGraphicFramePr>
        <p:xfrm>
          <a:off x="2555875" y="2538413"/>
          <a:ext cx="16859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46169" imgH="274320" progId="Equation.3">
                  <p:embed/>
                </p:oleObj>
              </mc:Choice>
              <mc:Fallback>
                <p:oleObj name="公式" r:id="rId2" imgW="1646169" imgH="27432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55875" y="2538413"/>
                        <a:ext cx="16859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3">
            <a:extLst>
              <a:ext uri="{FF2B5EF4-FFF2-40B4-BE49-F238E27FC236}">
                <a16:creationId xmlns:a16="http://schemas.microsoft.com/office/drawing/2014/main" id="{0C6358A5-D516-85BD-03E6-9D740796D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84538"/>
          <a:ext cx="20478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26858" imgH="350631" progId="Equation.3">
                  <p:embed/>
                </p:oleObj>
              </mc:Choice>
              <mc:Fallback>
                <p:oleObj name="公式" r:id="rId4" imgW="2026858" imgH="3506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72000" y="3284538"/>
                        <a:ext cx="20478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4">
            <a:extLst>
              <a:ext uri="{FF2B5EF4-FFF2-40B4-BE49-F238E27FC236}">
                <a16:creationId xmlns:a16="http://schemas.microsoft.com/office/drawing/2014/main" id="{DD359C2F-56EA-DE05-C6DB-1182CD975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235450"/>
          <a:ext cx="35163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59542" imgH="777074" progId="Equation.3">
                  <p:embed/>
                </p:oleObj>
              </mc:Choice>
              <mc:Fallback>
                <p:oleObj name="公式" r:id="rId6" imgW="3459542" imgH="7770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427538" y="4235450"/>
                        <a:ext cx="35163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5">
            <a:extLst>
              <a:ext uri="{FF2B5EF4-FFF2-40B4-BE49-F238E27FC236}">
                <a16:creationId xmlns:a16="http://schemas.microsoft.com/office/drawing/2014/main" id="{699E50BB-0169-1935-FD69-9BE3D6229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1188" y="5149850"/>
          <a:ext cx="3990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39758" imgH="502754" progId="Equation.3">
                  <p:embed/>
                </p:oleObj>
              </mc:Choice>
              <mc:Fallback>
                <p:oleObj name="公式" r:id="rId8" imgW="3939758" imgH="5027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421188" y="5149850"/>
                        <a:ext cx="3990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6">
            <a:extLst>
              <a:ext uri="{FF2B5EF4-FFF2-40B4-BE49-F238E27FC236}">
                <a16:creationId xmlns:a16="http://schemas.microsoft.com/office/drawing/2014/main" id="{29332F05-B556-C3CD-7D5D-6DC33B47F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349500"/>
          <a:ext cx="29527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4982" imgH="350631" progId="Equation.3">
                  <p:embed/>
                </p:oleObj>
              </mc:Choice>
              <mc:Fallback>
                <p:oleObj name="公式" r:id="rId10" imgW="1264982" imgH="35063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00563" y="2349500"/>
                        <a:ext cx="295275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7">
            <a:extLst>
              <a:ext uri="{FF2B5EF4-FFF2-40B4-BE49-F238E27FC236}">
                <a16:creationId xmlns:a16="http://schemas.microsoft.com/office/drawing/2014/main" id="{1A27272F-6CB2-3721-A9AB-025FE1D7E5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213100"/>
          <a:ext cx="1168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35598" imgH="350631" progId="Equation.3">
                  <p:embed/>
                </p:oleObj>
              </mc:Choice>
              <mc:Fallback>
                <p:oleObj name="公式" r:id="rId12" imgW="1135598" imgH="35063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84438" y="3213100"/>
                        <a:ext cx="11684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8">
            <a:extLst>
              <a:ext uri="{FF2B5EF4-FFF2-40B4-BE49-F238E27FC236}">
                <a16:creationId xmlns:a16="http://schemas.microsoft.com/office/drawing/2014/main" id="{8760B825-5E98-EF4C-9B85-C72304F4D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452938"/>
          <a:ext cx="28019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88733" imgH="350631" progId="Equation.3">
                  <p:embed/>
                </p:oleObj>
              </mc:Choice>
              <mc:Fallback>
                <p:oleObj name="公式" r:id="rId14" imgW="2788733" imgH="35063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4452938"/>
                        <a:ext cx="280193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9">
            <a:extLst>
              <a:ext uri="{FF2B5EF4-FFF2-40B4-BE49-F238E27FC236}">
                <a16:creationId xmlns:a16="http://schemas.microsoft.com/office/drawing/2014/main" id="{39ACB453-4515-DBAC-03CE-FEE030FEB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4763" y="4956175"/>
          <a:ext cx="26050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44893" imgH="830441" progId="Equation.3">
                  <p:embed/>
                </p:oleObj>
              </mc:Choice>
              <mc:Fallback>
                <p:oleObj name="公式" r:id="rId16" imgW="2544893" imgH="83044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74763" y="4956175"/>
                        <a:ext cx="26050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0">
            <a:extLst>
              <a:ext uri="{FF2B5EF4-FFF2-40B4-BE49-F238E27FC236}">
                <a16:creationId xmlns:a16="http://schemas.microsoft.com/office/drawing/2014/main" id="{CDB901E8-FBDA-FBC5-18EA-C832FA2CA2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4888" y="5683250"/>
          <a:ext cx="31353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93782" imgH="868846" progId="Equation.3">
                  <p:embed/>
                </p:oleObj>
              </mc:Choice>
              <mc:Fallback>
                <p:oleObj name="公式" r:id="rId18" imgW="3093782" imgH="8688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4888" y="5683250"/>
                        <a:ext cx="31353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Rectangle 14">
            <a:extLst>
              <a:ext uri="{FF2B5EF4-FFF2-40B4-BE49-F238E27FC236}">
                <a16:creationId xmlns:a16="http://schemas.microsoft.com/office/drawing/2014/main" id="{C77D0D89-52BA-6C21-9999-9491E40F10A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24574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0191" name="Rectangle 15">
            <a:extLst>
              <a:ext uri="{FF2B5EF4-FFF2-40B4-BE49-F238E27FC236}">
                <a16:creationId xmlns:a16="http://schemas.microsoft.com/office/drawing/2014/main" id="{131CE7AB-D570-B839-B0F6-22859B61A33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5111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0192" name="Rectangle 16">
            <a:extLst>
              <a:ext uri="{FF2B5EF4-FFF2-40B4-BE49-F238E27FC236}">
                <a16:creationId xmlns:a16="http://schemas.microsoft.com/office/drawing/2014/main" id="{DBF9FD78-247B-6AE9-5BA9-6BCDF83289A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19240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50193" name="Text Box 17">
            <a:extLst>
              <a:ext uri="{FF2B5EF4-FFF2-40B4-BE49-F238E27FC236}">
                <a16:creationId xmlns:a16="http://schemas.microsoft.com/office/drawing/2014/main" id="{5070C1E8-3F17-2A66-FCDF-E5E7EE0F5AC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3275" y="3860800"/>
            <a:ext cx="177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=0.5 s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50194" name="Text Box 18">
            <a:extLst>
              <a:ext uri="{FF2B5EF4-FFF2-40B4-BE49-F238E27FC236}">
                <a16:creationId xmlns:a16="http://schemas.microsoft.com/office/drawing/2014/main" id="{8E557348-1F0C-0FBB-4C52-19AF4047426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950913" y="24923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由题意得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utoUpdateAnimBg="0"/>
      <p:bldP spid="50179" grpId="0" autoUpdateAnimBg="0"/>
      <p:bldP spid="50180" grpId="0" autoUpdateAnimBg="0"/>
      <p:bldP spid="50190" grpId="0" autoUpdateAnimBg="0"/>
      <p:bldP spid="50191" grpId="0" autoUpdateAnimBg="0"/>
      <p:bldP spid="50192" grpId="0" autoUpdateAnimBg="0"/>
      <p:bldP spid="50193" grpId="0"/>
      <p:bldP spid="501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reeform 2">
            <a:extLst>
              <a:ext uri="{FF2B5EF4-FFF2-40B4-BE49-F238E27FC236}">
                <a16:creationId xmlns:a16="http://schemas.microsoft.com/office/drawing/2014/main" id="{028A879A-5334-11CE-AB90-F6320B87DD8D}"/>
              </a:ext>
            </a:extLst>
          </p:cNvPr>
          <p:cNvSpPr>
            <a:spLocks/>
          </p:cNvSpPr>
          <p:nvPr/>
        </p:nvSpPr>
        <p:spPr bwMode="black">
          <a:xfrm>
            <a:off x="5695950" y="3319463"/>
            <a:ext cx="1117600" cy="963612"/>
          </a:xfrm>
          <a:custGeom>
            <a:avLst/>
            <a:gdLst>
              <a:gd name="T0" fmla="*/ 2147483646 w 704"/>
              <a:gd name="T1" fmla="*/ 2147483646 h 607"/>
              <a:gd name="T2" fmla="*/ 2147483646 w 704"/>
              <a:gd name="T3" fmla="*/ 2147483646 h 607"/>
              <a:gd name="T4" fmla="*/ 2147483646 w 704"/>
              <a:gd name="T5" fmla="*/ 2147483646 h 607"/>
              <a:gd name="T6" fmla="*/ 2147483646 w 704"/>
              <a:gd name="T7" fmla="*/ 2147483646 h 607"/>
              <a:gd name="T8" fmla="*/ 2147483646 w 704"/>
              <a:gd name="T9" fmla="*/ 2147483646 h 607"/>
              <a:gd name="T10" fmla="*/ 2147483646 w 704"/>
              <a:gd name="T11" fmla="*/ 2147483646 h 607"/>
              <a:gd name="T12" fmla="*/ 2147483646 w 704"/>
              <a:gd name="T13" fmla="*/ 2147483646 h 607"/>
              <a:gd name="T14" fmla="*/ 2147483646 w 704"/>
              <a:gd name="T15" fmla="*/ 2147483646 h 607"/>
              <a:gd name="T16" fmla="*/ 2147483646 w 704"/>
              <a:gd name="T17" fmla="*/ 2147483646 h 607"/>
              <a:gd name="T18" fmla="*/ 2147483646 w 704"/>
              <a:gd name="T19" fmla="*/ 2147483646 h 607"/>
              <a:gd name="T20" fmla="*/ 2147483646 w 704"/>
              <a:gd name="T21" fmla="*/ 2147483646 h 607"/>
              <a:gd name="T22" fmla="*/ 2147483646 w 704"/>
              <a:gd name="T23" fmla="*/ 2147483646 h 607"/>
              <a:gd name="T24" fmla="*/ 2147483646 w 704"/>
              <a:gd name="T25" fmla="*/ 2147483646 h 607"/>
              <a:gd name="T26" fmla="*/ 2147483646 w 704"/>
              <a:gd name="T27" fmla="*/ 2147483646 h 607"/>
              <a:gd name="T28" fmla="*/ 2147483646 w 704"/>
              <a:gd name="T29" fmla="*/ 2147483646 h 60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04"/>
              <a:gd name="T46" fmla="*/ 0 h 607"/>
              <a:gd name="T47" fmla="*/ 704 w 704"/>
              <a:gd name="T48" fmla="*/ 607 h 60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04" h="607">
                <a:moveTo>
                  <a:pt x="68" y="279"/>
                </a:moveTo>
                <a:cubicBezTo>
                  <a:pt x="82" y="0"/>
                  <a:pt x="0" y="49"/>
                  <a:pt x="188" y="27"/>
                </a:cubicBezTo>
                <a:cubicBezTo>
                  <a:pt x="220" y="23"/>
                  <a:pt x="252" y="19"/>
                  <a:pt x="284" y="15"/>
                </a:cubicBezTo>
                <a:cubicBezTo>
                  <a:pt x="394" y="26"/>
                  <a:pt x="480" y="45"/>
                  <a:pt x="584" y="75"/>
                </a:cubicBezTo>
                <a:cubicBezTo>
                  <a:pt x="600" y="91"/>
                  <a:pt x="620" y="104"/>
                  <a:pt x="632" y="123"/>
                </a:cubicBezTo>
                <a:cubicBezTo>
                  <a:pt x="645" y="145"/>
                  <a:pt x="645" y="172"/>
                  <a:pt x="656" y="195"/>
                </a:cubicBezTo>
                <a:cubicBezTo>
                  <a:pt x="665" y="213"/>
                  <a:pt x="680" y="227"/>
                  <a:pt x="692" y="243"/>
                </a:cubicBezTo>
                <a:cubicBezTo>
                  <a:pt x="696" y="259"/>
                  <a:pt x="704" y="275"/>
                  <a:pt x="704" y="291"/>
                </a:cubicBezTo>
                <a:cubicBezTo>
                  <a:pt x="704" y="331"/>
                  <a:pt x="659" y="376"/>
                  <a:pt x="632" y="399"/>
                </a:cubicBezTo>
                <a:cubicBezTo>
                  <a:pt x="568" y="452"/>
                  <a:pt x="464" y="471"/>
                  <a:pt x="392" y="519"/>
                </a:cubicBezTo>
                <a:cubicBezTo>
                  <a:pt x="259" y="607"/>
                  <a:pt x="342" y="576"/>
                  <a:pt x="260" y="603"/>
                </a:cubicBezTo>
                <a:cubicBezTo>
                  <a:pt x="236" y="595"/>
                  <a:pt x="212" y="587"/>
                  <a:pt x="188" y="579"/>
                </a:cubicBezTo>
                <a:cubicBezTo>
                  <a:pt x="161" y="570"/>
                  <a:pt x="156" y="531"/>
                  <a:pt x="140" y="507"/>
                </a:cubicBezTo>
                <a:cubicBezTo>
                  <a:pt x="107" y="457"/>
                  <a:pt x="126" y="481"/>
                  <a:pt x="80" y="435"/>
                </a:cubicBezTo>
                <a:cubicBezTo>
                  <a:pt x="55" y="361"/>
                  <a:pt x="68" y="412"/>
                  <a:pt x="68" y="279"/>
                </a:cubicBez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AA349BAF-9C65-885C-6BC1-7855CB0FA3F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219200" y="381000"/>
            <a:ext cx="6592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090738" indent="-2090738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1.6  </a:t>
            </a:r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不同参考系中的速度和加速度变换定理简介</a:t>
            </a:r>
            <a:endParaRPr kumimoji="1" lang="zh-CN" altLang="en-US" sz="320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4" name="Line 4">
            <a:extLst>
              <a:ext uri="{FF2B5EF4-FFF2-40B4-BE49-F238E27FC236}">
                <a16:creationId xmlns:a16="http://schemas.microsoft.com/office/drawing/2014/main" id="{B75E6804-D33D-CF3C-3938-9720EF8D143D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619750" y="1981200"/>
            <a:ext cx="0" cy="242411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Line 5">
            <a:extLst>
              <a:ext uri="{FF2B5EF4-FFF2-40B4-BE49-F238E27FC236}">
                <a16:creationId xmlns:a16="http://schemas.microsoft.com/office/drawing/2014/main" id="{DAE2FC55-DF5A-DE9B-2BD1-9DC03995EFAC}"/>
              </a:ext>
            </a:extLst>
          </p:cNvPr>
          <p:cNvSpPr>
            <a:spLocks noChangeShapeType="1"/>
          </p:cNvSpPr>
          <p:nvPr/>
        </p:nvSpPr>
        <p:spPr bwMode="black">
          <a:xfrm>
            <a:off x="5624513" y="4391025"/>
            <a:ext cx="3190875" cy="47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6" name="Line 6">
            <a:extLst>
              <a:ext uri="{FF2B5EF4-FFF2-40B4-BE49-F238E27FC236}">
                <a16:creationId xmlns:a16="http://schemas.microsoft.com/office/drawing/2014/main" id="{1D31A316-409B-9272-E4C6-C85C8963279D}"/>
              </a:ext>
            </a:extLst>
          </p:cNvPr>
          <p:cNvSpPr>
            <a:spLocks noChangeShapeType="1"/>
          </p:cNvSpPr>
          <p:nvPr/>
        </p:nvSpPr>
        <p:spPr bwMode="black">
          <a:xfrm rot="21124976" flipV="1">
            <a:off x="6157913" y="1965325"/>
            <a:ext cx="2057400" cy="939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7" name="Line 7">
            <a:extLst>
              <a:ext uri="{FF2B5EF4-FFF2-40B4-BE49-F238E27FC236}">
                <a16:creationId xmlns:a16="http://schemas.microsoft.com/office/drawing/2014/main" id="{46A734FD-5738-8E20-1B9A-74B7D6160698}"/>
              </a:ext>
            </a:extLst>
          </p:cNvPr>
          <p:cNvSpPr>
            <a:spLocks noChangeShapeType="1"/>
          </p:cNvSpPr>
          <p:nvPr/>
        </p:nvSpPr>
        <p:spPr bwMode="black">
          <a:xfrm rot="21378022" flipV="1">
            <a:off x="6286500" y="2673350"/>
            <a:ext cx="1597025" cy="300038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8" name="Line 8">
            <a:extLst>
              <a:ext uri="{FF2B5EF4-FFF2-40B4-BE49-F238E27FC236}">
                <a16:creationId xmlns:a16="http://schemas.microsoft.com/office/drawing/2014/main" id="{38D4CA57-A23C-E6D5-4638-75AA46578F01}"/>
              </a:ext>
            </a:extLst>
          </p:cNvPr>
          <p:cNvSpPr>
            <a:spLocks noChangeShapeType="1"/>
          </p:cNvSpPr>
          <p:nvPr/>
        </p:nvSpPr>
        <p:spPr bwMode="black">
          <a:xfrm rot="1866101" flipV="1">
            <a:off x="6991350" y="3660775"/>
            <a:ext cx="541338" cy="5302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9" name="Line 9">
            <a:extLst>
              <a:ext uri="{FF2B5EF4-FFF2-40B4-BE49-F238E27FC236}">
                <a16:creationId xmlns:a16="http://schemas.microsoft.com/office/drawing/2014/main" id="{A54AD2AA-B1BA-2065-4416-83CA790201ED}"/>
              </a:ext>
            </a:extLst>
          </p:cNvPr>
          <p:cNvSpPr>
            <a:spLocks noChangeShapeType="1"/>
          </p:cNvSpPr>
          <p:nvPr/>
        </p:nvSpPr>
        <p:spPr bwMode="black">
          <a:xfrm rot="20740995" flipV="1">
            <a:off x="7802563" y="1881188"/>
            <a:ext cx="431800" cy="6635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1210" name="Freeform 10">
            <a:extLst>
              <a:ext uri="{FF2B5EF4-FFF2-40B4-BE49-F238E27FC236}">
                <a16:creationId xmlns:a16="http://schemas.microsoft.com/office/drawing/2014/main" id="{649F53DF-ACEF-E241-A03C-70B05EEB130C}"/>
              </a:ext>
            </a:extLst>
          </p:cNvPr>
          <p:cNvSpPr>
            <a:spLocks/>
          </p:cNvSpPr>
          <p:nvPr/>
        </p:nvSpPr>
        <p:spPr bwMode="black">
          <a:xfrm>
            <a:off x="7296150" y="2813050"/>
            <a:ext cx="1117600" cy="963613"/>
          </a:xfrm>
          <a:custGeom>
            <a:avLst/>
            <a:gdLst>
              <a:gd name="T0" fmla="*/ 2147483646 w 704"/>
              <a:gd name="T1" fmla="*/ 2147483646 h 607"/>
              <a:gd name="T2" fmla="*/ 2147483646 w 704"/>
              <a:gd name="T3" fmla="*/ 2147483646 h 607"/>
              <a:gd name="T4" fmla="*/ 2147483646 w 704"/>
              <a:gd name="T5" fmla="*/ 2147483646 h 607"/>
              <a:gd name="T6" fmla="*/ 2147483646 w 704"/>
              <a:gd name="T7" fmla="*/ 2147483646 h 607"/>
              <a:gd name="T8" fmla="*/ 2147483646 w 704"/>
              <a:gd name="T9" fmla="*/ 2147483646 h 607"/>
              <a:gd name="T10" fmla="*/ 2147483646 w 704"/>
              <a:gd name="T11" fmla="*/ 2147483646 h 607"/>
              <a:gd name="T12" fmla="*/ 2147483646 w 704"/>
              <a:gd name="T13" fmla="*/ 2147483646 h 607"/>
              <a:gd name="T14" fmla="*/ 2147483646 w 704"/>
              <a:gd name="T15" fmla="*/ 2147483646 h 607"/>
              <a:gd name="T16" fmla="*/ 2147483646 w 704"/>
              <a:gd name="T17" fmla="*/ 2147483646 h 607"/>
              <a:gd name="T18" fmla="*/ 2147483646 w 704"/>
              <a:gd name="T19" fmla="*/ 2147483646 h 607"/>
              <a:gd name="T20" fmla="*/ 2147483646 w 704"/>
              <a:gd name="T21" fmla="*/ 2147483646 h 607"/>
              <a:gd name="T22" fmla="*/ 2147483646 w 704"/>
              <a:gd name="T23" fmla="*/ 2147483646 h 607"/>
              <a:gd name="T24" fmla="*/ 2147483646 w 704"/>
              <a:gd name="T25" fmla="*/ 2147483646 h 607"/>
              <a:gd name="T26" fmla="*/ 2147483646 w 704"/>
              <a:gd name="T27" fmla="*/ 2147483646 h 607"/>
              <a:gd name="T28" fmla="*/ 2147483646 w 704"/>
              <a:gd name="T29" fmla="*/ 2147483646 h 60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04"/>
              <a:gd name="T46" fmla="*/ 0 h 607"/>
              <a:gd name="T47" fmla="*/ 704 w 704"/>
              <a:gd name="T48" fmla="*/ 607 h 60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04" h="607">
                <a:moveTo>
                  <a:pt x="68" y="279"/>
                </a:moveTo>
                <a:cubicBezTo>
                  <a:pt x="82" y="0"/>
                  <a:pt x="0" y="49"/>
                  <a:pt x="188" y="27"/>
                </a:cubicBezTo>
                <a:cubicBezTo>
                  <a:pt x="220" y="23"/>
                  <a:pt x="252" y="19"/>
                  <a:pt x="284" y="15"/>
                </a:cubicBezTo>
                <a:cubicBezTo>
                  <a:pt x="394" y="26"/>
                  <a:pt x="480" y="45"/>
                  <a:pt x="584" y="75"/>
                </a:cubicBezTo>
                <a:cubicBezTo>
                  <a:pt x="600" y="91"/>
                  <a:pt x="620" y="104"/>
                  <a:pt x="632" y="123"/>
                </a:cubicBezTo>
                <a:cubicBezTo>
                  <a:pt x="645" y="145"/>
                  <a:pt x="645" y="172"/>
                  <a:pt x="656" y="195"/>
                </a:cubicBezTo>
                <a:cubicBezTo>
                  <a:pt x="665" y="213"/>
                  <a:pt x="680" y="227"/>
                  <a:pt x="692" y="243"/>
                </a:cubicBezTo>
                <a:cubicBezTo>
                  <a:pt x="696" y="259"/>
                  <a:pt x="704" y="275"/>
                  <a:pt x="704" y="291"/>
                </a:cubicBezTo>
                <a:cubicBezTo>
                  <a:pt x="704" y="331"/>
                  <a:pt x="659" y="376"/>
                  <a:pt x="632" y="399"/>
                </a:cubicBezTo>
                <a:cubicBezTo>
                  <a:pt x="568" y="452"/>
                  <a:pt x="464" y="471"/>
                  <a:pt x="392" y="519"/>
                </a:cubicBezTo>
                <a:cubicBezTo>
                  <a:pt x="259" y="607"/>
                  <a:pt x="342" y="576"/>
                  <a:pt x="260" y="603"/>
                </a:cubicBezTo>
                <a:cubicBezTo>
                  <a:pt x="236" y="595"/>
                  <a:pt x="212" y="587"/>
                  <a:pt x="188" y="579"/>
                </a:cubicBezTo>
                <a:cubicBezTo>
                  <a:pt x="161" y="570"/>
                  <a:pt x="156" y="531"/>
                  <a:pt x="140" y="507"/>
                </a:cubicBezTo>
                <a:cubicBezTo>
                  <a:pt x="107" y="457"/>
                  <a:pt x="126" y="481"/>
                  <a:pt x="80" y="435"/>
                </a:cubicBezTo>
                <a:cubicBezTo>
                  <a:pt x="55" y="361"/>
                  <a:pt x="68" y="412"/>
                  <a:pt x="68" y="279"/>
                </a:cubicBez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endParaRPr lang="zh-CN" altLang="en-US"/>
          </a:p>
        </p:txBody>
      </p:sp>
      <p:sp>
        <p:nvSpPr>
          <p:cNvPr id="51211" name="Oval 11">
            <a:extLst>
              <a:ext uri="{FF2B5EF4-FFF2-40B4-BE49-F238E27FC236}">
                <a16:creationId xmlns:a16="http://schemas.microsoft.com/office/drawing/2014/main" id="{61363BAA-16D9-4462-C21E-8038168CE5A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829550" y="2590800"/>
            <a:ext cx="90488" cy="90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66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2" name="Oval 12">
            <a:extLst>
              <a:ext uri="{FF2B5EF4-FFF2-40B4-BE49-F238E27FC236}">
                <a16:creationId xmlns:a16="http://schemas.microsoft.com/office/drawing/2014/main" id="{7160E70D-EF4D-8984-5074-0B48BC7FF00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094663" y="1787525"/>
            <a:ext cx="90487" cy="1000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3" name="Line 13">
            <a:extLst>
              <a:ext uri="{FF2B5EF4-FFF2-40B4-BE49-F238E27FC236}">
                <a16:creationId xmlns:a16="http://schemas.microsoft.com/office/drawing/2014/main" id="{8CD9D907-9EF0-C92D-6B8E-3C82109F7508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6000750" y="2133600"/>
            <a:ext cx="3175" cy="18097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4" name="Line 14">
            <a:extLst>
              <a:ext uri="{FF2B5EF4-FFF2-40B4-BE49-F238E27FC236}">
                <a16:creationId xmlns:a16="http://schemas.microsoft.com/office/drawing/2014/main" id="{60DB8F8E-7CF2-23D0-F07A-B6FFC8EE3F83}"/>
              </a:ext>
            </a:extLst>
          </p:cNvPr>
          <p:cNvSpPr>
            <a:spLocks noChangeShapeType="1"/>
          </p:cNvSpPr>
          <p:nvPr/>
        </p:nvSpPr>
        <p:spPr bwMode="black">
          <a:xfrm>
            <a:off x="6000750" y="3929063"/>
            <a:ext cx="8604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Text Box 15">
            <a:extLst>
              <a:ext uri="{FF2B5EF4-FFF2-40B4-BE49-F238E27FC236}">
                <a16:creationId xmlns:a16="http://schemas.microsoft.com/office/drawing/2014/main" id="{A2C34312-6E12-9840-DB34-D6463599DD3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29325" y="3576638"/>
            <a:ext cx="4953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1000">
                <a:latin typeface="Times New Roman" panose="02020603050405020304" pitchFamily="18" charset="0"/>
              </a:rPr>
              <a:t>·</a:t>
            </a:r>
            <a:endParaRPr kumimoji="1" lang="en-US" altLang="zh-CN" sz="1000">
              <a:latin typeface="宋体" panose="02010600030101010101" pitchFamily="2" charset="-122"/>
            </a:endParaRPr>
          </a:p>
        </p:txBody>
      </p:sp>
      <p:sp>
        <p:nvSpPr>
          <p:cNvPr id="51216" name="Oval 16">
            <a:extLst>
              <a:ext uri="{FF2B5EF4-FFF2-40B4-BE49-F238E27FC236}">
                <a16:creationId xmlns:a16="http://schemas.microsoft.com/office/drawing/2014/main" id="{50A072EE-15A3-9401-4F28-92301B8BB52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29350" y="2971800"/>
            <a:ext cx="90488" cy="90488"/>
          </a:xfrm>
          <a:prstGeom prst="ellipse">
            <a:avLst/>
          </a:prstGeom>
          <a:solidFill>
            <a:schemeClr val="hlink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17" name="Object 2">
            <a:extLst>
              <a:ext uri="{FF2B5EF4-FFF2-40B4-BE49-F238E27FC236}">
                <a16:creationId xmlns:a16="http://schemas.microsoft.com/office/drawing/2014/main" id="{3E5540AD-1EA0-2383-D354-6D12E0D01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1175" y="2057400"/>
          <a:ext cx="34607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8651" imgH="243895" progId="Equation.3">
                  <p:embed/>
                </p:oleObj>
              </mc:Choice>
              <mc:Fallback>
                <p:oleObj name="公式" r:id="rId2" imgW="388651" imgH="2438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61175" y="2057400"/>
                        <a:ext cx="34607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3">
            <a:extLst>
              <a:ext uri="{FF2B5EF4-FFF2-40B4-BE49-F238E27FC236}">
                <a16:creationId xmlns:a16="http://schemas.microsoft.com/office/drawing/2014/main" id="{10D8D56C-5029-477E-EB51-AAF6D1DB1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3713" y="2093913"/>
          <a:ext cx="40957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64789" imgH="274320" progId="Equation.3">
                  <p:embed/>
                </p:oleObj>
              </mc:Choice>
              <mc:Fallback>
                <p:oleObj name="公式" r:id="rId4" imgW="464789" imgH="274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13713" y="2093913"/>
                        <a:ext cx="409575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4">
            <a:extLst>
              <a:ext uri="{FF2B5EF4-FFF2-40B4-BE49-F238E27FC236}">
                <a16:creationId xmlns:a16="http://schemas.microsoft.com/office/drawing/2014/main" id="{27D88C60-4202-F1E2-22E4-6F51A3B05C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2970213"/>
          <a:ext cx="431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03107" imgH="258858" progId="Equation.3">
                  <p:embed/>
                </p:oleObj>
              </mc:Choice>
              <mc:Fallback>
                <p:oleObj name="公式" r:id="rId6" imgW="503107" imgH="25885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77050" y="2970213"/>
                        <a:ext cx="431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Text Box 20">
            <a:extLst>
              <a:ext uri="{FF2B5EF4-FFF2-40B4-BE49-F238E27FC236}">
                <a16:creationId xmlns:a16="http://schemas.microsoft.com/office/drawing/2014/main" id="{3C2646AE-BA48-0B5A-D558-BF1821926EE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16144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一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基本概念</a:t>
            </a:r>
          </a:p>
        </p:txBody>
      </p:sp>
      <p:sp>
        <p:nvSpPr>
          <p:cNvPr id="51221" name="Text Box 21">
            <a:extLst>
              <a:ext uri="{FF2B5EF4-FFF2-40B4-BE49-F238E27FC236}">
                <a16:creationId xmlns:a16="http://schemas.microsoft.com/office/drawing/2014/main" id="{876E8BCF-7B19-54BC-DA06-25ADE223260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066800" y="3284538"/>
            <a:ext cx="419100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绝对参照系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sz="2400" i="1">
                <a:solidFill>
                  <a:schemeClr val="hlink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相对参照系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1222" name="Text Box 22">
            <a:extLst>
              <a:ext uri="{FF2B5EF4-FFF2-40B4-BE49-F238E27FC236}">
                <a16:creationId xmlns:a16="http://schemas.microsoft.com/office/drawing/2014/main" id="{0D0A8AC2-B17C-1B77-8DD0-A4A609FD1E1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362200" y="22050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研究对象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51223" name="Text Box 23">
            <a:extLst>
              <a:ext uri="{FF2B5EF4-FFF2-40B4-BE49-F238E27FC236}">
                <a16:creationId xmlns:a16="http://schemas.microsoft.com/office/drawing/2014/main" id="{E1A9E27E-ACB6-BE8B-369E-0D64B04837F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98621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三种运动</a:t>
            </a:r>
          </a:p>
        </p:txBody>
      </p:sp>
      <p:sp>
        <p:nvSpPr>
          <p:cNvPr id="51224" name="Text Box 24">
            <a:extLst>
              <a:ext uri="{FF2B5EF4-FFF2-40B4-BE49-F238E27FC236}">
                <a16:creationId xmlns:a16="http://schemas.microsoft.com/office/drawing/2014/main" id="{C41F111F-80E3-7516-68DC-500EFA32567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114425" y="4581525"/>
            <a:ext cx="3705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系相对于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系的位移：</a:t>
            </a:r>
          </a:p>
        </p:txBody>
      </p:sp>
      <p:graphicFrame>
        <p:nvGraphicFramePr>
          <p:cNvPr id="51225" name="Object 5">
            <a:extLst>
              <a:ext uri="{FF2B5EF4-FFF2-40B4-BE49-F238E27FC236}">
                <a16:creationId xmlns:a16="http://schemas.microsoft.com/office/drawing/2014/main" id="{3A333EE9-D249-8C22-E8F4-BEE03DFE22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665663"/>
          <a:ext cx="5492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3107" imgH="258858" progId="Equation.3">
                  <p:embed/>
                </p:oleObj>
              </mc:Choice>
              <mc:Fallback>
                <p:oleObj name="公式" r:id="rId8" imgW="503107" imgH="25885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24400" y="4665663"/>
                        <a:ext cx="5492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6" name="Text Box 26">
            <a:extLst>
              <a:ext uri="{FF2B5EF4-FFF2-40B4-BE49-F238E27FC236}">
                <a16:creationId xmlns:a16="http://schemas.microsoft.com/office/drawing/2014/main" id="{CBEA36CB-6526-DB58-2C2F-0FB7256590B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184275" y="5119688"/>
            <a:ext cx="3819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B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点相对于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系的位移：</a:t>
            </a:r>
          </a:p>
        </p:txBody>
      </p:sp>
      <p:graphicFrame>
        <p:nvGraphicFramePr>
          <p:cNvPr id="51227" name="Object 6">
            <a:extLst>
              <a:ext uri="{FF2B5EF4-FFF2-40B4-BE49-F238E27FC236}">
                <a16:creationId xmlns:a16="http://schemas.microsoft.com/office/drawing/2014/main" id="{28EC4939-C37D-C00E-44CE-03BBE397DF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0" y="5214938"/>
          <a:ext cx="5080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4789" imgH="274320" progId="Equation.3">
                  <p:embed/>
                </p:oleObj>
              </mc:Choice>
              <mc:Fallback>
                <p:oleObj name="公式" r:id="rId10" imgW="464789" imgH="274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62500" y="5214938"/>
                        <a:ext cx="5080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8" name="Text Box 28">
            <a:extLst>
              <a:ext uri="{FF2B5EF4-FFF2-40B4-BE49-F238E27FC236}">
                <a16:creationId xmlns:a16="http://schemas.microsoft.com/office/drawing/2014/main" id="{3B644A33-32F8-FEC0-F533-DA7A7186A44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104900" y="5648325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B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点相对于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系的位移：</a:t>
            </a:r>
          </a:p>
        </p:txBody>
      </p:sp>
      <p:graphicFrame>
        <p:nvGraphicFramePr>
          <p:cNvPr id="51229" name="Object 7">
            <a:extLst>
              <a:ext uri="{FF2B5EF4-FFF2-40B4-BE49-F238E27FC236}">
                <a16:creationId xmlns:a16="http://schemas.microsoft.com/office/drawing/2014/main" id="{6D7F7FF1-7D5D-BFAE-16FE-5C2ECB4162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5745163"/>
          <a:ext cx="4254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8651" imgH="243895" progId="Equation.3">
                  <p:embed/>
                </p:oleObj>
              </mc:Choice>
              <mc:Fallback>
                <p:oleObj name="公式" r:id="rId12" imgW="388651" imgH="2438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00600" y="5745163"/>
                        <a:ext cx="4254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0" name="Object 8">
            <a:extLst>
              <a:ext uri="{FF2B5EF4-FFF2-40B4-BE49-F238E27FC236}">
                <a16:creationId xmlns:a16="http://schemas.microsoft.com/office/drawing/2014/main" id="{950DFE8D-338D-2558-6FC9-B59516CAFF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293938"/>
          <a:ext cx="279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6376" imgH="243895" progId="Equation.3">
                  <p:embed/>
                </p:oleObj>
              </mc:Choice>
              <mc:Fallback>
                <p:oleObj name="Equation" r:id="rId14" imgW="236376" imgH="2438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33600" y="2293938"/>
                        <a:ext cx="279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1" name="Rectangle 31">
            <a:extLst>
              <a:ext uri="{FF2B5EF4-FFF2-40B4-BE49-F238E27FC236}">
                <a16:creationId xmlns:a16="http://schemas.microsoft.com/office/drawing/2014/main" id="{42395249-400B-8EDC-A0F2-8C600F7F996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293938" y="3986213"/>
            <a:ext cx="324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绝对、相对和牵连运动</a:t>
            </a:r>
          </a:p>
        </p:txBody>
      </p:sp>
      <p:sp>
        <p:nvSpPr>
          <p:cNvPr id="51232" name="Rectangle 32">
            <a:extLst>
              <a:ext uri="{FF2B5EF4-FFF2-40B4-BE49-F238E27FC236}">
                <a16:creationId xmlns:a16="http://schemas.microsoft.com/office/drawing/2014/main" id="{7341F6AF-EF8B-DBDC-A335-790427ED008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5650" y="2844800"/>
            <a:ext cx="453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二个参照系</a:t>
            </a:r>
            <a:r>
              <a:rPr kumimoji="1" lang="zh-CN" altLang="en-US">
                <a:solidFill>
                  <a:schemeClr val="accent1"/>
                </a:solidFill>
              </a:rPr>
              <a:t>（</a:t>
            </a:r>
            <a:r>
              <a:rPr kumimoji="1" lang="zh-CN" altLang="en-US">
                <a:solidFill>
                  <a:srgbClr val="CCFFFF"/>
                </a:solidFill>
              </a:rPr>
              <a:t>两参考系做相对平动</a:t>
            </a:r>
            <a:r>
              <a:rPr kumimoji="1" lang="zh-CN" altLang="en-US">
                <a:solidFill>
                  <a:schemeClr val="accent1"/>
                </a:solidFill>
              </a:rPr>
              <a:t>）</a:t>
            </a:r>
          </a:p>
        </p:txBody>
      </p:sp>
      <p:graphicFrame>
        <p:nvGraphicFramePr>
          <p:cNvPr id="51233" name="Object 9">
            <a:extLst>
              <a:ext uri="{FF2B5EF4-FFF2-40B4-BE49-F238E27FC236}">
                <a16:creationId xmlns:a16="http://schemas.microsoft.com/office/drawing/2014/main" id="{128F2A07-AC01-D5D4-54FF-7E61F839F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2349500"/>
          <a:ext cx="1936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058" imgH="274320" progId="Equation.3">
                  <p:embed/>
                </p:oleObj>
              </mc:Choice>
              <mc:Fallback>
                <p:oleObj name="Equation" r:id="rId16" imgW="198058" imgH="274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24525" y="2349500"/>
                        <a:ext cx="1936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4" name="Object 10">
            <a:extLst>
              <a:ext uri="{FF2B5EF4-FFF2-40B4-BE49-F238E27FC236}">
                <a16:creationId xmlns:a16="http://schemas.microsoft.com/office/drawing/2014/main" id="{E97FBD9A-47EF-BC93-0C99-870E856EBA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1050" y="3975100"/>
          <a:ext cx="2381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3840" imgH="274320" progId="Equation.3">
                  <p:embed/>
                </p:oleObj>
              </mc:Choice>
              <mc:Fallback>
                <p:oleObj name="公式" r:id="rId18" imgW="243840" imgH="2743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61050" y="3975100"/>
                        <a:ext cx="2381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5" name="Object 11">
            <a:extLst>
              <a:ext uri="{FF2B5EF4-FFF2-40B4-BE49-F238E27FC236}">
                <a16:creationId xmlns:a16="http://schemas.microsoft.com/office/drawing/2014/main" id="{B9172915-72FB-13F5-130A-293E2F475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406900"/>
          <a:ext cx="2381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3840" imgH="274320" progId="Equation.3">
                  <p:embed/>
                </p:oleObj>
              </mc:Choice>
              <mc:Fallback>
                <p:oleObj name="公式" r:id="rId20" imgW="243840" imgH="2743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508625" y="4406900"/>
                        <a:ext cx="2381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6" name="Object 12">
            <a:extLst>
              <a:ext uri="{FF2B5EF4-FFF2-40B4-BE49-F238E27FC236}">
                <a16:creationId xmlns:a16="http://schemas.microsoft.com/office/drawing/2014/main" id="{7AB2C155-EF6B-9EFA-95A1-53FB842C3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1989138"/>
          <a:ext cx="1936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8058" imgH="258858" progId="Equation.3">
                  <p:embed/>
                </p:oleObj>
              </mc:Choice>
              <mc:Fallback>
                <p:oleObj name="Equation" r:id="rId22" imgW="198058" imgH="25885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51500" y="1989138"/>
                        <a:ext cx="1936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7" name="Object 13">
            <a:extLst>
              <a:ext uri="{FF2B5EF4-FFF2-40B4-BE49-F238E27FC236}">
                <a16:creationId xmlns:a16="http://schemas.microsoft.com/office/drawing/2014/main" id="{278646DF-3F69-4966-B731-80F77A2B8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2650" y="4181475"/>
          <a:ext cx="1730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7702" imgH="183046" progId="Equation.3">
                  <p:embed/>
                </p:oleObj>
              </mc:Choice>
              <mc:Fallback>
                <p:oleObj name="Equation" r:id="rId24" imgW="167702" imgH="18304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502650" y="4181475"/>
                        <a:ext cx="1730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8" name="Object 14">
            <a:extLst>
              <a:ext uri="{FF2B5EF4-FFF2-40B4-BE49-F238E27FC236}">
                <a16:creationId xmlns:a16="http://schemas.microsoft.com/office/drawing/2014/main" id="{DB0D6B1F-0854-E651-F231-710702C18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420938"/>
          <a:ext cx="15398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4811" imgH="183046" progId="Equation.3">
                  <p:embed/>
                </p:oleObj>
              </mc:Choice>
              <mc:Fallback>
                <p:oleObj name="公式" r:id="rId26" imgW="144811" imgH="18304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64163" y="2420938"/>
                        <a:ext cx="15398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9" name="Line 39">
            <a:extLst>
              <a:ext uri="{FF2B5EF4-FFF2-40B4-BE49-F238E27FC236}">
                <a16:creationId xmlns:a16="http://schemas.microsoft.com/office/drawing/2014/main" id="{DF07EE18-7D97-937B-2065-7C96BE6AC413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7600950" y="1676400"/>
            <a:ext cx="3175" cy="1828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0" name="Line 40">
            <a:extLst>
              <a:ext uri="{FF2B5EF4-FFF2-40B4-BE49-F238E27FC236}">
                <a16:creationId xmlns:a16="http://schemas.microsoft.com/office/drawing/2014/main" id="{4E1D41F6-EED0-E7C9-6EA8-090329E4ED2E}"/>
              </a:ext>
            </a:extLst>
          </p:cNvPr>
          <p:cNvSpPr>
            <a:spLocks noChangeShapeType="1"/>
          </p:cNvSpPr>
          <p:nvPr/>
        </p:nvSpPr>
        <p:spPr bwMode="black">
          <a:xfrm>
            <a:off x="7600950" y="3505200"/>
            <a:ext cx="8604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41" name="Object 15">
            <a:extLst>
              <a:ext uri="{FF2B5EF4-FFF2-40B4-BE49-F238E27FC236}">
                <a16:creationId xmlns:a16="http://schemas.microsoft.com/office/drawing/2014/main" id="{5F38FCD3-ADC0-08FD-D951-A48786577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2163" y="4049713"/>
          <a:ext cx="18415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83129" imgH="236414" progId="Equation.3">
                  <p:embed/>
                </p:oleObj>
              </mc:Choice>
              <mc:Fallback>
                <p:oleObj name="公式" r:id="rId28" imgW="183129" imgH="23641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42163" y="4049713"/>
                        <a:ext cx="18415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2" name="Object 16">
            <a:extLst>
              <a:ext uri="{FF2B5EF4-FFF2-40B4-BE49-F238E27FC236}">
                <a16:creationId xmlns:a16="http://schemas.microsoft.com/office/drawing/2014/main" id="{15142852-2B85-F6AC-F179-01C49C85D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3163" y="2603500"/>
          <a:ext cx="227012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6376" imgH="243895" progId="Equation.3">
                  <p:embed/>
                </p:oleObj>
              </mc:Choice>
              <mc:Fallback>
                <p:oleObj name="Equation" r:id="rId30" imgW="236376" imgH="2438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53163" y="2603500"/>
                        <a:ext cx="227012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3" name="Object 17">
            <a:extLst>
              <a:ext uri="{FF2B5EF4-FFF2-40B4-BE49-F238E27FC236}">
                <a16:creationId xmlns:a16="http://schemas.microsoft.com/office/drawing/2014/main" id="{7E5A4B4C-0F6F-BA52-FF35-2946D7F159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2819400"/>
          <a:ext cx="227013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36376" imgH="258858" progId="Equation.3">
                  <p:embed/>
                </p:oleObj>
              </mc:Choice>
              <mc:Fallback>
                <p:oleObj name="Equation" r:id="rId32" imgW="236376" imgH="25885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00750" y="2819400"/>
                        <a:ext cx="227013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4" name="Object 18">
            <a:extLst>
              <a:ext uri="{FF2B5EF4-FFF2-40B4-BE49-F238E27FC236}">
                <a16:creationId xmlns:a16="http://schemas.microsoft.com/office/drawing/2014/main" id="{6306E508-5C03-48A4-E300-FD6370CDD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5388" y="3046413"/>
          <a:ext cx="261937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82158" imgH="258858" progId="Equation.3">
                  <p:embed/>
                </p:oleObj>
              </mc:Choice>
              <mc:Fallback>
                <p:oleObj name="Equation" r:id="rId34" imgW="282158" imgH="25885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75388" y="3046413"/>
                        <a:ext cx="261937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5" name="Object 19">
            <a:extLst>
              <a:ext uri="{FF2B5EF4-FFF2-40B4-BE49-F238E27FC236}">
                <a16:creationId xmlns:a16="http://schemas.microsoft.com/office/drawing/2014/main" id="{6B6B9584-173C-57DF-A70E-0621DA844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1788" y="2513013"/>
          <a:ext cx="261937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82158" imgH="258858" progId="Equation.3">
                  <p:embed/>
                </p:oleObj>
              </mc:Choice>
              <mc:Fallback>
                <p:oleObj name="Equation" r:id="rId36" imgW="282158" imgH="25885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51788" y="2513013"/>
                        <a:ext cx="261937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6" name="Object 20">
            <a:extLst>
              <a:ext uri="{FF2B5EF4-FFF2-40B4-BE49-F238E27FC236}">
                <a16:creationId xmlns:a16="http://schemas.microsoft.com/office/drawing/2014/main" id="{4CA90FA8-AB1E-4A01-72A8-F2C0F616B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1963" y="1460500"/>
          <a:ext cx="227012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36376" imgH="243895" progId="Equation.3">
                  <p:embed/>
                </p:oleObj>
              </mc:Choice>
              <mc:Fallback>
                <p:oleObj name="Equation" r:id="rId38" imgW="236376" imgH="24389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81963" y="1460500"/>
                        <a:ext cx="227012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21">
            <a:extLst>
              <a:ext uri="{FF2B5EF4-FFF2-40B4-BE49-F238E27FC236}">
                <a16:creationId xmlns:a16="http://schemas.microsoft.com/office/drawing/2014/main" id="{0A8A092D-2580-97B5-4B26-41C85994D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0563" y="1539875"/>
          <a:ext cx="227012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36376" imgH="243895" progId="Equation.3">
                  <p:embed/>
                </p:oleObj>
              </mc:Choice>
              <mc:Fallback>
                <p:oleObj name="Equation" r:id="rId40" imgW="236376" imgH="2438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10563" y="1539875"/>
                        <a:ext cx="227012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8" name="Rectangle 48">
            <a:extLst>
              <a:ext uri="{FF2B5EF4-FFF2-40B4-BE49-F238E27FC236}">
                <a16:creationId xmlns:a16="http://schemas.microsoft.com/office/drawing/2014/main" id="{4A174945-23C2-EF72-D9D2-0929EAE2E16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5650" y="220503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一个动点</a:t>
            </a:r>
          </a:p>
        </p:txBody>
      </p:sp>
      <p:sp>
        <p:nvSpPr>
          <p:cNvPr id="51249" name="Rectangle 49">
            <a:extLst>
              <a:ext uri="{FF2B5EF4-FFF2-40B4-BE49-F238E27FC236}">
                <a16:creationId xmlns:a16="http://schemas.microsoft.com/office/drawing/2014/main" id="{B8036AE3-EF90-5B76-BF8F-5B7F043181B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38763" y="4640263"/>
            <a:ext cx="1868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—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牵连位移</a:t>
            </a:r>
          </a:p>
        </p:txBody>
      </p:sp>
      <p:sp>
        <p:nvSpPr>
          <p:cNvPr id="51250" name="Rectangle 50">
            <a:extLst>
              <a:ext uri="{FF2B5EF4-FFF2-40B4-BE49-F238E27FC236}">
                <a16:creationId xmlns:a16="http://schemas.microsoft.com/office/drawing/2014/main" id="{FDA871C1-F8D4-BCFC-65D9-79E9303144B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73688" y="5145088"/>
            <a:ext cx="1868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—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相对位移</a:t>
            </a:r>
          </a:p>
        </p:txBody>
      </p:sp>
      <p:sp>
        <p:nvSpPr>
          <p:cNvPr id="51251" name="Rectangle 51">
            <a:extLst>
              <a:ext uri="{FF2B5EF4-FFF2-40B4-BE49-F238E27FC236}">
                <a16:creationId xmlns:a16="http://schemas.microsoft.com/office/drawing/2014/main" id="{81F1DA9A-5DBC-70E8-9B09-3E072F2076E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38763" y="5648325"/>
            <a:ext cx="1868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—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绝对位移</a:t>
            </a:r>
          </a:p>
        </p:txBody>
      </p:sp>
      <p:sp>
        <p:nvSpPr>
          <p:cNvPr id="51252" name="Line 52">
            <a:extLst>
              <a:ext uri="{FF2B5EF4-FFF2-40B4-BE49-F238E27FC236}">
                <a16:creationId xmlns:a16="http://schemas.microsoft.com/office/drawing/2014/main" id="{72FD22E4-D6B7-B0B1-71A2-93D7D972866B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6038850" y="3048000"/>
            <a:ext cx="228600" cy="8382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253" name="Line 53">
            <a:extLst>
              <a:ext uri="{FF2B5EF4-FFF2-40B4-BE49-F238E27FC236}">
                <a16:creationId xmlns:a16="http://schemas.microsoft.com/office/drawing/2014/main" id="{8F8F7D6F-7B40-DD87-9911-D7440C08FC29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629525" y="2667000"/>
            <a:ext cx="228600" cy="8382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254" name="Line 54">
            <a:extLst>
              <a:ext uri="{FF2B5EF4-FFF2-40B4-BE49-F238E27FC236}">
                <a16:creationId xmlns:a16="http://schemas.microsoft.com/office/drawing/2014/main" id="{4B91DC5A-A70C-033C-F43D-503E9E16AB81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5657850" y="3048000"/>
            <a:ext cx="609600" cy="1295400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255" name="Line 55">
            <a:extLst>
              <a:ext uri="{FF2B5EF4-FFF2-40B4-BE49-F238E27FC236}">
                <a16:creationId xmlns:a16="http://schemas.microsoft.com/office/drawing/2014/main" id="{B6F89E2F-723E-C647-4C95-5CB4E28574AB}"/>
              </a:ext>
            </a:extLst>
          </p:cNvPr>
          <p:cNvSpPr>
            <a:spLocks noChangeShapeType="1"/>
          </p:cNvSpPr>
          <p:nvPr/>
        </p:nvSpPr>
        <p:spPr bwMode="black">
          <a:xfrm rot="21378022" flipV="1">
            <a:off x="6032500" y="3571875"/>
            <a:ext cx="1563688" cy="290513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56" name="Object 22">
            <a:extLst>
              <a:ext uri="{FF2B5EF4-FFF2-40B4-BE49-F238E27FC236}">
                <a16:creationId xmlns:a16="http://schemas.microsoft.com/office/drawing/2014/main" id="{479D6B0D-CCC8-1FDF-FF7A-9F7497D00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6237288"/>
          <a:ext cx="2463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2415509" imgH="281801" progId="Equation.3">
                  <p:embed/>
                </p:oleObj>
              </mc:Choice>
              <mc:Fallback>
                <p:oleObj name="公式" r:id="rId42" imgW="2415509" imgH="2818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32138" y="6237288"/>
                        <a:ext cx="2463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51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51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51211" grpId="0" animBg="1"/>
      <p:bldP spid="51212" grpId="0" animBg="1"/>
      <p:bldP spid="51215" grpId="0" autoUpdateAnimBg="0"/>
      <p:bldP spid="51216" grpId="0" animBg="1"/>
      <p:bldP spid="51220" grpId="0" autoUpdateAnimBg="0"/>
      <p:bldP spid="51221" grpId="0" autoUpdateAnimBg="0"/>
      <p:bldP spid="51222" grpId="0" autoUpdateAnimBg="0"/>
      <p:bldP spid="51223" grpId="0" autoUpdateAnimBg="0"/>
      <p:bldP spid="51224" grpId="0" autoUpdateAnimBg="0"/>
      <p:bldP spid="51226" grpId="0" autoUpdateAnimBg="0"/>
      <p:bldP spid="51228" grpId="0" autoUpdateAnimBg="0"/>
      <p:bldP spid="51231" grpId="0" autoUpdateAnimBg="0"/>
      <p:bldP spid="51232" grpId="0" autoUpdateAnimBg="0"/>
      <p:bldP spid="51248" grpId="0" autoUpdateAnimBg="0"/>
      <p:bldP spid="51249" grpId="0" autoUpdateAnimBg="0"/>
      <p:bldP spid="51250" grpId="0" autoUpdateAnimBg="0"/>
      <p:bldP spid="5125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>
            <a:extLst>
              <a:ext uri="{FF2B5EF4-FFF2-40B4-BE49-F238E27FC236}">
                <a16:creationId xmlns:a16="http://schemas.microsoft.com/office/drawing/2014/main" id="{19CEFD31-6ECF-6418-144A-89D3EF532DE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938" y="115888"/>
            <a:ext cx="6629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+mj-ea"/>
                <a:ea typeface="+mj-ea"/>
              </a:rPr>
              <a:t>二</a:t>
            </a:r>
            <a:r>
              <a:rPr lang="en-US" altLang="zh-CN" sz="2400" dirty="0">
                <a:latin typeface="+mj-ea"/>
                <a:ea typeface="+mj-ea"/>
              </a:rPr>
              <a:t>. </a:t>
            </a:r>
            <a:r>
              <a:rPr lang="zh-CN" altLang="en-US" sz="2400" dirty="0">
                <a:latin typeface="+mj-ea"/>
                <a:ea typeface="+mj-ea"/>
              </a:rPr>
              <a:t>速度变换定理   加速度变换定理</a:t>
            </a:r>
          </a:p>
        </p:txBody>
      </p:sp>
      <p:sp>
        <p:nvSpPr>
          <p:cNvPr id="212995" name="Text Box 3">
            <a:extLst>
              <a:ext uri="{FF2B5EF4-FFF2-40B4-BE49-F238E27FC236}">
                <a16:creationId xmlns:a16="http://schemas.microsoft.com/office/drawing/2014/main" id="{3FD9108E-CF4A-3E06-FBDD-ED00575F68B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14313" y="571500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66FFFF"/>
                </a:solidFill>
                <a:latin typeface="+mj-ea"/>
                <a:ea typeface="+mj-ea"/>
              </a:rPr>
              <a:t>1. </a:t>
            </a:r>
            <a:r>
              <a:rPr lang="zh-CN" altLang="en-US" sz="2400">
                <a:solidFill>
                  <a:srgbClr val="66FFFF"/>
                </a:solidFill>
                <a:latin typeface="+mj-ea"/>
                <a:ea typeface="+mj-ea"/>
              </a:rPr>
              <a:t>速度变换</a:t>
            </a:r>
          </a:p>
        </p:txBody>
      </p:sp>
      <p:graphicFrame>
        <p:nvGraphicFramePr>
          <p:cNvPr id="212996" name="Object 2">
            <a:extLst>
              <a:ext uri="{FF2B5EF4-FFF2-40B4-BE49-F238E27FC236}">
                <a16:creationId xmlns:a16="http://schemas.microsoft.com/office/drawing/2014/main" id="{5E803BA6-E6B2-119C-6583-20D07DF677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928688"/>
          <a:ext cx="43402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12982" imgH="777074" progId="Equation.3">
                  <p:embed/>
                </p:oleObj>
              </mc:Choice>
              <mc:Fallback>
                <p:oleObj name="公式" r:id="rId2" imgW="4312982" imgH="77707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2938" y="928688"/>
                        <a:ext cx="43402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3">
            <a:extLst>
              <a:ext uri="{FF2B5EF4-FFF2-40B4-BE49-F238E27FC236}">
                <a16:creationId xmlns:a16="http://schemas.microsoft.com/office/drawing/2014/main" id="{B1AD901F-BCCA-1ACC-C04D-2873800F3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1785938"/>
          <a:ext cx="38227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79520" imgH="777074" progId="Equation.3">
                  <p:embed/>
                </p:oleObj>
              </mc:Choice>
              <mc:Fallback>
                <p:oleObj name="公式" r:id="rId4" imgW="3779520" imgH="7770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14438" y="1785938"/>
                        <a:ext cx="38227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4">
            <a:extLst>
              <a:ext uri="{FF2B5EF4-FFF2-40B4-BE49-F238E27FC236}">
                <a16:creationId xmlns:a16="http://schemas.microsoft.com/office/drawing/2014/main" id="{55873891-1876-509F-93A2-909361449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357563"/>
          <a:ext cx="6365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55267" imgH="426942" progId="Equation.3">
                  <p:embed/>
                </p:oleObj>
              </mc:Choice>
              <mc:Fallback>
                <p:oleObj name="Equation" r:id="rId6" imgW="6355267" imgH="42694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71550" y="3357563"/>
                        <a:ext cx="63658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5">
            <a:extLst>
              <a:ext uri="{FF2B5EF4-FFF2-40B4-BE49-F238E27FC236}">
                <a16:creationId xmlns:a16="http://schemas.microsoft.com/office/drawing/2014/main" id="{0FAA1D56-EFD1-37A0-3E23-A737A2E478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706688"/>
          <a:ext cx="33131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97280" imgH="198009" progId="Equation.3">
                  <p:embed/>
                </p:oleObj>
              </mc:Choice>
              <mc:Fallback>
                <p:oleObj name="公式" r:id="rId8" imgW="1097280" imgH="19800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42988" y="2706688"/>
                        <a:ext cx="3313112" cy="542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6">
            <a:extLst>
              <a:ext uri="{FF2B5EF4-FFF2-40B4-BE49-F238E27FC236}">
                <a16:creationId xmlns:a16="http://schemas.microsoft.com/office/drawing/2014/main" id="{4200E588-436C-85DC-ABCA-36DBAC439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1050925"/>
          <a:ext cx="19653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5293" imgH="639914" progId="Equation.3">
                  <p:embed/>
                </p:oleObj>
              </mc:Choice>
              <mc:Fallback>
                <p:oleObj name="Equation" r:id="rId10" imgW="1935293" imgH="6399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51500" y="1050925"/>
                        <a:ext cx="19653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1" name="Object 7">
            <a:extLst>
              <a:ext uri="{FF2B5EF4-FFF2-40B4-BE49-F238E27FC236}">
                <a16:creationId xmlns:a16="http://schemas.microsoft.com/office/drawing/2014/main" id="{C863819E-7B5B-D54C-B22E-B1ABA770CB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292600"/>
          <a:ext cx="75993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50913" imgH="358112" progId="Equation.3">
                  <p:embed/>
                </p:oleObj>
              </mc:Choice>
              <mc:Fallback>
                <p:oleObj name="公式" r:id="rId12" imgW="2750913" imgH="358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5650" y="4292600"/>
                        <a:ext cx="7599363" cy="939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2" name="Text Box 10">
            <a:extLst>
              <a:ext uri="{FF2B5EF4-FFF2-40B4-BE49-F238E27FC236}">
                <a16:creationId xmlns:a16="http://schemas.microsoft.com/office/drawing/2014/main" id="{C991AFA4-748A-8B95-A93A-477D77CFDA2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5288" y="3787775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66FFFF"/>
                </a:solidFill>
                <a:latin typeface="+mj-ea"/>
                <a:ea typeface="+mj-ea"/>
              </a:rPr>
              <a:t>2. </a:t>
            </a:r>
            <a:r>
              <a:rPr lang="zh-CN" altLang="en-US" sz="2400">
                <a:solidFill>
                  <a:srgbClr val="66FFFF"/>
                </a:solidFill>
                <a:latin typeface="+mj-ea"/>
                <a:ea typeface="+mj-ea"/>
              </a:rPr>
              <a:t>加速度变换</a:t>
            </a:r>
          </a:p>
        </p:txBody>
      </p:sp>
      <p:sp>
        <p:nvSpPr>
          <p:cNvPr id="213003" name="Text Box 11">
            <a:extLst>
              <a:ext uri="{FF2B5EF4-FFF2-40B4-BE49-F238E27FC236}">
                <a16:creationId xmlns:a16="http://schemas.microsoft.com/office/drawing/2014/main" id="{18B64E98-719E-A7CF-99F5-4F398D0D7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79713"/>
            <a:ext cx="388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solidFill>
                  <a:srgbClr val="FFFF99"/>
                </a:solidFill>
                <a:latin typeface="+mj-ea"/>
                <a:ea typeface="+mj-ea"/>
              </a:rPr>
              <a:t>—— </a:t>
            </a:r>
            <a:r>
              <a:rPr lang="zh-CN" altLang="en-US" sz="2400" dirty="0">
                <a:solidFill>
                  <a:srgbClr val="FFFF99"/>
                </a:solidFill>
                <a:latin typeface="+mj-ea"/>
                <a:ea typeface="+mj-ea"/>
              </a:rPr>
              <a:t>伽利略速度变换定理</a:t>
            </a:r>
            <a:endParaRPr lang="zh-CN" altLang="en-US" sz="2400" b="0" dirty="0">
              <a:solidFill>
                <a:srgbClr val="FFFF99"/>
              </a:solidFill>
              <a:latin typeface="+mj-ea"/>
              <a:ea typeface="+mj-ea"/>
            </a:endParaRPr>
          </a:p>
        </p:txBody>
      </p:sp>
      <p:sp>
        <p:nvSpPr>
          <p:cNvPr id="213004" name="Rectangle 12">
            <a:extLst>
              <a:ext uri="{FF2B5EF4-FFF2-40B4-BE49-F238E27FC236}">
                <a16:creationId xmlns:a16="http://schemas.microsoft.com/office/drawing/2014/main" id="{B7B80909-0443-8574-C44D-E2BBE2F93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73688"/>
            <a:ext cx="84597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注意：</a:t>
            </a:r>
            <a:r>
              <a:rPr lang="en-US" altLang="zh-CN" sz="2400" dirty="0">
                <a:solidFill>
                  <a:schemeClr val="hlink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、速度，加速度合成公式的矢量性。</a:t>
            </a:r>
          </a:p>
        </p:txBody>
      </p:sp>
      <p:sp>
        <p:nvSpPr>
          <p:cNvPr id="213005" name="Rectangle 13">
            <a:extLst>
              <a:ext uri="{FF2B5EF4-FFF2-40B4-BE49-F238E27FC236}">
                <a16:creationId xmlns:a16="http://schemas.microsoft.com/office/drawing/2014/main" id="{164C4B0E-D360-CB57-B7F6-2D4A7FC34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805488"/>
            <a:ext cx="89995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solidFill>
                  <a:schemeClr val="hlink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、速度合成公式适用于任何形式的牵连运动（平动、转动）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加速度合成公式只对牵连运动为平动时成立，转动情况较复杂。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3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5" grpId="0" autoUpdateAnimBg="0"/>
      <p:bldP spid="213002" grpId="0" autoUpdateAnimBg="0"/>
      <p:bldP spid="213003" grpId="0" autoUpdateAnimBg="0"/>
      <p:bldP spid="213004" grpId="0" build="p" autoUpdateAnimBg="0"/>
      <p:bldP spid="21300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">
            <a:extLst>
              <a:ext uri="{FF2B5EF4-FFF2-40B4-BE49-F238E27FC236}">
                <a16:creationId xmlns:a16="http://schemas.microsoft.com/office/drawing/2014/main" id="{77197CB7-5D2D-6876-805C-988064A2C2D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00063" y="504825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三、相对运动 </a:t>
            </a:r>
          </a:p>
        </p:txBody>
      </p:sp>
      <p:sp>
        <p:nvSpPr>
          <p:cNvPr id="9219" name="Line 8">
            <a:extLst>
              <a:ext uri="{FF2B5EF4-FFF2-40B4-BE49-F238E27FC236}">
                <a16:creationId xmlns:a16="http://schemas.microsoft.com/office/drawing/2014/main" id="{6DB1F61A-9643-8746-84C8-D856866A4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263" y="2990850"/>
            <a:ext cx="3352800" cy="1588"/>
          </a:xfrm>
          <a:prstGeom prst="line">
            <a:avLst/>
          </a:prstGeom>
          <a:noFill/>
          <a:ln w="28575" cap="sq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Line 9">
            <a:extLst>
              <a:ext uri="{FF2B5EF4-FFF2-40B4-BE49-F238E27FC236}">
                <a16:creationId xmlns:a16="http://schemas.microsoft.com/office/drawing/2014/main" id="{3AF4B71B-63B3-799F-97F7-0CE626F291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9263" y="323850"/>
            <a:ext cx="1587" cy="2667000"/>
          </a:xfrm>
          <a:prstGeom prst="line">
            <a:avLst/>
          </a:prstGeom>
          <a:noFill/>
          <a:ln w="28575" cap="sq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Line 10">
            <a:extLst>
              <a:ext uri="{FF2B5EF4-FFF2-40B4-BE49-F238E27FC236}">
                <a16:creationId xmlns:a16="http://schemas.microsoft.com/office/drawing/2014/main" id="{1400CFE4-F1EA-33ED-1F86-265BDC4F3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457450"/>
            <a:ext cx="2362200" cy="1588"/>
          </a:xfrm>
          <a:prstGeom prst="line">
            <a:avLst/>
          </a:prstGeom>
          <a:noFill/>
          <a:ln w="28575" cap="sq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Line 11">
            <a:extLst>
              <a:ext uri="{FF2B5EF4-FFF2-40B4-BE49-F238E27FC236}">
                <a16:creationId xmlns:a16="http://schemas.microsoft.com/office/drawing/2014/main" id="{91CAF168-E466-027F-2A89-4F1C77827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3663" y="476250"/>
            <a:ext cx="1587" cy="1981200"/>
          </a:xfrm>
          <a:prstGeom prst="line">
            <a:avLst/>
          </a:prstGeom>
          <a:noFill/>
          <a:ln w="28575" cap="sq">
            <a:solidFill>
              <a:srgbClr val="FF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Oval 12">
            <a:extLst>
              <a:ext uri="{FF2B5EF4-FFF2-40B4-BE49-F238E27FC236}">
                <a16:creationId xmlns:a16="http://schemas.microsoft.com/office/drawing/2014/main" id="{624F6CBF-5069-33DD-1A00-916C6C783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863" y="742950"/>
            <a:ext cx="76200" cy="762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E54A499C-1F19-B21E-C5FD-E6E7D0D2A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9263" y="2457450"/>
            <a:ext cx="914400" cy="53340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70561E61-0EA1-C078-1939-614884CFA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9263" y="781050"/>
            <a:ext cx="1524000" cy="2209800"/>
          </a:xfrm>
          <a:prstGeom prst="line">
            <a:avLst/>
          </a:prstGeom>
          <a:noFill/>
          <a:ln w="34925" cap="sq">
            <a:solidFill>
              <a:srgbClr val="00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48A4FF74-BDFB-8795-FDC6-8A77A7615D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3663" y="785813"/>
            <a:ext cx="628650" cy="1671637"/>
          </a:xfrm>
          <a:prstGeom prst="line">
            <a:avLst/>
          </a:prstGeom>
          <a:noFill/>
          <a:ln w="34925" cap="sq">
            <a:solidFill>
              <a:srgbClr val="00FF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2997" name="Object 3">
            <a:extLst>
              <a:ext uri="{FF2B5EF4-FFF2-40B4-BE49-F238E27FC236}">
                <a16:creationId xmlns:a16="http://schemas.microsoft.com/office/drawing/2014/main" id="{BB77651B-2DDB-74D3-E745-CDC668BAA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1571625"/>
          <a:ext cx="34972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81853" imgH="205989" progId="Equation.3">
                  <p:embed/>
                </p:oleObj>
              </mc:Choice>
              <mc:Fallback>
                <p:oleObj name="公式" r:id="rId2" imgW="1081853" imgH="20598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2938" y="1571625"/>
                        <a:ext cx="349726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44783415-0078-B83D-6DB7-E405703DC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" y="3552825"/>
          <a:ext cx="4540250" cy="214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396" imgH="678319" progId="Equation.DSMT4">
                  <p:embed/>
                </p:oleObj>
              </mc:Choice>
              <mc:Fallback>
                <p:oleObj name="Equation" r:id="rId4" imgW="1493396" imgH="67831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90550" y="3552825"/>
                        <a:ext cx="4540250" cy="214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5">
            <a:extLst>
              <a:ext uri="{FF2B5EF4-FFF2-40B4-BE49-F238E27FC236}">
                <a16:creationId xmlns:a16="http://schemas.microsoft.com/office/drawing/2014/main" id="{8B9AAE3F-474E-5AE8-C211-226928B3C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9188" y="285750"/>
          <a:ext cx="4683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564" imgH="121698" progId="Equation.3">
                  <p:embed/>
                </p:oleObj>
              </mc:Choice>
              <mc:Fallback>
                <p:oleObj name="Equation" r:id="rId6" imgW="91564" imgH="1216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285750"/>
                        <a:ext cx="4683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26">
            <a:extLst>
              <a:ext uri="{FF2B5EF4-FFF2-40B4-BE49-F238E27FC236}">
                <a16:creationId xmlns:a16="http://schemas.microsoft.com/office/drawing/2014/main" id="{7E0C0229-A398-E309-B022-542C03CA9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6450" y="150813"/>
          <a:ext cx="5540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1920" imgH="160103" progId="Equation.3">
                  <p:embed/>
                </p:oleObj>
              </mc:Choice>
              <mc:Fallback>
                <p:oleObj name="公式" r:id="rId8" imgW="121920" imgH="16010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150813"/>
                        <a:ext cx="5540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27">
            <a:extLst>
              <a:ext uri="{FF2B5EF4-FFF2-40B4-BE49-F238E27FC236}">
                <a16:creationId xmlns:a16="http://schemas.microsoft.com/office/drawing/2014/main" id="{A43AD4D4-A960-FF60-E1C1-85516A02E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9625" y="2557463"/>
          <a:ext cx="4270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602" imgH="83792" progId="Equation.3">
                  <p:embed/>
                </p:oleObj>
              </mc:Choice>
              <mc:Fallback>
                <p:oleObj name="公式" r:id="rId10" imgW="83602" imgH="83792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5" y="2557463"/>
                        <a:ext cx="4270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2" name="Object 28">
            <a:extLst>
              <a:ext uri="{FF2B5EF4-FFF2-40B4-BE49-F238E27FC236}">
                <a16:creationId xmlns:a16="http://schemas.microsoft.com/office/drawing/2014/main" id="{9A85804F-21E6-9A3D-8CF6-85DBED41A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9625" y="1849438"/>
          <a:ext cx="5540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920" imgH="121698" progId="Equation.3">
                  <p:embed/>
                </p:oleObj>
              </mc:Choice>
              <mc:Fallback>
                <p:oleObj name="公式" r:id="rId12" imgW="121920" imgH="121698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25" y="1849438"/>
                        <a:ext cx="5540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29">
            <a:extLst>
              <a:ext uri="{FF2B5EF4-FFF2-40B4-BE49-F238E27FC236}">
                <a16:creationId xmlns:a16="http://schemas.microsoft.com/office/drawing/2014/main" id="{ECC8F208-62B7-3E11-54E0-90360F573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0" y="2357438"/>
          <a:ext cx="511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6493" imgH="129679" progId="Equation.3">
                  <p:embed/>
                </p:oleObj>
              </mc:Choice>
              <mc:Fallback>
                <p:oleObj name="公式" r:id="rId14" imgW="106493" imgH="12967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357438"/>
                        <a:ext cx="5111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30">
            <a:extLst>
              <a:ext uri="{FF2B5EF4-FFF2-40B4-BE49-F238E27FC236}">
                <a16:creationId xmlns:a16="http://schemas.microsoft.com/office/drawing/2014/main" id="{471C7E49-DB50-1AB9-C93B-7E188C387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2928938"/>
          <a:ext cx="4286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3602" imgH="91274" progId="Equation.3">
                  <p:embed/>
                </p:oleObj>
              </mc:Choice>
              <mc:Fallback>
                <p:oleObj name="公式" r:id="rId16" imgW="83602" imgH="91274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928938"/>
                        <a:ext cx="4286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1">
            <a:extLst>
              <a:ext uri="{FF2B5EF4-FFF2-40B4-BE49-F238E27FC236}">
                <a16:creationId xmlns:a16="http://schemas.microsoft.com/office/drawing/2014/main" id="{EFFEA2CC-79C7-88A7-2783-33748FBB48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3563" y="1285875"/>
          <a:ext cx="746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6376" imgH="198009" progId="Equation.3">
                  <p:embed/>
                </p:oleObj>
              </mc:Choice>
              <mc:Fallback>
                <p:oleObj name="公式" r:id="rId18" imgW="236376" imgH="19800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43563" y="1285875"/>
                        <a:ext cx="746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2">
            <a:extLst>
              <a:ext uri="{FF2B5EF4-FFF2-40B4-BE49-F238E27FC236}">
                <a16:creationId xmlns:a16="http://schemas.microsoft.com/office/drawing/2014/main" id="{1A0C57F6-C828-40EC-774D-4F8B426926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9300" y="2571750"/>
          <a:ext cx="9429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9267" imgH="205989" progId="Equation.3">
                  <p:embed/>
                </p:oleObj>
              </mc:Choice>
              <mc:Fallback>
                <p:oleObj name="公式" r:id="rId20" imgW="259267" imgH="20598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29300" y="2571750"/>
                        <a:ext cx="9429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4">
            <a:extLst>
              <a:ext uri="{FF2B5EF4-FFF2-40B4-BE49-F238E27FC236}">
                <a16:creationId xmlns:a16="http://schemas.microsoft.com/office/drawing/2014/main" id="{AF2E091E-3416-2D52-2687-9250FB36D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1357313"/>
          <a:ext cx="9826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74196" imgH="205989" progId="Equation.3">
                  <p:embed/>
                </p:oleObj>
              </mc:Choice>
              <mc:Fallback>
                <p:oleObj name="公式" r:id="rId22" imgW="274196" imgH="20598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86563" y="1357313"/>
                        <a:ext cx="9826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35">
            <a:extLst>
              <a:ext uri="{FF2B5EF4-FFF2-40B4-BE49-F238E27FC236}">
                <a16:creationId xmlns:a16="http://schemas.microsoft.com/office/drawing/2014/main" id="{DB5554D5-55DB-3BA6-7F66-1B56B3B32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428625"/>
          <a:ext cx="4683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1564" imgH="121698" progId="Equation.3">
                  <p:embed/>
                </p:oleObj>
              </mc:Choice>
              <mc:Fallback>
                <p:oleObj name="公式" r:id="rId24" imgW="91564" imgH="12169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428625"/>
                        <a:ext cx="4683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0" name="Rectangle 30">
            <a:extLst>
              <a:ext uri="{FF2B5EF4-FFF2-40B4-BE49-F238E27FC236}">
                <a16:creationId xmlns:a16="http://schemas.microsoft.com/office/drawing/2014/main" id="{7C7E9A8A-AC05-DD7C-FCE0-6F614259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34400" cy="13477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FFFF66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FFFF66"/>
                </a:solidFill>
                <a:latin typeface="+mj-ea"/>
                <a:ea typeface="+mj-ea"/>
              </a:rPr>
              <a:t>1    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一艘轮船在水上以相对于水的速度      航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行，水流速度为     ，一人相对于甲板以速度     行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走。如人相对于岸静止，   、    和      的关系怎样？</a:t>
            </a:r>
          </a:p>
        </p:txBody>
      </p:sp>
      <p:sp>
        <p:nvSpPr>
          <p:cNvPr id="224293" name="Rectangle 37">
            <a:extLst>
              <a:ext uri="{FF2B5EF4-FFF2-40B4-BE49-F238E27FC236}">
                <a16:creationId xmlns:a16="http://schemas.microsoft.com/office/drawing/2014/main" id="{309BFF6B-47BC-38B9-C0E0-45957853E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785938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FF66"/>
                </a:solidFill>
              </a:rPr>
              <a:t>解：</a:t>
            </a:r>
          </a:p>
        </p:txBody>
      </p:sp>
      <p:sp>
        <p:nvSpPr>
          <p:cNvPr id="224294" name="Rectangle 38">
            <a:extLst>
              <a:ext uri="{FF2B5EF4-FFF2-40B4-BE49-F238E27FC236}">
                <a16:creationId xmlns:a16="http://schemas.microsoft.com/office/drawing/2014/main" id="{740988BD-3D0C-A372-0816-28A13AC06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773238"/>
            <a:ext cx="172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FF66"/>
                </a:solidFill>
              </a:rPr>
              <a:t>本题涉及：</a:t>
            </a:r>
          </a:p>
        </p:txBody>
      </p:sp>
      <p:sp>
        <p:nvSpPr>
          <p:cNvPr id="224295" name="Rectangle 39">
            <a:extLst>
              <a:ext uri="{FF2B5EF4-FFF2-40B4-BE49-F238E27FC236}">
                <a16:creationId xmlns:a16="http://schemas.microsoft.com/office/drawing/2014/main" id="{BD3312ED-CF0D-2666-6EC9-4FCA69561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1844675"/>
            <a:ext cx="2954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岸、水、船、船上人</a:t>
            </a:r>
          </a:p>
        </p:txBody>
      </p:sp>
      <p:sp>
        <p:nvSpPr>
          <p:cNvPr id="224303" name="Rectangle 47">
            <a:extLst>
              <a:ext uri="{FF2B5EF4-FFF2-40B4-BE49-F238E27FC236}">
                <a16:creationId xmlns:a16="http://schemas.microsoft.com/office/drawing/2014/main" id="{7389773B-4047-6F18-6447-C7A1EA09D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60213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FF66"/>
                </a:solidFill>
              </a:rPr>
              <a:t>结果：</a:t>
            </a:r>
          </a:p>
        </p:txBody>
      </p:sp>
      <p:sp>
        <p:nvSpPr>
          <p:cNvPr id="224305" name="Rectangle 49">
            <a:extLst>
              <a:ext uri="{FF2B5EF4-FFF2-40B4-BE49-F238E27FC236}">
                <a16:creationId xmlns:a16="http://schemas.microsoft.com/office/drawing/2014/main" id="{1E4C2E1E-7AB7-B7F3-9EAD-67739902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08275"/>
            <a:ext cx="3878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FF66"/>
                </a:solidFill>
              </a:rPr>
              <a:t>岸、水、船，以</a:t>
            </a:r>
            <a:r>
              <a:rPr lang="zh-CN" altLang="en-US" sz="2400">
                <a:solidFill>
                  <a:srgbClr val="66FFFF"/>
                </a:solidFill>
              </a:rPr>
              <a:t>船为动点</a:t>
            </a:r>
            <a:r>
              <a:rPr lang="zh-CN" altLang="en-US" sz="2400">
                <a:solidFill>
                  <a:srgbClr val="FFFF66"/>
                </a:solidFill>
              </a:rPr>
              <a:t>：</a:t>
            </a:r>
          </a:p>
        </p:txBody>
      </p:sp>
      <p:sp>
        <p:nvSpPr>
          <p:cNvPr id="224306" name="Rectangle 50">
            <a:extLst>
              <a:ext uri="{FF2B5EF4-FFF2-40B4-BE49-F238E27FC236}">
                <a16:creationId xmlns:a16="http://schemas.microsoft.com/office/drawing/2014/main" id="{70CBA08D-7CDE-6827-E9A1-95238C326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3384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FF66"/>
                </a:solidFill>
              </a:rPr>
              <a:t>岸、船、船上人，以</a:t>
            </a:r>
            <a:r>
              <a:rPr lang="zh-CN" altLang="en-US" sz="2400">
                <a:solidFill>
                  <a:schemeClr val="accent1"/>
                </a:solidFill>
              </a:rPr>
              <a:t>人为动点</a:t>
            </a:r>
            <a:r>
              <a:rPr lang="zh-CN" altLang="en-US" sz="2400">
                <a:solidFill>
                  <a:srgbClr val="FFFF66"/>
                </a:solidFill>
              </a:rPr>
              <a:t>：</a:t>
            </a:r>
          </a:p>
        </p:txBody>
      </p:sp>
      <p:graphicFrame>
        <p:nvGraphicFramePr>
          <p:cNvPr id="212997" name="Object 19">
            <a:extLst>
              <a:ext uri="{FF2B5EF4-FFF2-40B4-BE49-F238E27FC236}">
                <a16:creationId xmlns:a16="http://schemas.microsoft.com/office/drawing/2014/main" id="{EB71FD96-6A4F-DC9E-94C9-FF37FDDD0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428875"/>
          <a:ext cx="39639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1120" imgH="220952" progId="Equation.3">
                  <p:embed/>
                </p:oleObj>
              </mc:Choice>
              <mc:Fallback>
                <p:oleObj name="公式" r:id="rId2" imgW="1341120" imgH="22095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00563" y="2428875"/>
                        <a:ext cx="396398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9C7B6C24-7823-BCF0-1F5D-08DE2B48E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3429000"/>
          <a:ext cx="41751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4722" imgH="487791" progId="Equation.DSMT4">
                  <p:embed/>
                </p:oleObj>
              </mc:Choice>
              <mc:Fallback>
                <p:oleObj name="Equation" r:id="rId4" imgW="1424722" imgH="48779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079875" y="3429000"/>
                        <a:ext cx="4175125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1">
            <a:extLst>
              <a:ext uri="{FF2B5EF4-FFF2-40B4-BE49-F238E27FC236}">
                <a16:creationId xmlns:a16="http://schemas.microsoft.com/office/drawing/2014/main" id="{B48FD8C4-22A0-6DFF-0454-BD25C289B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229225"/>
          <a:ext cx="2655887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83796" imgH="205989" progId="Equation.3">
                  <p:embed/>
                </p:oleObj>
              </mc:Choice>
              <mc:Fallback>
                <p:oleObj name="公式" r:id="rId6" imgW="883796" imgH="20598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11413" y="5229225"/>
                        <a:ext cx="2655887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>
            <a:extLst>
              <a:ext uri="{FF2B5EF4-FFF2-40B4-BE49-F238E27FC236}">
                <a16:creationId xmlns:a16="http://schemas.microsoft.com/office/drawing/2014/main" id="{8422620D-193E-FDC6-61BF-6E04539006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6129338"/>
          <a:ext cx="2692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91758" imgH="205989" progId="Equation.3">
                  <p:embed/>
                </p:oleObj>
              </mc:Choice>
              <mc:Fallback>
                <p:oleObj name="公式" r:id="rId8" imgW="891758" imgH="20598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55875" y="6129338"/>
                        <a:ext cx="26924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23">
            <a:extLst>
              <a:ext uri="{FF2B5EF4-FFF2-40B4-BE49-F238E27FC236}">
                <a16:creationId xmlns:a16="http://schemas.microsoft.com/office/drawing/2014/main" id="{1C29C97F-D755-4751-081C-DBC7F3B92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1052513"/>
          <a:ext cx="5762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6493" imgH="198009" progId="Equation.3">
                  <p:embed/>
                </p:oleObj>
              </mc:Choice>
              <mc:Fallback>
                <p:oleObj name="公式" r:id="rId10" imgW="106493" imgH="19800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35375" y="1052513"/>
                        <a:ext cx="5762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24">
            <a:extLst>
              <a:ext uri="{FF2B5EF4-FFF2-40B4-BE49-F238E27FC236}">
                <a16:creationId xmlns:a16="http://schemas.microsoft.com/office/drawing/2014/main" id="{DB851564-773E-CAF8-EF6B-5ED4227EE2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5163" y="1052513"/>
          <a:ext cx="482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920" imgH="205989" progId="Equation.3">
                  <p:embed/>
                </p:oleObj>
              </mc:Choice>
              <mc:Fallback>
                <p:oleObj name="公式" r:id="rId12" imgW="121920" imgH="20598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45163" y="1052513"/>
                        <a:ext cx="4826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25">
            <a:extLst>
              <a:ext uri="{FF2B5EF4-FFF2-40B4-BE49-F238E27FC236}">
                <a16:creationId xmlns:a16="http://schemas.microsoft.com/office/drawing/2014/main" id="{0027B7A7-E371-55EA-B63E-4EC863568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052513"/>
          <a:ext cx="5048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920" imgH="198009" progId="Equation.3">
                  <p:embed/>
                </p:oleObj>
              </mc:Choice>
              <mc:Fallback>
                <p:oleObj name="公式" r:id="rId14" imgW="121920" imgH="19800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72000" y="1052513"/>
                        <a:ext cx="5048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26">
            <a:extLst>
              <a:ext uri="{FF2B5EF4-FFF2-40B4-BE49-F238E27FC236}">
                <a16:creationId xmlns:a16="http://schemas.microsoft.com/office/drawing/2014/main" id="{CCDA8BF1-ADD6-F0A4-F51E-86B4EAB08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0"/>
          <a:ext cx="47783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6493" imgH="198009" progId="Equation.3">
                  <p:embed/>
                </p:oleObj>
              </mc:Choice>
              <mc:Fallback>
                <p:oleObj name="公式" r:id="rId16" imgW="106493" imgH="198009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2225" y="0"/>
                        <a:ext cx="477838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28">
            <a:extLst>
              <a:ext uri="{FF2B5EF4-FFF2-40B4-BE49-F238E27FC236}">
                <a16:creationId xmlns:a16="http://schemas.microsoft.com/office/drawing/2014/main" id="{226FCE09-4E39-CF98-8893-CFCDF5FEF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549275"/>
          <a:ext cx="504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1920" imgH="205989" progId="Equation.3">
                  <p:embed/>
                </p:oleObj>
              </mc:Choice>
              <mc:Fallback>
                <p:oleObj name="公式" r:id="rId18" imgW="121920" imgH="20598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04025" y="549275"/>
                        <a:ext cx="5048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29">
            <a:extLst>
              <a:ext uri="{FF2B5EF4-FFF2-40B4-BE49-F238E27FC236}">
                <a16:creationId xmlns:a16="http://schemas.microsoft.com/office/drawing/2014/main" id="{0280D761-7EE0-ACB5-60D7-877C86D51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620713"/>
          <a:ext cx="5270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1920" imgH="198009" progId="Equation.3">
                  <p:embed/>
                </p:oleObj>
              </mc:Choice>
              <mc:Fallback>
                <p:oleObj name="公式" r:id="rId20" imgW="121920" imgH="19800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27313" y="620713"/>
                        <a:ext cx="5270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93" grpId="0" autoUpdateAnimBg="0"/>
      <p:bldP spid="224294" grpId="0" autoUpdateAnimBg="0"/>
      <p:bldP spid="224295" grpId="0" autoUpdateAnimBg="0"/>
      <p:bldP spid="224303" grpId="0" autoUpdateAnimBg="0"/>
      <p:bldP spid="224305" grpId="0" autoUpdateAnimBg="0"/>
      <p:bldP spid="22430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3" name="Rectangle 2">
            <a:extLst>
              <a:ext uri="{FF2B5EF4-FFF2-40B4-BE49-F238E27FC236}">
                <a16:creationId xmlns:a16="http://schemas.microsoft.com/office/drawing/2014/main" id="{86318C23-DA74-0FC3-1034-B71C182A6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9540875" cy="1557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800" dirty="0">
                <a:latin typeface="+mj-ea"/>
                <a:ea typeface="+mj-ea"/>
              </a:rPr>
              <a:t>例</a:t>
            </a:r>
            <a:r>
              <a:rPr lang="en-US" altLang="zh-CN" sz="2800" dirty="0">
                <a:latin typeface="+mj-ea"/>
                <a:ea typeface="+mj-ea"/>
              </a:rPr>
              <a:t>2  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某人骑自行车以速率</a:t>
            </a:r>
            <a:r>
              <a:rPr lang="en-US" altLang="zh-CN" sz="2800" dirty="0">
                <a:latin typeface="+mj-ea"/>
                <a:ea typeface="+mj-ea"/>
              </a:rPr>
              <a:t>V</a:t>
            </a:r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向正西方行驶，遇到由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    北向南刮的风设风速大小也为</a:t>
            </a:r>
            <a:r>
              <a:rPr lang="en-US" altLang="zh-CN" sz="2800" dirty="0">
                <a:latin typeface="+mj-ea"/>
                <a:ea typeface="+mj-ea"/>
              </a:rPr>
              <a:t>V</a:t>
            </a: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），则他感到风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    是从何方向吹来？</a:t>
            </a:r>
          </a:p>
        </p:txBody>
      </p:sp>
      <p:sp>
        <p:nvSpPr>
          <p:cNvPr id="227332" name="Rectangle 4">
            <a:extLst>
              <a:ext uri="{FF2B5EF4-FFF2-40B4-BE49-F238E27FC236}">
                <a16:creationId xmlns:a16="http://schemas.microsoft.com/office/drawing/2014/main" id="{36108468-DD38-C544-9F83-5FDD95440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60575"/>
            <a:ext cx="1111250" cy="646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600" dirty="0">
                <a:latin typeface="+mj-ea"/>
                <a:ea typeface="+mj-ea"/>
              </a:rPr>
              <a:t>解：</a:t>
            </a:r>
          </a:p>
        </p:txBody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1B9F20B9-09A3-952E-5017-A1213DCCD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2100263"/>
            <a:ext cx="1987550" cy="5222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chemeClr val="bg1"/>
                </a:solidFill>
                <a:latin typeface="+mj-ea"/>
                <a:ea typeface="+mj-ea"/>
              </a:rPr>
              <a:t>本题涉及：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505DC050-7DD5-4BC5-2965-B15E42D63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133600"/>
            <a:ext cx="2709863" cy="5222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latin typeface="+mj-ea"/>
                <a:ea typeface="+mj-ea"/>
              </a:rPr>
              <a:t>风、地、车上人</a:t>
            </a:r>
          </a:p>
        </p:txBody>
      </p:sp>
      <p:graphicFrame>
        <p:nvGraphicFramePr>
          <p:cNvPr id="227335" name="Object 2">
            <a:extLst>
              <a:ext uri="{FF2B5EF4-FFF2-40B4-BE49-F238E27FC236}">
                <a16:creationId xmlns:a16="http://schemas.microsoft.com/office/drawing/2014/main" id="{15BFBDD8-7E1B-9EBC-DE00-4A3F15364F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2050" y="3090863"/>
          <a:ext cx="42814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1120" imgH="220952" progId="Equation.DSMT4">
                  <p:embed/>
                </p:oleObj>
              </mc:Choice>
              <mc:Fallback>
                <p:oleObj name="Equation" r:id="rId2" imgW="1341120" imgH="22095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3090863"/>
                        <a:ext cx="42814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7" name="Line 9">
            <a:extLst>
              <a:ext uri="{FF2B5EF4-FFF2-40B4-BE49-F238E27FC236}">
                <a16:creationId xmlns:a16="http://schemas.microsoft.com/office/drawing/2014/main" id="{396BB6DC-AAB3-93EA-ADB4-AAA38E2D6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4808538"/>
            <a:ext cx="2133600" cy="0"/>
          </a:xfrm>
          <a:prstGeom prst="line">
            <a:avLst/>
          </a:prstGeom>
          <a:noFill/>
          <a:ln w="28575" cap="sq">
            <a:solidFill>
              <a:srgbClr val="00FFFF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227338" name="Line 10">
            <a:extLst>
              <a:ext uri="{FF2B5EF4-FFF2-40B4-BE49-F238E27FC236}">
                <a16:creationId xmlns:a16="http://schemas.microsoft.com/office/drawing/2014/main" id="{AAEE6DD0-F7B8-0641-2D35-52E092C66D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9838" y="3436938"/>
            <a:ext cx="0" cy="2514600"/>
          </a:xfrm>
          <a:prstGeom prst="line">
            <a:avLst/>
          </a:prstGeom>
          <a:noFill/>
          <a:ln w="28575" cap="sq">
            <a:solidFill>
              <a:srgbClr val="00FFFF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227339" name="Object 4">
            <a:extLst>
              <a:ext uri="{FF2B5EF4-FFF2-40B4-BE49-F238E27FC236}">
                <a16:creationId xmlns:a16="http://schemas.microsoft.com/office/drawing/2014/main" id="{BA295116-ED8F-38D2-7D8A-99CA7D47F8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9788" y="4884738"/>
          <a:ext cx="425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602" imgH="91274" progId="Equation.3">
                  <p:embed/>
                </p:oleObj>
              </mc:Choice>
              <mc:Fallback>
                <p:oleObj name="Equation" r:id="rId4" imgW="83602" imgH="912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788" y="4884738"/>
                        <a:ext cx="42545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0" name="Object 5">
            <a:extLst>
              <a:ext uri="{FF2B5EF4-FFF2-40B4-BE49-F238E27FC236}">
                <a16:creationId xmlns:a16="http://schemas.microsoft.com/office/drawing/2014/main" id="{1F785A45-8B7D-1AF6-986B-0623FDEAC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838" y="3208338"/>
          <a:ext cx="4683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564" imgH="121698" progId="Equation.3">
                  <p:embed/>
                </p:oleObj>
              </mc:Choice>
              <mc:Fallback>
                <p:oleObj name="Equation" r:id="rId6" imgW="91564" imgH="1216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38" y="3208338"/>
                        <a:ext cx="4683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1" name="Object 6">
            <a:extLst>
              <a:ext uri="{FF2B5EF4-FFF2-40B4-BE49-F238E27FC236}">
                <a16:creationId xmlns:a16="http://schemas.microsoft.com/office/drawing/2014/main" id="{33BB5D5D-2E48-4D04-3A6B-DCB1FE8FC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6092825"/>
          <a:ext cx="425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811" imgH="160103" progId="Equation.3">
                  <p:embed/>
                </p:oleObj>
              </mc:Choice>
              <mc:Fallback>
                <p:oleObj name="Equation" r:id="rId8" imgW="144811" imgH="16010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6092825"/>
                        <a:ext cx="425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2" name="Object 7">
            <a:extLst>
              <a:ext uri="{FF2B5EF4-FFF2-40B4-BE49-F238E27FC236}">
                <a16:creationId xmlns:a16="http://schemas.microsoft.com/office/drawing/2014/main" id="{99463C0E-744B-257B-611F-E631BA520B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6775" y="4275138"/>
          <a:ext cx="3984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384" imgH="160103" progId="Equation.3">
                  <p:embed/>
                </p:oleObj>
              </mc:Choice>
              <mc:Fallback>
                <p:oleObj name="Equation" r:id="rId10" imgW="129384" imgH="16010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6775" y="4275138"/>
                        <a:ext cx="3984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3" name="Object 8">
            <a:extLst>
              <a:ext uri="{FF2B5EF4-FFF2-40B4-BE49-F238E27FC236}">
                <a16:creationId xmlns:a16="http://schemas.microsoft.com/office/drawing/2014/main" id="{E3B313BF-B5C0-897D-28B0-FB1139477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3284538"/>
          <a:ext cx="425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811" imgH="160103" progId="Equation.3">
                  <p:embed/>
                </p:oleObj>
              </mc:Choice>
              <mc:Fallback>
                <p:oleObj name="Equation" r:id="rId12" imgW="144811" imgH="16010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284538"/>
                        <a:ext cx="425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44" name="Object 9">
            <a:extLst>
              <a:ext uri="{FF2B5EF4-FFF2-40B4-BE49-F238E27FC236}">
                <a16:creationId xmlns:a16="http://schemas.microsoft.com/office/drawing/2014/main" id="{F154F246-5E77-092E-0E87-B5CA82447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808538"/>
          <a:ext cx="427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811" imgH="160103" progId="Equation.3">
                  <p:embed/>
                </p:oleObj>
              </mc:Choice>
              <mc:Fallback>
                <p:oleObj name="Equation" r:id="rId14" imgW="144811" imgH="16010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08538"/>
                        <a:ext cx="4270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45" name="Line 17">
            <a:extLst>
              <a:ext uri="{FF2B5EF4-FFF2-40B4-BE49-F238E27FC236}">
                <a16:creationId xmlns:a16="http://schemas.microsoft.com/office/drawing/2014/main" id="{2A556D67-77E9-C245-D3AB-0F4141DCE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9838" y="4808538"/>
            <a:ext cx="990600" cy="990600"/>
          </a:xfrm>
          <a:prstGeom prst="line">
            <a:avLst/>
          </a:prstGeom>
          <a:noFill/>
          <a:ln w="28575" cap="sq">
            <a:solidFill>
              <a:srgbClr val="00FF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227346" name="Object 10">
            <a:extLst>
              <a:ext uri="{FF2B5EF4-FFF2-40B4-BE49-F238E27FC236}">
                <a16:creationId xmlns:a16="http://schemas.microsoft.com/office/drawing/2014/main" id="{E0F0E862-FDDD-884B-DB9C-C81E632D9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2600" y="5545138"/>
          <a:ext cx="8588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0333" imgH="205989" progId="Equation.3">
                  <p:embed/>
                </p:oleObj>
              </mc:Choice>
              <mc:Fallback>
                <p:oleObj name="Equation" r:id="rId16" imgW="350333" imgH="20598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2600" y="5545138"/>
                        <a:ext cx="8588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47" name="Rectangle 19">
            <a:extLst>
              <a:ext uri="{FF2B5EF4-FFF2-40B4-BE49-F238E27FC236}">
                <a16:creationId xmlns:a16="http://schemas.microsoft.com/office/drawing/2014/main" id="{2D441A53-434D-D820-BE2E-FD42DAED9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429250"/>
            <a:ext cx="5400675" cy="436563"/>
          </a:xfrm>
          <a:prstGeom prst="rect">
            <a:avLst/>
          </a:prstGeom>
          <a:noFill/>
          <a:ln w="28575" cap="sq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★</a:t>
            </a:r>
            <a:r>
              <a:rPr lang="zh-CN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人感到风是从西北方向吹来</a:t>
            </a:r>
          </a:p>
        </p:txBody>
      </p:sp>
      <p:graphicFrame>
        <p:nvGraphicFramePr>
          <p:cNvPr id="2" name="Object 20">
            <a:extLst>
              <a:ext uri="{FF2B5EF4-FFF2-40B4-BE49-F238E27FC236}">
                <a16:creationId xmlns:a16="http://schemas.microsoft.com/office/drawing/2014/main" id="{07CE1FA8-D5C6-8213-0FF4-0BD96C112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4181475"/>
          <a:ext cx="21209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39956" imgH="183046" progId="Equation.DSMT4">
                  <p:embed/>
                </p:oleObj>
              </mc:Choice>
              <mc:Fallback>
                <p:oleObj name="Equation" r:id="rId18" imgW="639956" imgH="183046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181475"/>
                        <a:ext cx="21209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2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2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2" grpId="0" autoUpdateAnimBg="0"/>
      <p:bldP spid="227333" grpId="0" autoUpdateAnimBg="0"/>
      <p:bldP spid="227334" grpId="0" autoUpdateAnimBg="0"/>
      <p:bldP spid="22734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Text Box 2">
            <a:extLst>
              <a:ext uri="{FF2B5EF4-FFF2-40B4-BE49-F238E27FC236}">
                <a16:creationId xmlns:a16="http://schemas.microsoft.com/office/drawing/2014/main" id="{97F416C3-5E5C-0D3C-6554-A6B3340A8DE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65125"/>
            <a:ext cx="805815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一个带篷子的卡车，篷高为</a:t>
            </a:r>
            <a:r>
              <a:rPr lang="en-US" altLang="zh-CN" sz="2400" i="1" dirty="0">
                <a:solidFill>
                  <a:srgbClr val="66FFFF"/>
                </a:solidFill>
                <a:latin typeface="+mj-ea"/>
                <a:ea typeface="+mj-ea"/>
              </a:rPr>
              <a:t>h</a:t>
            </a:r>
            <a:r>
              <a:rPr lang="en-US" altLang="zh-CN" sz="2400" dirty="0">
                <a:solidFill>
                  <a:srgbClr val="66FFFF"/>
                </a:solidFill>
                <a:latin typeface="+mj-ea"/>
                <a:ea typeface="+mj-ea"/>
              </a:rPr>
              <a:t>=2 m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，当它停在马路边时，雨滴可落入车内达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zh-CN" sz="2400" i="1" dirty="0">
                <a:solidFill>
                  <a:srgbClr val="66FFFF"/>
                </a:solidFill>
                <a:latin typeface="+mj-ea"/>
                <a:ea typeface="+mj-ea"/>
              </a:rPr>
              <a:t>d</a:t>
            </a:r>
            <a:r>
              <a:rPr lang="en-US" altLang="zh-CN" sz="2400" dirty="0">
                <a:solidFill>
                  <a:srgbClr val="66FFFF"/>
                </a:solidFill>
                <a:latin typeface="+mj-ea"/>
                <a:ea typeface="+mj-ea"/>
              </a:rPr>
              <a:t>=1 m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，而当它以</a:t>
            </a:r>
            <a:r>
              <a:rPr lang="en-US" altLang="zh-CN" sz="2400" dirty="0">
                <a:solidFill>
                  <a:srgbClr val="66FFFF"/>
                </a:solidFill>
                <a:latin typeface="+mj-ea"/>
                <a:ea typeface="+mj-ea"/>
              </a:rPr>
              <a:t>15 km/h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  <a:ea typeface="+mj-ea"/>
              </a:rPr>
              <a:t>的速率运动时，雨滴恰好不能落入车中。</a:t>
            </a:r>
          </a:p>
        </p:txBody>
      </p:sp>
      <p:graphicFrame>
        <p:nvGraphicFramePr>
          <p:cNvPr id="214019" name="Object 2">
            <a:extLst>
              <a:ext uri="{FF2B5EF4-FFF2-40B4-BE49-F238E27FC236}">
                <a16:creationId xmlns:a16="http://schemas.microsoft.com/office/drawing/2014/main" id="{029120FB-C635-4B78-071A-A6FD9D13B4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97200"/>
          <a:ext cx="1628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7496" imgH="388537" progId="Equation.3">
                  <p:embed/>
                </p:oleObj>
              </mc:Choice>
              <mc:Fallback>
                <p:oleObj name="公式" r:id="rId2" imgW="1577496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2997200"/>
                        <a:ext cx="16287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3">
            <a:extLst>
              <a:ext uri="{FF2B5EF4-FFF2-40B4-BE49-F238E27FC236}">
                <a16:creationId xmlns:a16="http://schemas.microsoft.com/office/drawing/2014/main" id="{E352155E-A637-F395-6BF8-9E218DEE0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933825"/>
          <a:ext cx="31702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39564" imgH="845903" progId="Equation.3">
                  <p:embed/>
                </p:oleObj>
              </mc:Choice>
              <mc:Fallback>
                <p:oleObj name="公式" r:id="rId4" imgW="3139564" imgH="8459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8313" y="3933825"/>
                        <a:ext cx="31702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1" name="Line 5">
            <a:extLst>
              <a:ext uri="{FF2B5EF4-FFF2-40B4-BE49-F238E27FC236}">
                <a16:creationId xmlns:a16="http://schemas.microsoft.com/office/drawing/2014/main" id="{EF16A588-EF54-B63C-E2A3-797E328BED27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467600" y="1981200"/>
            <a:ext cx="762000" cy="1447800"/>
          </a:xfrm>
          <a:prstGeom prst="line">
            <a:avLst/>
          </a:prstGeom>
          <a:noFill/>
          <a:ln w="25400">
            <a:solidFill>
              <a:srgbClr val="66FF66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214022" name="Object 4">
            <a:extLst>
              <a:ext uri="{FF2B5EF4-FFF2-40B4-BE49-F238E27FC236}">
                <a16:creationId xmlns:a16="http://schemas.microsoft.com/office/drawing/2014/main" id="{B1BFA253-CFA8-E347-84D6-955A2FBC6B9D}"/>
              </a:ext>
            </a:extLst>
          </p:cNvPr>
          <p:cNvGraphicFramePr>
            <a:graphicFrameLocks/>
          </p:cNvGraphicFramePr>
          <p:nvPr/>
        </p:nvGraphicFramePr>
        <p:xfrm>
          <a:off x="7524750" y="4652963"/>
          <a:ext cx="3317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91274" progId="Equation.3">
                  <p:embed/>
                </p:oleObj>
              </mc:Choice>
              <mc:Fallback>
                <p:oleObj name="公式" r:id="rId6" imgW="91564" imgH="9127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24750" y="4652963"/>
                        <a:ext cx="3317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3" name="Line 7">
            <a:extLst>
              <a:ext uri="{FF2B5EF4-FFF2-40B4-BE49-F238E27FC236}">
                <a16:creationId xmlns:a16="http://schemas.microsoft.com/office/drawing/2014/main" id="{B6175470-0DA3-99F4-6354-895B6654E89A}"/>
              </a:ext>
            </a:extLst>
          </p:cNvPr>
          <p:cNvSpPr>
            <a:spLocks noChangeShapeType="1"/>
          </p:cNvSpPr>
          <p:nvPr/>
        </p:nvSpPr>
        <p:spPr bwMode="black">
          <a:xfrm>
            <a:off x="7934325" y="3873500"/>
            <a:ext cx="0" cy="1447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24" name="Line 8">
            <a:extLst>
              <a:ext uri="{FF2B5EF4-FFF2-40B4-BE49-F238E27FC236}">
                <a16:creationId xmlns:a16="http://schemas.microsoft.com/office/drawing/2014/main" id="{0FDE213B-42BA-EF15-D962-28716A4D7CEB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172325" y="3873500"/>
            <a:ext cx="762000" cy="1447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25" name="Line 9">
            <a:extLst>
              <a:ext uri="{FF2B5EF4-FFF2-40B4-BE49-F238E27FC236}">
                <a16:creationId xmlns:a16="http://schemas.microsoft.com/office/drawing/2014/main" id="{77B1EAFF-2ECC-65AE-E7F6-F165764EF0EB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172325" y="5321300"/>
            <a:ext cx="7620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26" name="Rectangle 10">
            <a:extLst>
              <a:ext uri="{FF2B5EF4-FFF2-40B4-BE49-F238E27FC236}">
                <a16:creationId xmlns:a16="http://schemas.microsoft.com/office/drawing/2014/main" id="{83E9948C-E63D-2C09-6975-2E9116BA5A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943600" y="2286000"/>
            <a:ext cx="2133600" cy="11430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zh-CN" sz="2400">
              <a:solidFill>
                <a:srgbClr val="FFFFCC"/>
              </a:solidFill>
              <a:latin typeface="+mj-ea"/>
              <a:ea typeface="+mj-ea"/>
            </a:endParaRP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2B17A5B9-F99B-804A-EBC9-E04FBF819D4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590800"/>
            <a:ext cx="1066800" cy="1066800"/>
            <a:chOff x="3552" y="1392"/>
            <a:chExt cx="672" cy="672"/>
          </a:xfrm>
        </p:grpSpPr>
        <p:sp>
          <p:nvSpPr>
            <p:cNvPr id="24611" name="Line 12">
              <a:extLst>
                <a:ext uri="{FF2B5EF4-FFF2-40B4-BE49-F238E27FC236}">
                  <a16:creationId xmlns:a16="http://schemas.microsoft.com/office/drawing/2014/main" id="{91B91CD5-8103-F0F4-D8C8-C9C11B8D06DB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984" y="1392"/>
              <a:ext cx="19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2" name="Line 13">
              <a:extLst>
                <a:ext uri="{FF2B5EF4-FFF2-40B4-BE49-F238E27FC236}">
                  <a16:creationId xmlns:a16="http://schemas.microsoft.com/office/drawing/2014/main" id="{A8FC295E-A805-AEB8-9E62-C4ABCD5B93C7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>
              <a:off x="3840" y="1392"/>
              <a:ext cx="144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3" name="Line 14">
              <a:extLst>
                <a:ext uri="{FF2B5EF4-FFF2-40B4-BE49-F238E27FC236}">
                  <a16:creationId xmlns:a16="http://schemas.microsoft.com/office/drawing/2014/main" id="{FA1B5C9D-2774-33DB-8DF2-30135C7BD079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552" y="1632"/>
              <a:ext cx="288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4" name="Line 15">
              <a:extLst>
                <a:ext uri="{FF2B5EF4-FFF2-40B4-BE49-F238E27FC236}">
                  <a16:creationId xmlns:a16="http://schemas.microsoft.com/office/drawing/2014/main" id="{9FAD23AD-D966-572C-35D9-ABD82E86E6E4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552" y="1632"/>
              <a:ext cx="0" cy="28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5" name="Line 16">
              <a:extLst>
                <a:ext uri="{FF2B5EF4-FFF2-40B4-BE49-F238E27FC236}">
                  <a16:creationId xmlns:a16="http://schemas.microsoft.com/office/drawing/2014/main" id="{36249307-75E9-8597-E467-98315B2EE274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552" y="1920"/>
              <a:ext cx="67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6" name="Rectangle 17">
              <a:extLst>
                <a:ext uri="{FF2B5EF4-FFF2-40B4-BE49-F238E27FC236}">
                  <a16:creationId xmlns:a16="http://schemas.microsoft.com/office/drawing/2014/main" id="{0533EE97-A2A6-F2DE-9E9F-57C0A6B8C41E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984" y="1488"/>
              <a:ext cx="14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4617" name="Oval 18">
              <a:extLst>
                <a:ext uri="{FF2B5EF4-FFF2-40B4-BE49-F238E27FC236}">
                  <a16:creationId xmlns:a16="http://schemas.microsoft.com/office/drawing/2014/main" id="{DADAF1EF-FE4D-698B-83C9-604695B45AEE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792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</p:grpSp>
      <p:sp>
        <p:nvSpPr>
          <p:cNvPr id="214035" name="Oval 19">
            <a:extLst>
              <a:ext uri="{FF2B5EF4-FFF2-40B4-BE49-F238E27FC236}">
                <a16:creationId xmlns:a16="http://schemas.microsoft.com/office/drawing/2014/main" id="{23ED8BE3-F043-B1E7-E35B-577714FF9B1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934200" y="3276600"/>
            <a:ext cx="381000" cy="381000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36" name="Line 20">
            <a:extLst>
              <a:ext uri="{FF2B5EF4-FFF2-40B4-BE49-F238E27FC236}">
                <a16:creationId xmlns:a16="http://schemas.microsoft.com/office/drawing/2014/main" id="{54FB4060-7A24-B0B0-0C47-A086CB171D22}"/>
              </a:ext>
            </a:extLst>
          </p:cNvPr>
          <p:cNvSpPr>
            <a:spLocks noChangeShapeType="1"/>
          </p:cNvSpPr>
          <p:nvPr/>
        </p:nvSpPr>
        <p:spPr bwMode="black">
          <a:xfrm>
            <a:off x="6477000" y="2286000"/>
            <a:ext cx="0" cy="1143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37" name="Line 21">
            <a:extLst>
              <a:ext uri="{FF2B5EF4-FFF2-40B4-BE49-F238E27FC236}">
                <a16:creationId xmlns:a16="http://schemas.microsoft.com/office/drawing/2014/main" id="{F25D997B-24B3-EB26-7D12-800BE25D022F}"/>
              </a:ext>
            </a:extLst>
          </p:cNvPr>
          <p:cNvSpPr>
            <a:spLocks noChangeShapeType="1"/>
          </p:cNvSpPr>
          <p:nvPr/>
        </p:nvSpPr>
        <p:spPr bwMode="black">
          <a:xfrm>
            <a:off x="7467600" y="2895600"/>
            <a:ext cx="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38" name="Line 22">
            <a:extLst>
              <a:ext uri="{FF2B5EF4-FFF2-40B4-BE49-F238E27FC236}">
                <a16:creationId xmlns:a16="http://schemas.microsoft.com/office/drawing/2014/main" id="{2C0E4EA6-2C64-8F4A-4535-818357B94505}"/>
              </a:ext>
            </a:extLst>
          </p:cNvPr>
          <p:cNvSpPr>
            <a:spLocks noChangeShapeType="1"/>
          </p:cNvSpPr>
          <p:nvPr/>
        </p:nvSpPr>
        <p:spPr bwMode="black">
          <a:xfrm>
            <a:off x="7467600" y="3048000"/>
            <a:ext cx="609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214039" name="Object 5">
            <a:extLst>
              <a:ext uri="{FF2B5EF4-FFF2-40B4-BE49-F238E27FC236}">
                <a16:creationId xmlns:a16="http://schemas.microsoft.com/office/drawing/2014/main" id="{653D21E9-21F0-BC77-1890-559CFD924C41}"/>
              </a:ext>
            </a:extLst>
          </p:cNvPr>
          <p:cNvGraphicFramePr>
            <a:graphicFrameLocks/>
          </p:cNvGraphicFramePr>
          <p:nvPr/>
        </p:nvGraphicFramePr>
        <p:xfrm>
          <a:off x="6184900" y="2732088"/>
          <a:ext cx="215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702" imgH="274320" progId="Equation.3">
                  <p:embed/>
                </p:oleObj>
              </mc:Choice>
              <mc:Fallback>
                <p:oleObj name="公式" r:id="rId8" imgW="167702" imgH="27432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184900" y="2732088"/>
                        <a:ext cx="215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40" name="Object 6">
            <a:extLst>
              <a:ext uri="{FF2B5EF4-FFF2-40B4-BE49-F238E27FC236}">
                <a16:creationId xmlns:a16="http://schemas.microsoft.com/office/drawing/2014/main" id="{E89B07F6-33C0-1994-4E52-56184E848862}"/>
              </a:ext>
            </a:extLst>
          </p:cNvPr>
          <p:cNvGraphicFramePr>
            <a:graphicFrameLocks/>
          </p:cNvGraphicFramePr>
          <p:nvPr/>
        </p:nvGraphicFramePr>
        <p:xfrm>
          <a:off x="7669213" y="3048000"/>
          <a:ext cx="2555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522" imgH="274320" progId="Equation.3">
                  <p:embed/>
                </p:oleObj>
              </mc:Choice>
              <mc:Fallback>
                <p:oleObj name="公式" r:id="rId10" imgW="205522" imgH="27432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69213" y="3048000"/>
                        <a:ext cx="2555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41" name="Line 25">
            <a:extLst>
              <a:ext uri="{FF2B5EF4-FFF2-40B4-BE49-F238E27FC236}">
                <a16:creationId xmlns:a16="http://schemas.microsoft.com/office/drawing/2014/main" id="{FA2CC424-B666-86A5-3C7E-483D71EE5C98}"/>
              </a:ext>
            </a:extLst>
          </p:cNvPr>
          <p:cNvSpPr>
            <a:spLocks noChangeShapeType="1"/>
          </p:cNvSpPr>
          <p:nvPr/>
        </p:nvSpPr>
        <p:spPr bwMode="black">
          <a:xfrm>
            <a:off x="4572000" y="3657600"/>
            <a:ext cx="3733800" cy="0"/>
          </a:xfrm>
          <a:prstGeom prst="line">
            <a:avLst/>
          </a:prstGeom>
          <a:noFill/>
          <a:ln w="31750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42" name="Line 26">
            <a:extLst>
              <a:ext uri="{FF2B5EF4-FFF2-40B4-BE49-F238E27FC236}">
                <a16:creationId xmlns:a16="http://schemas.microsoft.com/office/drawing/2014/main" id="{4EAE7E86-4264-AABC-1642-D2A7493CD42C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4572000" y="2895600"/>
            <a:ext cx="7620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214043" name="Object 7">
            <a:extLst>
              <a:ext uri="{FF2B5EF4-FFF2-40B4-BE49-F238E27FC236}">
                <a16:creationId xmlns:a16="http://schemas.microsoft.com/office/drawing/2014/main" id="{0D90E407-15FD-84A6-BCA6-2FD43B6F138D}"/>
              </a:ext>
            </a:extLst>
          </p:cNvPr>
          <p:cNvGraphicFramePr>
            <a:graphicFrameLocks/>
          </p:cNvGraphicFramePr>
          <p:nvPr/>
        </p:nvGraphicFramePr>
        <p:xfrm>
          <a:off x="6992938" y="4376738"/>
          <a:ext cx="3317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2158" imgH="388537" progId="Equation.3">
                  <p:embed/>
                </p:oleObj>
              </mc:Choice>
              <mc:Fallback>
                <p:oleObj name="公式" r:id="rId12" imgW="282158" imgH="38853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92938" y="4376738"/>
                        <a:ext cx="3317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44" name="Object 8">
            <a:extLst>
              <a:ext uri="{FF2B5EF4-FFF2-40B4-BE49-F238E27FC236}">
                <a16:creationId xmlns:a16="http://schemas.microsoft.com/office/drawing/2014/main" id="{DA8567FB-0C6C-BF0A-9C13-F3314333DE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4725" y="2386013"/>
          <a:ext cx="3206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196" imgH="388537" progId="Equation.3">
                  <p:embed/>
                </p:oleObj>
              </mc:Choice>
              <mc:Fallback>
                <p:oleObj name="公式" r:id="rId14" imgW="274196" imgH="38853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84725" y="2386013"/>
                        <a:ext cx="3206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45" name="Object 9">
            <a:extLst>
              <a:ext uri="{FF2B5EF4-FFF2-40B4-BE49-F238E27FC236}">
                <a16:creationId xmlns:a16="http://schemas.microsoft.com/office/drawing/2014/main" id="{92995537-D65A-B08E-FD83-FAF610E8F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0850" y="4313238"/>
          <a:ext cx="320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4196" imgH="373574" progId="Equation.3">
                  <p:embed/>
                </p:oleObj>
              </mc:Choice>
              <mc:Fallback>
                <p:oleObj name="公式" r:id="rId16" imgW="274196" imgH="37357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70850" y="4313238"/>
                        <a:ext cx="320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46" name="Text Box 30">
            <a:extLst>
              <a:ext uri="{FF2B5EF4-FFF2-40B4-BE49-F238E27FC236}">
                <a16:creationId xmlns:a16="http://schemas.microsoft.com/office/drawing/2014/main" id="{9483A14A-5B2C-CB66-841A-A5F394AD616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2422525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latin typeface="+mj-ea"/>
                <a:ea typeface="+mj-ea"/>
              </a:rPr>
              <a:t>根据速度变换定理</a:t>
            </a:r>
          </a:p>
        </p:txBody>
      </p:sp>
      <p:sp>
        <p:nvSpPr>
          <p:cNvPr id="214047" name="Text Box 31">
            <a:extLst>
              <a:ext uri="{FF2B5EF4-FFF2-40B4-BE49-F238E27FC236}">
                <a16:creationId xmlns:a16="http://schemas.microsoft.com/office/drawing/2014/main" id="{496E1327-3485-83CA-EC74-8F192CBE3FF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3500438"/>
            <a:ext cx="1905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latin typeface="+mj-ea"/>
                <a:ea typeface="+mj-ea"/>
              </a:rPr>
              <a:t>画出矢量图</a:t>
            </a:r>
          </a:p>
        </p:txBody>
      </p:sp>
      <p:sp>
        <p:nvSpPr>
          <p:cNvPr id="214048" name="Line 32">
            <a:extLst>
              <a:ext uri="{FF2B5EF4-FFF2-40B4-BE49-F238E27FC236}">
                <a16:creationId xmlns:a16="http://schemas.microsoft.com/office/drawing/2014/main" id="{91CEFB99-F9EE-FBF0-49B0-0EE252BB814E}"/>
              </a:ext>
            </a:extLst>
          </p:cNvPr>
          <p:cNvSpPr>
            <a:spLocks noChangeShapeType="1"/>
          </p:cNvSpPr>
          <p:nvPr/>
        </p:nvSpPr>
        <p:spPr bwMode="black">
          <a:xfrm>
            <a:off x="8229600" y="1995488"/>
            <a:ext cx="0" cy="14478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214049" name="Object 10">
            <a:extLst>
              <a:ext uri="{FF2B5EF4-FFF2-40B4-BE49-F238E27FC236}">
                <a16:creationId xmlns:a16="http://schemas.microsoft.com/office/drawing/2014/main" id="{BFFEDD62-1B69-316E-0928-8E98C3A3C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797425"/>
          <a:ext cx="56451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67784" imgH="388537" progId="Equation.3">
                  <p:embed/>
                </p:oleObj>
              </mc:Choice>
              <mc:Fallback>
                <p:oleObj name="公式" r:id="rId18" imgW="2567784" imgH="38853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9750" y="4797425"/>
                        <a:ext cx="564515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50" name="Object 11">
            <a:extLst>
              <a:ext uri="{FF2B5EF4-FFF2-40B4-BE49-F238E27FC236}">
                <a16:creationId xmlns:a16="http://schemas.microsoft.com/office/drawing/2014/main" id="{872029CD-59E3-83E1-7B7E-11373514E9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7450" y="5441950"/>
          <a:ext cx="3206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74196" imgH="388537" progId="Equation.3">
                  <p:embed/>
                </p:oleObj>
              </mc:Choice>
              <mc:Fallback>
                <p:oleObj name="公式" r:id="rId20" imgW="274196" imgH="38853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37450" y="5441950"/>
                        <a:ext cx="3206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51" name="Rectangle 35">
            <a:extLst>
              <a:ext uri="{FF2B5EF4-FFF2-40B4-BE49-F238E27FC236}">
                <a16:creationId xmlns:a16="http://schemas.microsoft.com/office/drawing/2014/main" id="{71FAE9D0-2CA7-4C2A-B7A1-B06E018F59B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2400" y="457200"/>
            <a:ext cx="644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latin typeface="+mj-ea"/>
                <a:ea typeface="+mj-ea"/>
              </a:rPr>
              <a:t>例</a:t>
            </a:r>
            <a:r>
              <a:rPr lang="en-US" altLang="zh-CN" sz="2400">
                <a:latin typeface="+mj-ea"/>
                <a:ea typeface="+mj-ea"/>
              </a:rPr>
              <a:t>3</a:t>
            </a:r>
          </a:p>
        </p:txBody>
      </p:sp>
      <p:sp>
        <p:nvSpPr>
          <p:cNvPr id="214052" name="Rectangle 36">
            <a:extLst>
              <a:ext uri="{FF2B5EF4-FFF2-40B4-BE49-F238E27FC236}">
                <a16:creationId xmlns:a16="http://schemas.microsoft.com/office/drawing/2014/main" id="{8230762E-8768-8091-61CF-27ED3D7E5C5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69875" y="2422525"/>
            <a:ext cx="492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latin typeface="+mj-ea"/>
                <a:ea typeface="+mj-ea"/>
              </a:rPr>
              <a:t>解</a:t>
            </a:r>
          </a:p>
        </p:txBody>
      </p:sp>
      <p:sp>
        <p:nvSpPr>
          <p:cNvPr id="214053" name="Rectangle 37">
            <a:extLst>
              <a:ext uri="{FF2B5EF4-FFF2-40B4-BE49-F238E27FC236}">
                <a16:creationId xmlns:a16="http://schemas.microsoft.com/office/drawing/2014/main" id="{0E240ABF-450C-F614-DFC4-88B98C23261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8350" y="1812925"/>
            <a:ext cx="2646363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hlink"/>
                </a:solidFill>
                <a:latin typeface="+mj-ea"/>
                <a:ea typeface="+mj-ea"/>
              </a:rPr>
              <a:t>雨滴的速度矢量。</a:t>
            </a:r>
          </a:p>
        </p:txBody>
      </p:sp>
      <p:sp>
        <p:nvSpPr>
          <p:cNvPr id="214054" name="Rectangle 38">
            <a:extLst>
              <a:ext uri="{FF2B5EF4-FFF2-40B4-BE49-F238E27FC236}">
                <a16:creationId xmlns:a16="http://schemas.microsoft.com/office/drawing/2014/main" id="{D8E8FAF2-237D-45FA-978F-828A5B7E695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69875" y="1905000"/>
            <a:ext cx="492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latin typeface="+mj-ea"/>
                <a:ea typeface="+mj-ea"/>
              </a:rPr>
              <a:t>求</a:t>
            </a:r>
          </a:p>
        </p:txBody>
      </p:sp>
      <p:sp>
        <p:nvSpPr>
          <p:cNvPr id="214055" name="Arc 39">
            <a:extLst>
              <a:ext uri="{FF2B5EF4-FFF2-40B4-BE49-F238E27FC236}">
                <a16:creationId xmlns:a16="http://schemas.microsoft.com/office/drawing/2014/main" id="{C00D13BE-4693-D0B2-32E3-FCF1E606E63E}"/>
              </a:ext>
            </a:extLst>
          </p:cNvPr>
          <p:cNvSpPr>
            <a:spLocks/>
          </p:cNvSpPr>
          <p:nvPr/>
        </p:nvSpPr>
        <p:spPr bwMode="black">
          <a:xfrm flipH="1" flipV="1">
            <a:off x="7712075" y="4264025"/>
            <a:ext cx="215900" cy="14446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66FFFF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14056" name="Rectangle 40">
            <a:extLst>
              <a:ext uri="{FF2B5EF4-FFF2-40B4-BE49-F238E27FC236}">
                <a16:creationId xmlns:a16="http://schemas.microsoft.com/office/drawing/2014/main" id="{B9AFCE48-B4B0-45FB-1842-009D7884E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661025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注意：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1.  </a:t>
            </a:r>
            <a:r>
              <a:rPr lang="zh-CN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确定三个速度和它们之间的矢量关系。</a:t>
            </a:r>
          </a:p>
        </p:txBody>
      </p:sp>
      <p:sp>
        <p:nvSpPr>
          <p:cNvPr id="214057" name="Rectangle 41">
            <a:extLst>
              <a:ext uri="{FF2B5EF4-FFF2-40B4-BE49-F238E27FC236}">
                <a16:creationId xmlns:a16="http://schemas.microsoft.com/office/drawing/2014/main" id="{1D6DCE8F-4F29-E410-AF0F-4005A13DF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18490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2.  </a:t>
            </a:r>
            <a:r>
              <a:rPr lang="zh-CN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适当画出矢量图，有助于分析问题。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1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1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1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1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000"/>
                                        <p:tgtEl>
                                          <p:spTgt spid="21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4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utoUpdateAnimBg="0"/>
      <p:bldP spid="214026" grpId="0" animBg="1" autoUpdateAnimBg="0"/>
      <p:bldP spid="214035" grpId="0" animBg="1"/>
      <p:bldP spid="214046" grpId="0" autoUpdateAnimBg="0"/>
      <p:bldP spid="214047" grpId="0" autoUpdateAnimBg="0"/>
      <p:bldP spid="214051" grpId="0" autoUpdateAnimBg="0"/>
      <p:bldP spid="214052" grpId="0" autoUpdateAnimBg="0"/>
      <p:bldP spid="214053" grpId="0" autoUpdateAnimBg="0"/>
      <p:bldP spid="214054" grpId="0" autoUpdateAnimBg="0"/>
      <p:bldP spid="214056" grpId="0" build="p" autoUpdateAnimBg="0"/>
      <p:bldP spid="21405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46BB9CF8-939D-8E37-5202-F013816B85B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403225"/>
            <a:ext cx="7696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升降机以加速度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1.22 m/s</a:t>
            </a:r>
            <a:r>
              <a:rPr kumimoji="1" lang="en-US" altLang="zh-CN" sz="1600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上升，有一螺母自升降机的天花板松落，天花板与升降机的底板相距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2.74 m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62AE265-2057-DC58-A679-FEEBEAC6A7E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553200" y="2286000"/>
            <a:ext cx="1143000" cy="1828800"/>
          </a:xfrm>
          <a:prstGeom prst="rect">
            <a:avLst/>
          </a:prstGeom>
          <a:solidFill>
            <a:schemeClr val="hlink">
              <a:alpha val="50195"/>
            </a:schemeClr>
          </a:solidFill>
          <a:ln w="38100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76" name="Line 4">
            <a:extLst>
              <a:ext uri="{FF2B5EF4-FFF2-40B4-BE49-F238E27FC236}">
                <a16:creationId xmlns:a16="http://schemas.microsoft.com/office/drawing/2014/main" id="{D92B9BD3-8A98-0FCA-74E5-7AA8D79C222E}"/>
              </a:ext>
            </a:extLst>
          </p:cNvPr>
          <p:cNvSpPr>
            <a:spLocks noChangeShapeType="1"/>
          </p:cNvSpPr>
          <p:nvPr/>
        </p:nvSpPr>
        <p:spPr bwMode="black">
          <a:xfrm>
            <a:off x="7696200" y="22860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Line 5">
            <a:extLst>
              <a:ext uri="{FF2B5EF4-FFF2-40B4-BE49-F238E27FC236}">
                <a16:creationId xmlns:a16="http://schemas.microsoft.com/office/drawing/2014/main" id="{3A592A44-F378-2344-FF2E-8C134C814368}"/>
              </a:ext>
            </a:extLst>
          </p:cNvPr>
          <p:cNvSpPr>
            <a:spLocks noChangeShapeType="1"/>
          </p:cNvSpPr>
          <p:nvPr/>
        </p:nvSpPr>
        <p:spPr bwMode="black">
          <a:xfrm>
            <a:off x="7696200" y="4114800"/>
            <a:ext cx="7620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B84ED51C-BB99-A72B-FB31-0CE8235FE63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2296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4279" name="Line 7">
            <a:extLst>
              <a:ext uri="{FF2B5EF4-FFF2-40B4-BE49-F238E27FC236}">
                <a16:creationId xmlns:a16="http://schemas.microsoft.com/office/drawing/2014/main" id="{68D32C52-E0E0-D8AC-E3E2-F85A3AA76246}"/>
              </a:ext>
            </a:extLst>
          </p:cNvPr>
          <p:cNvSpPr>
            <a:spLocks noChangeShapeType="1"/>
          </p:cNvSpPr>
          <p:nvPr/>
        </p:nvSpPr>
        <p:spPr bwMode="black">
          <a:xfrm>
            <a:off x="8153400" y="2286000"/>
            <a:ext cx="0" cy="18288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0" name="AutoShape 8">
            <a:extLst>
              <a:ext uri="{FF2B5EF4-FFF2-40B4-BE49-F238E27FC236}">
                <a16:creationId xmlns:a16="http://schemas.microsoft.com/office/drawing/2014/main" id="{31E09E9D-87BF-BC98-9BA9-87C1EA78410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10400" y="2286000"/>
            <a:ext cx="228600" cy="2286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81" name="Line 9">
            <a:extLst>
              <a:ext uri="{FF2B5EF4-FFF2-40B4-BE49-F238E27FC236}">
                <a16:creationId xmlns:a16="http://schemas.microsoft.com/office/drawing/2014/main" id="{26D0B6A7-24D7-6144-2DA6-9955E547EC70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105650" y="1647825"/>
            <a:ext cx="0" cy="533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BF4CF80-9A73-8AA6-5219-9B819B7AA716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905000"/>
            <a:ext cx="533400" cy="2743200"/>
            <a:chOff x="3552" y="1152"/>
            <a:chExt cx="336" cy="1728"/>
          </a:xfrm>
        </p:grpSpPr>
        <p:sp>
          <p:nvSpPr>
            <p:cNvPr id="13339" name="Line 11">
              <a:extLst>
                <a:ext uri="{FF2B5EF4-FFF2-40B4-BE49-F238E27FC236}">
                  <a16:creationId xmlns:a16="http://schemas.microsoft.com/office/drawing/2014/main" id="{E57B7871-3D4B-0E8D-43C1-7FAA73D05937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3840" y="1392"/>
              <a:ext cx="0" cy="1488"/>
            </a:xfrm>
            <a:prstGeom prst="line">
              <a:avLst/>
            </a:prstGeom>
            <a:noFill/>
            <a:ln w="952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0" name="Rectangle 12">
              <a:extLst>
                <a:ext uri="{FF2B5EF4-FFF2-40B4-BE49-F238E27FC236}">
                  <a16:creationId xmlns:a16="http://schemas.microsoft.com/office/drawing/2014/main" id="{FFD449C0-45EE-D99A-7C6B-CCBEE820C784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552" y="115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solidFill>
                    <a:srgbClr val="66FF66"/>
                  </a:solidFill>
                  <a:latin typeface="Times New Roman" panose="02020603050405020304" pitchFamily="18" charset="0"/>
                </a:rPr>
                <a:t>O'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3341" name="Rectangle 13">
              <a:extLst>
                <a:ext uri="{FF2B5EF4-FFF2-40B4-BE49-F238E27FC236}">
                  <a16:creationId xmlns:a16="http://schemas.microsoft.com/office/drawing/2014/main" id="{F900D68F-D205-49C2-D323-8A1A3F10D201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552" y="2544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 i="1">
                  <a:solidFill>
                    <a:srgbClr val="66FF66"/>
                  </a:solidFill>
                  <a:latin typeface="Times New Roman" panose="02020603050405020304" pitchFamily="18" charset="0"/>
                </a:rPr>
                <a:t>x'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3342" name="Oval 14">
              <a:extLst>
                <a:ext uri="{FF2B5EF4-FFF2-40B4-BE49-F238E27FC236}">
                  <a16:creationId xmlns:a16="http://schemas.microsoft.com/office/drawing/2014/main" id="{8940D65E-562C-3439-2BFF-336E1A8037DA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792" y="1344"/>
              <a:ext cx="96" cy="96"/>
            </a:xfrm>
            <a:prstGeom prst="ellipse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4287" name="Line 15">
            <a:extLst>
              <a:ext uri="{FF2B5EF4-FFF2-40B4-BE49-F238E27FC236}">
                <a16:creationId xmlns:a16="http://schemas.microsoft.com/office/drawing/2014/main" id="{95D1C379-CC1C-95DC-6736-F9BD1E8531EE}"/>
              </a:ext>
            </a:extLst>
          </p:cNvPr>
          <p:cNvSpPr>
            <a:spLocks noChangeShapeType="1"/>
          </p:cNvSpPr>
          <p:nvPr/>
        </p:nvSpPr>
        <p:spPr bwMode="black">
          <a:xfrm>
            <a:off x="6324600" y="1752600"/>
            <a:ext cx="0" cy="2895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8" name="Text Box 16">
            <a:extLst>
              <a:ext uri="{FF2B5EF4-FFF2-40B4-BE49-F238E27FC236}">
                <a16:creationId xmlns:a16="http://schemas.microsoft.com/office/drawing/2014/main" id="{6066E85A-C9FD-7394-489E-C883FE9CFB1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7912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4289" name="Text Box 17">
            <a:extLst>
              <a:ext uri="{FF2B5EF4-FFF2-40B4-BE49-F238E27FC236}">
                <a16:creationId xmlns:a16="http://schemas.microsoft.com/office/drawing/2014/main" id="{34E1CC1E-57D8-7769-9E37-5A4815E121F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838825" y="414972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54290" name="Oval 18">
            <a:extLst>
              <a:ext uri="{FF2B5EF4-FFF2-40B4-BE49-F238E27FC236}">
                <a16:creationId xmlns:a16="http://schemas.microsoft.com/office/drawing/2014/main" id="{AD4D7684-29EB-1797-4F6C-786B20A1597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48400" y="16764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291" name="Text Box 19">
            <a:extLst>
              <a:ext uri="{FF2B5EF4-FFF2-40B4-BE49-F238E27FC236}">
                <a16:creationId xmlns:a16="http://schemas.microsoft.com/office/drawing/2014/main" id="{9AD7C0C3-41D5-E2BD-C2DA-ECEF141F34B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050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取螺母刚松落为计时零点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 </a:t>
            </a:r>
          </a:p>
        </p:txBody>
      </p:sp>
      <p:sp>
        <p:nvSpPr>
          <p:cNvPr id="54292" name="Text Box 20">
            <a:extLst>
              <a:ext uri="{FF2B5EF4-FFF2-40B4-BE49-F238E27FC236}">
                <a16:creationId xmlns:a16="http://schemas.microsoft.com/office/drawing/2014/main" id="{D25AD421-2367-72E5-0909-98006F0675E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38200" y="29718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三种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加速度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54293" name="Object 2">
            <a:extLst>
              <a:ext uri="{FF2B5EF4-FFF2-40B4-BE49-F238E27FC236}">
                <a16:creationId xmlns:a16="http://schemas.microsoft.com/office/drawing/2014/main" id="{33E7E9F5-4B3B-2369-8165-ECB7B008C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3524250"/>
          <a:ext cx="35845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97362" imgH="388537" progId="Equation.3">
                  <p:embed/>
                </p:oleObj>
              </mc:Choice>
              <mc:Fallback>
                <p:oleObj name="公式" r:id="rId2" imgW="3497362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3524250"/>
                        <a:ext cx="35845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3">
            <a:extLst>
              <a:ext uri="{FF2B5EF4-FFF2-40B4-BE49-F238E27FC236}">
                <a16:creationId xmlns:a16="http://schemas.microsoft.com/office/drawing/2014/main" id="{39FB8097-4C25-5CD7-6B67-C02253D02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6650" y="4140200"/>
          <a:ext cx="3506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06296" imgH="388537" progId="Equation.3">
                  <p:embed/>
                </p:oleObj>
              </mc:Choice>
              <mc:Fallback>
                <p:oleObj name="公式" r:id="rId4" imgW="3406296" imgH="38853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36650" y="4140200"/>
                        <a:ext cx="3506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5" name="Object 4">
            <a:extLst>
              <a:ext uri="{FF2B5EF4-FFF2-40B4-BE49-F238E27FC236}">
                <a16:creationId xmlns:a16="http://schemas.microsoft.com/office/drawing/2014/main" id="{86066C3A-1DCA-B989-B4E8-739A1A1B31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724400"/>
          <a:ext cx="2786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7667" imgH="388537" progId="Equation.3">
                  <p:embed/>
                </p:oleObj>
              </mc:Choice>
              <mc:Fallback>
                <p:oleObj name="Equation" r:id="rId6" imgW="2697667" imgH="3885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6800" y="4724400"/>
                        <a:ext cx="2786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6" name="Object 5">
            <a:extLst>
              <a:ext uri="{FF2B5EF4-FFF2-40B4-BE49-F238E27FC236}">
                <a16:creationId xmlns:a16="http://schemas.microsoft.com/office/drawing/2014/main" id="{FC1B09BD-2F48-E7C7-954A-C7EEDD97A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5257800"/>
          <a:ext cx="6089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65644" imgH="906752" progId="Equation.3">
                  <p:embed/>
                </p:oleObj>
              </mc:Choice>
              <mc:Fallback>
                <p:oleObj name="公式" r:id="rId8" imgW="6065644" imgH="90675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06500" y="5257800"/>
                        <a:ext cx="6089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7" name="Text Box 25">
            <a:extLst>
              <a:ext uri="{FF2B5EF4-FFF2-40B4-BE49-F238E27FC236}">
                <a16:creationId xmlns:a16="http://schemas.microsoft.com/office/drawing/2014/main" id="{A7B18B89-FA3E-76B6-09C2-70C5BAA48C6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24384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动点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为螺母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取二个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坐标系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如图</a:t>
            </a:r>
          </a:p>
        </p:txBody>
      </p:sp>
      <p:sp>
        <p:nvSpPr>
          <p:cNvPr id="54298" name="Rectangle 26">
            <a:extLst>
              <a:ext uri="{FF2B5EF4-FFF2-40B4-BE49-F238E27FC236}">
                <a16:creationId xmlns:a16="http://schemas.microsoft.com/office/drawing/2014/main" id="{D01D3E15-3E98-0753-A97B-1B733B22EA1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457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4299" name="Rectangle 27">
            <a:extLst>
              <a:ext uri="{FF2B5EF4-FFF2-40B4-BE49-F238E27FC236}">
                <a16:creationId xmlns:a16="http://schemas.microsoft.com/office/drawing/2014/main" id="{8F448CFE-E96E-84DC-E484-D0D7D253E69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25438" y="1905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54300" name="Rectangle 28">
            <a:extLst>
              <a:ext uri="{FF2B5EF4-FFF2-40B4-BE49-F238E27FC236}">
                <a16:creationId xmlns:a16="http://schemas.microsoft.com/office/drawing/2014/main" id="{29E678C1-A01E-C85A-C0F1-BB010C6B3C2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1525" y="1298575"/>
            <a:ext cx="49339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螺母自天花板落到底板所需的时间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54301" name="Rectangle 29">
            <a:extLst>
              <a:ext uri="{FF2B5EF4-FFF2-40B4-BE49-F238E27FC236}">
                <a16:creationId xmlns:a16="http://schemas.microsoft.com/office/drawing/2014/main" id="{6BB5F46E-EE85-87E2-2C31-AC1A144CD68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371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graphicFrame>
        <p:nvGraphicFramePr>
          <p:cNvPr id="54302" name="Object 6">
            <a:extLst>
              <a:ext uri="{FF2B5EF4-FFF2-40B4-BE49-F238E27FC236}">
                <a16:creationId xmlns:a16="http://schemas.microsoft.com/office/drawing/2014/main" id="{73B1C933-8B72-2C29-9312-C6644104A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1773238"/>
          <a:ext cx="23177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3129" imgH="236414" progId="Equation.3">
                  <p:embed/>
                </p:oleObj>
              </mc:Choice>
              <mc:Fallback>
                <p:oleObj name="公式" r:id="rId10" imgW="183129" imgH="2364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80288" y="1773238"/>
                        <a:ext cx="231775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4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4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4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utoUpdateAnimBg="0"/>
      <p:bldP spid="54275" grpId="0" animBg="1"/>
      <p:bldP spid="54278" grpId="0" autoUpdateAnimBg="0"/>
      <p:bldP spid="54280" grpId="0" animBg="1"/>
      <p:bldP spid="54288" grpId="0" autoUpdateAnimBg="0"/>
      <p:bldP spid="54289" grpId="0" autoUpdateAnimBg="0"/>
      <p:bldP spid="54290" grpId="0" animBg="1"/>
      <p:bldP spid="54291" grpId="0" autoUpdateAnimBg="0"/>
      <p:bldP spid="54292" grpId="0" autoUpdateAnimBg="0"/>
      <p:bldP spid="54297" grpId="0" autoUpdateAnimBg="0"/>
      <p:bldP spid="54298" grpId="0" autoUpdateAnimBg="0"/>
      <p:bldP spid="54299" grpId="0" autoUpdateAnimBg="0"/>
      <p:bldP spid="54300" grpId="0" autoUpdateAnimBg="0"/>
      <p:bldP spid="5430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0B8557-26C6-288E-53CD-A70F5725B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76225"/>
            <a:ext cx="8820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itchFamily="18" charset="0"/>
              </a:rPr>
              <a:t>1</a:t>
            </a:r>
            <a:r>
              <a:rPr kumimoji="1"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  <a:cs typeface="Times New Roman" pitchFamily="18" charset="0"/>
              </a:rPr>
              <a:t>章 质点运动学小结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E8B00B6-279F-FAFE-1B2D-DE42F9690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820738"/>
            <a:ext cx="5791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t" hangingPunct="1"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33"/>
                </a:solidFill>
                <a:latin typeface="+mn-ea"/>
                <a:ea typeface="+mn-ea"/>
              </a:rPr>
              <a:t>§1.1  </a:t>
            </a:r>
            <a:r>
              <a:rPr kumimoji="1" lang="zh-CN" altLang="en-US" sz="2400">
                <a:solidFill>
                  <a:srgbClr val="66FF33"/>
                </a:solidFill>
                <a:latin typeface="+mn-ea"/>
                <a:ea typeface="+mn-ea"/>
              </a:rPr>
              <a:t>质点位置的确定方法</a:t>
            </a:r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74DFDC56-F643-0B14-2BC4-32D4C0947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1244600"/>
            <a:ext cx="4752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确定质点位置的常用方法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90E2B73-CE63-CF25-7CA6-D612A1724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698625"/>
            <a:ext cx="3241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直角坐标法</a:t>
            </a:r>
            <a:endParaRPr kumimoji="1" lang="zh-CN" altLang="en-US" sz="2400">
              <a:latin typeface="+mn-ea"/>
              <a:ea typeface="+mn-ea"/>
            </a:endParaRP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6647D0DA-C465-7AFD-5159-F8A0BD438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2130425"/>
            <a:ext cx="1752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位矢法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190A947A-42C6-171E-8ABA-F911D2587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2592388"/>
            <a:ext cx="304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3.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自然坐标法</a:t>
            </a:r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8DAC45E7-0C2D-90F1-97C9-D34BE9D8C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51175"/>
            <a:ext cx="3429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运动学方程</a:t>
            </a:r>
          </a:p>
        </p:txBody>
      </p:sp>
      <p:sp>
        <p:nvSpPr>
          <p:cNvPr id="46089" name="Text Box 9">
            <a:extLst>
              <a:ext uri="{FF2B5EF4-FFF2-40B4-BE49-F238E27FC236}">
                <a16:creationId xmlns:a16="http://schemas.microsoft.com/office/drawing/2014/main" id="{E58ADDBE-72BF-2B3B-514D-A3AA23138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3494088"/>
            <a:ext cx="49847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33"/>
                </a:solidFill>
                <a:latin typeface="+mn-ea"/>
                <a:ea typeface="+mn-ea"/>
              </a:rPr>
              <a:t>§1.2  </a:t>
            </a:r>
            <a:r>
              <a:rPr kumimoji="1" lang="zh-CN" altLang="en-US" sz="2400">
                <a:solidFill>
                  <a:srgbClr val="66FF33"/>
                </a:solidFill>
                <a:latin typeface="+mn-ea"/>
                <a:ea typeface="+mn-ea"/>
              </a:rPr>
              <a:t>质点的位移、速度和加速度</a:t>
            </a:r>
          </a:p>
        </p:txBody>
      </p:sp>
      <p:sp>
        <p:nvSpPr>
          <p:cNvPr id="46090" name="Text Box 10">
            <a:extLst>
              <a:ext uri="{FF2B5EF4-FFF2-40B4-BE49-F238E27FC236}">
                <a16:creationId xmlns:a16="http://schemas.microsoft.com/office/drawing/2014/main" id="{BE1F7A7C-44C5-2CA4-08B0-69DAAA187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4059238"/>
            <a:ext cx="2362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位移</a:t>
            </a:r>
          </a:p>
        </p:txBody>
      </p:sp>
      <p:graphicFrame>
        <p:nvGraphicFramePr>
          <p:cNvPr id="46091" name="Object 2">
            <a:extLst>
              <a:ext uri="{FF2B5EF4-FFF2-40B4-BE49-F238E27FC236}">
                <a16:creationId xmlns:a16="http://schemas.microsoft.com/office/drawing/2014/main" id="{4D46477F-85D8-9144-016F-CBFC66F5E426}"/>
              </a:ext>
            </a:extLst>
          </p:cNvPr>
          <p:cNvGraphicFramePr>
            <a:graphicFrameLocks/>
          </p:cNvGraphicFramePr>
          <p:nvPr/>
        </p:nvGraphicFramePr>
        <p:xfrm>
          <a:off x="2085975" y="4141788"/>
          <a:ext cx="24511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08044" imgH="297263" progId="Equation.3">
                  <p:embed/>
                </p:oleObj>
              </mc:Choice>
              <mc:Fallback>
                <p:oleObj name="公式" r:id="rId2" imgW="2408044" imgH="29726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141788"/>
                        <a:ext cx="24511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 Box 12">
            <a:extLst>
              <a:ext uri="{FF2B5EF4-FFF2-40B4-BE49-F238E27FC236}">
                <a16:creationId xmlns:a16="http://schemas.microsoft.com/office/drawing/2014/main" id="{7EEB6BDD-8CC2-6B2B-2300-F15EA35A3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4760913"/>
            <a:ext cx="1847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速度</a:t>
            </a:r>
          </a:p>
        </p:txBody>
      </p:sp>
      <p:graphicFrame>
        <p:nvGraphicFramePr>
          <p:cNvPr id="46093" name="Object 3">
            <a:extLst>
              <a:ext uri="{FF2B5EF4-FFF2-40B4-BE49-F238E27FC236}">
                <a16:creationId xmlns:a16="http://schemas.microsoft.com/office/drawing/2014/main" id="{A40E091F-64AE-26BA-9DCF-E73FF5315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3763" y="4608513"/>
          <a:ext cx="3994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54687" imgH="777074" progId="Equation.3">
                  <p:embed/>
                </p:oleObj>
              </mc:Choice>
              <mc:Fallback>
                <p:oleObj name="公式" r:id="rId4" imgW="3954687" imgH="7770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4608513"/>
                        <a:ext cx="3994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94" name="Picture 14" descr="j0293240">
            <a:extLst>
              <a:ext uri="{FF2B5EF4-FFF2-40B4-BE49-F238E27FC236}">
                <a16:creationId xmlns:a16="http://schemas.microsoft.com/office/drawing/2014/main" id="{B20F39B0-CA49-7283-8E8E-87AB86D0E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5" name="Rectangle 25">
            <a:extLst>
              <a:ext uri="{FF2B5EF4-FFF2-40B4-BE49-F238E27FC236}">
                <a16:creationId xmlns:a16="http://schemas.microsoft.com/office/drawing/2014/main" id="{6D963630-1A2A-6499-0732-9AD5657C1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5835650"/>
            <a:ext cx="1497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rgbClr val="0099CC"/>
              </a:buClr>
              <a:buFont typeface="Wingdings" pitchFamily="2" charset="2"/>
              <a:buChar char="l"/>
              <a:defRPr/>
            </a:pPr>
            <a:r>
              <a:rPr lang="en-US" altLang="zh-CN" sz="2400">
                <a:latin typeface="+mn-ea"/>
                <a:ea typeface="+mn-ea"/>
              </a:rPr>
              <a:t> </a:t>
            </a:r>
            <a:r>
              <a:rPr lang="zh-CN" altLang="en-US" sz="2400">
                <a:latin typeface="+mn-ea"/>
                <a:ea typeface="+mn-ea"/>
              </a:rPr>
              <a:t>加速度</a:t>
            </a:r>
          </a:p>
        </p:txBody>
      </p:sp>
      <p:graphicFrame>
        <p:nvGraphicFramePr>
          <p:cNvPr id="46106" name="Object 4">
            <a:extLst>
              <a:ext uri="{FF2B5EF4-FFF2-40B4-BE49-F238E27FC236}">
                <a16:creationId xmlns:a16="http://schemas.microsoft.com/office/drawing/2014/main" id="{AF23E8CB-FC68-9FE5-3F68-79E62F3F7B2A}"/>
              </a:ext>
            </a:extLst>
          </p:cNvPr>
          <p:cNvGraphicFramePr>
            <a:graphicFrameLocks/>
          </p:cNvGraphicFramePr>
          <p:nvPr/>
        </p:nvGraphicFramePr>
        <p:xfrm>
          <a:off x="2182813" y="5624513"/>
          <a:ext cx="4951412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907156" imgH="830441" progId="Equation.3">
                  <p:embed/>
                </p:oleObj>
              </mc:Choice>
              <mc:Fallback>
                <p:oleObj name="公式" r:id="rId7" imgW="4907156" imgH="830441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5624513"/>
                        <a:ext cx="4951412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4" grpId="0"/>
      <p:bldP spid="46085" grpId="0" autoUpdateAnimBg="0"/>
      <p:bldP spid="46086" grpId="0" autoUpdateAnimBg="0"/>
      <p:bldP spid="46087" grpId="0" autoUpdateAnimBg="0"/>
      <p:bldP spid="46088" grpId="0" autoUpdateAnimBg="0"/>
      <p:bldP spid="46089" grpId="0" autoUpdateAnimBg="0"/>
      <p:bldP spid="46090" grpId="0" autoUpdateAnimBg="0"/>
      <p:bldP spid="46092" grpId="0" autoUpdateAnimBg="0"/>
      <p:bldP spid="4610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56" name="Line 52">
            <a:extLst>
              <a:ext uri="{FF2B5EF4-FFF2-40B4-BE49-F238E27FC236}">
                <a16:creationId xmlns:a16="http://schemas.microsoft.com/office/drawing/2014/main" id="{2CFDD6D1-8F9A-7635-7772-1ACA31B6EE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5175" y="4330700"/>
            <a:ext cx="923925" cy="538163"/>
          </a:xfrm>
          <a:prstGeom prst="line">
            <a:avLst/>
          </a:prstGeom>
          <a:noFill/>
          <a:ln w="38100">
            <a:solidFill>
              <a:srgbClr val="FF99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21" name="Text Box 17">
            <a:extLst>
              <a:ext uri="{FF2B5EF4-FFF2-40B4-BE49-F238E27FC236}">
                <a16:creationId xmlns:a16="http://schemas.microsoft.com/office/drawing/2014/main" id="{BB1B30A4-E3FA-7866-29E9-45D53A29F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265113"/>
            <a:ext cx="51387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2400">
                <a:solidFill>
                  <a:srgbClr val="66FF33"/>
                </a:solidFill>
                <a:latin typeface="+mj-ea"/>
                <a:ea typeface="+mj-ea"/>
              </a:rPr>
              <a:t>§1.3 </a:t>
            </a:r>
            <a:r>
              <a:rPr lang="zh-CN" altLang="en-US" sz="2400">
                <a:solidFill>
                  <a:srgbClr val="66FF33"/>
                </a:solidFill>
                <a:latin typeface="+mj-ea"/>
                <a:ea typeface="+mj-ea"/>
              </a:rPr>
              <a:t>用直角坐标表示速度和加速度</a:t>
            </a: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22" name="Text Box 18">
            <a:extLst>
              <a:ext uri="{FF2B5EF4-FFF2-40B4-BE49-F238E27FC236}">
                <a16:creationId xmlns:a16="http://schemas.microsoft.com/office/drawing/2014/main" id="{2FBF4ECD-A4C9-1B26-024B-1D8E65BD0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771525"/>
            <a:ext cx="8321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2400">
                <a:solidFill>
                  <a:srgbClr val="66FF33"/>
                </a:solidFill>
                <a:latin typeface="+mj-ea"/>
                <a:ea typeface="+mj-ea"/>
              </a:rPr>
              <a:t>§1.4  </a:t>
            </a:r>
            <a:r>
              <a:rPr lang="zh-CN" altLang="en-US" sz="2400">
                <a:solidFill>
                  <a:srgbClr val="66FF33"/>
                </a:solidFill>
                <a:latin typeface="+mj-ea"/>
                <a:ea typeface="+mj-ea"/>
              </a:rPr>
              <a:t>用自然坐标表示平面曲线运动中的速度和加速度</a:t>
            </a: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23" name="Object 2">
            <a:extLst>
              <a:ext uri="{FF2B5EF4-FFF2-40B4-BE49-F238E27FC236}">
                <a16:creationId xmlns:a16="http://schemas.microsoft.com/office/drawing/2014/main" id="{1FD0623F-8DB8-A35B-BBBB-CB95DE5D43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188" y="1360488"/>
          <a:ext cx="31686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8489" imgH="220952" progId="Equation.3">
                  <p:embed/>
                </p:oleObj>
              </mc:Choice>
              <mc:Fallback>
                <p:oleObj name="公式" r:id="rId2" imgW="1158489" imgH="22095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1360488"/>
                        <a:ext cx="31686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3">
            <a:extLst>
              <a:ext uri="{FF2B5EF4-FFF2-40B4-BE49-F238E27FC236}">
                <a16:creationId xmlns:a16="http://schemas.microsoft.com/office/drawing/2014/main" id="{7F4EE4BD-7C46-B303-A38F-2E99545F7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1471613"/>
          <a:ext cx="1101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45004" imgH="350631" progId="Equation.3">
                  <p:embed/>
                </p:oleObj>
              </mc:Choice>
              <mc:Fallback>
                <p:oleObj name="公式" r:id="rId4" imgW="945004" imgH="3506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1471613"/>
                        <a:ext cx="1101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5" name="Object 4">
            <a:extLst>
              <a:ext uri="{FF2B5EF4-FFF2-40B4-BE49-F238E27FC236}">
                <a16:creationId xmlns:a16="http://schemas.microsoft.com/office/drawing/2014/main" id="{763CAEFF-FA07-94B7-3F4B-0A4805CE2CF8}"/>
              </a:ext>
            </a:extLst>
          </p:cNvPr>
          <p:cNvGraphicFramePr>
            <a:graphicFrameLocks/>
          </p:cNvGraphicFramePr>
          <p:nvPr/>
        </p:nvGraphicFramePr>
        <p:xfrm>
          <a:off x="865188" y="2098675"/>
          <a:ext cx="3124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78356" imgH="472329" progId="Equation.3">
                  <p:embed/>
                </p:oleObj>
              </mc:Choice>
              <mc:Fallback>
                <p:oleObj name="公式" r:id="rId6" imgW="3078356" imgH="4723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098675"/>
                        <a:ext cx="31242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5">
            <a:extLst>
              <a:ext uri="{FF2B5EF4-FFF2-40B4-BE49-F238E27FC236}">
                <a16:creationId xmlns:a16="http://schemas.microsoft.com/office/drawing/2014/main" id="{5ECBE9A4-9380-FFA4-347F-13E3AA6E86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3888" y="2089150"/>
          <a:ext cx="20637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92729" imgH="183046" progId="Equation.3">
                  <p:embed/>
                </p:oleObj>
              </mc:Choice>
              <mc:Fallback>
                <p:oleObj name="公式" r:id="rId8" imgW="792729" imgH="1830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2089150"/>
                        <a:ext cx="20637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Line 24">
            <a:extLst>
              <a:ext uri="{FF2B5EF4-FFF2-40B4-BE49-F238E27FC236}">
                <a16:creationId xmlns:a16="http://schemas.microsoft.com/office/drawing/2014/main" id="{75F1AFD4-ADFD-3C33-C139-72EE8F1C4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1838" y="1584325"/>
            <a:ext cx="0" cy="1854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29" name="Line 25">
            <a:extLst>
              <a:ext uri="{FF2B5EF4-FFF2-40B4-BE49-F238E27FC236}">
                <a16:creationId xmlns:a16="http://schemas.microsoft.com/office/drawing/2014/main" id="{BA119B6E-8D98-5562-5711-B45A1A18AE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9838" y="3438525"/>
            <a:ext cx="762000" cy="685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30" name="Line 26">
            <a:extLst>
              <a:ext uri="{FF2B5EF4-FFF2-40B4-BE49-F238E27FC236}">
                <a16:creationId xmlns:a16="http://schemas.microsoft.com/office/drawing/2014/main" id="{0CB2CC24-DC28-E654-5AB1-7EE6627E2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1838" y="3438525"/>
            <a:ext cx="1676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31" name="Freeform 27">
            <a:extLst>
              <a:ext uri="{FF2B5EF4-FFF2-40B4-BE49-F238E27FC236}">
                <a16:creationId xmlns:a16="http://schemas.microsoft.com/office/drawing/2014/main" id="{FCC5F17A-C9F8-A9C9-12A6-A93AE4ADA14B}"/>
              </a:ext>
            </a:extLst>
          </p:cNvPr>
          <p:cNvSpPr>
            <a:spLocks/>
          </p:cNvSpPr>
          <p:nvPr/>
        </p:nvSpPr>
        <p:spPr bwMode="auto">
          <a:xfrm>
            <a:off x="6607175" y="2109788"/>
            <a:ext cx="1881188" cy="1438275"/>
          </a:xfrm>
          <a:custGeom>
            <a:avLst/>
            <a:gdLst>
              <a:gd name="T0" fmla="*/ 0 w 1370"/>
              <a:gd name="T1" fmla="*/ 2147483647 h 819"/>
              <a:gd name="T2" fmla="*/ 2147483647 w 1370"/>
              <a:gd name="T3" fmla="*/ 2147483647 h 819"/>
              <a:gd name="T4" fmla="*/ 2147483647 w 1370"/>
              <a:gd name="T5" fmla="*/ 2147483647 h 819"/>
              <a:gd name="T6" fmla="*/ 2147483647 w 1370"/>
              <a:gd name="T7" fmla="*/ 2147483647 h 819"/>
              <a:gd name="T8" fmla="*/ 2147483647 w 1370"/>
              <a:gd name="T9" fmla="*/ 2147483647 h 8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70"/>
              <a:gd name="T16" fmla="*/ 0 h 819"/>
              <a:gd name="T17" fmla="*/ 1370 w 1370"/>
              <a:gd name="T18" fmla="*/ 819 h 8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70" h="819">
                <a:moveTo>
                  <a:pt x="0" y="165"/>
                </a:moveTo>
                <a:cubicBezTo>
                  <a:pt x="90" y="139"/>
                  <a:pt x="339" y="0"/>
                  <a:pt x="541" y="7"/>
                </a:cubicBezTo>
                <a:cubicBezTo>
                  <a:pt x="872" y="11"/>
                  <a:pt x="1050" y="27"/>
                  <a:pt x="1210" y="209"/>
                </a:cubicBezTo>
                <a:cubicBezTo>
                  <a:pt x="1370" y="391"/>
                  <a:pt x="1361" y="626"/>
                  <a:pt x="1349" y="694"/>
                </a:cubicBezTo>
                <a:cubicBezTo>
                  <a:pt x="1337" y="762"/>
                  <a:pt x="1342" y="793"/>
                  <a:pt x="1340" y="819"/>
                </a:cubicBezTo>
              </a:path>
            </a:pathLst>
          </a:custGeom>
          <a:noFill/>
          <a:ln w="22225">
            <a:solidFill>
              <a:srgbClr val="99CC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32" name="Line 28">
            <a:extLst>
              <a:ext uri="{FF2B5EF4-FFF2-40B4-BE49-F238E27FC236}">
                <a16:creationId xmlns:a16="http://schemas.microsoft.com/office/drawing/2014/main" id="{6B69C485-55F9-B547-1438-36076D40CA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1838" y="2200275"/>
            <a:ext cx="833437" cy="123825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33" name="Rectangle 29">
            <a:extLst>
              <a:ext uri="{FF2B5EF4-FFF2-40B4-BE49-F238E27FC236}">
                <a16:creationId xmlns:a16="http://schemas.microsoft.com/office/drawing/2014/main" id="{C5401C75-2D67-2350-3625-6440BF55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3616325"/>
            <a:ext cx="3381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 i="1">
                <a:latin typeface="+mj-ea"/>
                <a:ea typeface="+mj-ea"/>
              </a:rPr>
              <a:t>x</a:t>
            </a:r>
            <a:endParaRPr kumimoji="1" lang="en-US" altLang="zh-CN" sz="2400" i="1">
              <a:solidFill>
                <a:srgbClr val="66FFCC"/>
              </a:solidFill>
              <a:latin typeface="+mj-ea"/>
              <a:ea typeface="+mj-ea"/>
            </a:endParaRPr>
          </a:p>
        </p:txBody>
      </p:sp>
      <p:sp>
        <p:nvSpPr>
          <p:cNvPr id="47134" name="Rectangle 30">
            <a:extLst>
              <a:ext uri="{FF2B5EF4-FFF2-40B4-BE49-F238E27FC236}">
                <a16:creationId xmlns:a16="http://schemas.microsoft.com/office/drawing/2014/main" id="{DE9AD1B7-91B7-EE9D-CEDE-B03F0949C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7575" y="3359150"/>
            <a:ext cx="339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 i="1">
                <a:latin typeface="+mj-ea"/>
                <a:ea typeface="+mj-ea"/>
              </a:rPr>
              <a:t>y</a:t>
            </a:r>
            <a:endParaRPr kumimoji="1" lang="en-US" altLang="zh-CN" sz="2400" i="1">
              <a:solidFill>
                <a:srgbClr val="66FFCC"/>
              </a:solidFill>
              <a:latin typeface="+mj-ea"/>
              <a:ea typeface="+mj-ea"/>
            </a:endParaRPr>
          </a:p>
        </p:txBody>
      </p:sp>
      <p:sp>
        <p:nvSpPr>
          <p:cNvPr id="47135" name="Rectangle 31">
            <a:extLst>
              <a:ext uri="{FF2B5EF4-FFF2-40B4-BE49-F238E27FC236}">
                <a16:creationId xmlns:a16="http://schemas.microsoft.com/office/drawing/2014/main" id="{A03E030F-965D-6B64-3647-C33C3CA6F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558925"/>
            <a:ext cx="339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 i="1">
                <a:latin typeface="+mj-ea"/>
                <a:ea typeface="+mj-ea"/>
              </a:rPr>
              <a:t>z</a:t>
            </a:r>
            <a:endParaRPr kumimoji="1" lang="en-US" altLang="zh-CN" sz="2400" i="1">
              <a:solidFill>
                <a:srgbClr val="66FFCC"/>
              </a:solidFill>
              <a:latin typeface="+mj-ea"/>
              <a:ea typeface="+mj-ea"/>
            </a:endParaRPr>
          </a:p>
        </p:txBody>
      </p:sp>
      <p:sp>
        <p:nvSpPr>
          <p:cNvPr id="47136" name="Rectangle 32">
            <a:extLst>
              <a:ext uri="{FF2B5EF4-FFF2-40B4-BE49-F238E27FC236}">
                <a16:creationId xmlns:a16="http://schemas.microsoft.com/office/drawing/2014/main" id="{68609DC6-B138-6C43-7E34-BF3AFAEEA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88" y="3082925"/>
            <a:ext cx="4889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 i="1">
                <a:latin typeface="+mj-ea"/>
                <a:ea typeface="+mj-ea"/>
              </a:rPr>
              <a:t>O</a:t>
            </a:r>
            <a:endParaRPr kumimoji="1" lang="en-US" altLang="zh-CN" sz="2400">
              <a:solidFill>
                <a:srgbClr val="66FFCC"/>
              </a:solidFill>
              <a:latin typeface="+mj-ea"/>
              <a:ea typeface="+mj-ea"/>
            </a:endParaRPr>
          </a:p>
        </p:txBody>
      </p:sp>
      <p:sp>
        <p:nvSpPr>
          <p:cNvPr id="47137" name="Rectangle 33">
            <a:extLst>
              <a:ext uri="{FF2B5EF4-FFF2-40B4-BE49-F238E27FC236}">
                <a16:creationId xmlns:a16="http://schemas.microsoft.com/office/drawing/2014/main" id="{9C11990A-3763-3E4A-EF1C-7CA10669B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8" y="1757363"/>
            <a:ext cx="3397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 i="1">
                <a:solidFill>
                  <a:srgbClr val="66FFCC"/>
                </a:solidFill>
                <a:latin typeface="+mj-ea"/>
                <a:ea typeface="+mj-ea"/>
              </a:rPr>
              <a:t>P</a:t>
            </a:r>
            <a:endParaRPr kumimoji="1" lang="en-US" altLang="zh-CN" sz="2400">
              <a:solidFill>
                <a:srgbClr val="66FFCC"/>
              </a:solidFill>
              <a:latin typeface="+mj-ea"/>
              <a:ea typeface="+mj-ea"/>
            </a:endParaRPr>
          </a:p>
        </p:txBody>
      </p:sp>
      <p:graphicFrame>
        <p:nvGraphicFramePr>
          <p:cNvPr id="47138" name="Object 6">
            <a:extLst>
              <a:ext uri="{FF2B5EF4-FFF2-40B4-BE49-F238E27FC236}">
                <a16:creationId xmlns:a16="http://schemas.microsoft.com/office/drawing/2014/main" id="{6F186957-C091-32A2-AC3C-9975F8F81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2175" y="2597150"/>
          <a:ext cx="2032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0238" imgH="220952" progId="Equation.3">
                  <p:embed/>
                </p:oleObj>
              </mc:Choice>
              <mc:Fallback>
                <p:oleObj name="公式" r:id="rId10" imgW="160238" imgH="22095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2597150"/>
                        <a:ext cx="2032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9" name="Line 35">
            <a:extLst>
              <a:ext uri="{FF2B5EF4-FFF2-40B4-BE49-F238E27FC236}">
                <a16:creationId xmlns:a16="http://schemas.microsoft.com/office/drawing/2014/main" id="{A4B3D85B-C304-03F1-EDBA-609834ABE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5913" y="2174875"/>
            <a:ext cx="787400" cy="37465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40" name="Object 7">
            <a:extLst>
              <a:ext uri="{FF2B5EF4-FFF2-40B4-BE49-F238E27FC236}">
                <a16:creationId xmlns:a16="http://schemas.microsoft.com/office/drawing/2014/main" id="{144D83A7-684D-69EA-A0FC-1FC0477C5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5988" y="2586038"/>
          <a:ext cx="2032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238" imgH="236414" progId="Equation.3">
                  <p:embed/>
                </p:oleObj>
              </mc:Choice>
              <mc:Fallback>
                <p:oleObj name="公式" r:id="rId12" imgW="160238" imgH="23641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5988" y="2586038"/>
                        <a:ext cx="2032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>
            <a:extLst>
              <a:ext uri="{FF2B5EF4-FFF2-40B4-BE49-F238E27FC236}">
                <a16:creationId xmlns:a16="http://schemas.microsoft.com/office/drawing/2014/main" id="{26C45363-9ECD-7920-B67E-278D025DE6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5863" y="1243013"/>
            <a:ext cx="1220787" cy="1271587"/>
            <a:chOff x="4527" y="478"/>
            <a:chExt cx="1536" cy="1600"/>
          </a:xfrm>
        </p:grpSpPr>
        <p:sp>
          <p:nvSpPr>
            <p:cNvPr id="27692" name="Line 38">
              <a:extLst>
                <a:ext uri="{FF2B5EF4-FFF2-40B4-BE49-F238E27FC236}">
                  <a16:creationId xmlns:a16="http://schemas.microsoft.com/office/drawing/2014/main" id="{DCFBA960-1679-1967-BE6D-16E943AE4B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006" y="478"/>
              <a:ext cx="0" cy="1169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7693" name="Line 39">
              <a:extLst>
                <a:ext uri="{FF2B5EF4-FFF2-40B4-BE49-F238E27FC236}">
                  <a16:creationId xmlns:a16="http://schemas.microsoft.com/office/drawing/2014/main" id="{707DFE0B-AD97-BCD6-D51B-EE45636030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527" y="1647"/>
              <a:ext cx="479" cy="431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27694" name="Line 40">
              <a:extLst>
                <a:ext uri="{FF2B5EF4-FFF2-40B4-BE49-F238E27FC236}">
                  <a16:creationId xmlns:a16="http://schemas.microsoft.com/office/drawing/2014/main" id="{26D89C7A-0870-5F4A-AA04-905C109C55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06" y="1647"/>
              <a:ext cx="1057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prstDash val="dash"/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>
                <a:latin typeface="+mj-ea"/>
                <a:ea typeface="+mj-ea"/>
              </a:endParaRPr>
            </a:p>
          </p:txBody>
        </p:sp>
      </p:grpSp>
      <p:sp>
        <p:nvSpPr>
          <p:cNvPr id="47145" name="Line 41">
            <a:extLst>
              <a:ext uri="{FF2B5EF4-FFF2-40B4-BE49-F238E27FC236}">
                <a16:creationId xmlns:a16="http://schemas.microsoft.com/office/drawing/2014/main" id="{F12B10AC-16AF-3CF9-B6C2-67BA2BB96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0" y="2205038"/>
            <a:ext cx="250825" cy="679450"/>
          </a:xfrm>
          <a:prstGeom prst="line">
            <a:avLst/>
          </a:prstGeom>
          <a:noFill/>
          <a:ln w="31750">
            <a:solidFill>
              <a:srgbClr val="00FF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46" name="Object 8">
            <a:extLst>
              <a:ext uri="{FF2B5EF4-FFF2-40B4-BE49-F238E27FC236}">
                <a16:creationId xmlns:a16="http://schemas.microsoft.com/office/drawing/2014/main" id="{8FA6C0AF-9B9B-3497-7F92-D7D1EBFC6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2913" y="2878138"/>
          <a:ext cx="2159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7702" imgH="236414" progId="Equation.3">
                  <p:embed/>
                </p:oleObj>
              </mc:Choice>
              <mc:Fallback>
                <p:oleObj name="公式" r:id="rId14" imgW="167702" imgH="2364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2913" y="2878138"/>
                        <a:ext cx="2159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7" name="Object 9">
            <a:extLst>
              <a:ext uri="{FF2B5EF4-FFF2-40B4-BE49-F238E27FC236}">
                <a16:creationId xmlns:a16="http://schemas.microsoft.com/office/drawing/2014/main" id="{13D9820F-6431-5F05-F1DF-4220D62CD937}"/>
              </a:ext>
            </a:extLst>
          </p:cNvPr>
          <p:cNvGraphicFramePr>
            <a:graphicFrameLocks/>
          </p:cNvGraphicFramePr>
          <p:nvPr/>
        </p:nvGraphicFramePr>
        <p:xfrm>
          <a:off x="7386638" y="4227513"/>
          <a:ext cx="2413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058" imgH="297263" progId="Equation.3">
                  <p:embed/>
                </p:oleObj>
              </mc:Choice>
              <mc:Fallback>
                <p:oleObj name="Equation" r:id="rId16" imgW="198058" imgH="29726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38" y="4227513"/>
                        <a:ext cx="2413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48" name="Picture 44">
            <a:extLst>
              <a:ext uri="{FF2B5EF4-FFF2-40B4-BE49-F238E27FC236}">
                <a16:creationId xmlns:a16="http://schemas.microsoft.com/office/drawing/2014/main" id="{BA86ED78-D67D-7C5B-B877-20B8B3E5C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4776788"/>
            <a:ext cx="22860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149" name="Object 10">
            <a:extLst>
              <a:ext uri="{FF2B5EF4-FFF2-40B4-BE49-F238E27FC236}">
                <a16:creationId xmlns:a16="http://schemas.microsoft.com/office/drawing/2014/main" id="{20A68DAF-3DEF-88D2-BE83-0BAC38A5C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0" y="4456113"/>
          <a:ext cx="27781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6376" imgH="243895" progId="Equation.3">
                  <p:embed/>
                </p:oleObj>
              </mc:Choice>
              <mc:Fallback>
                <p:oleObj name="Equation" r:id="rId19" imgW="236376" imgH="2438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4456113"/>
                        <a:ext cx="277813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0" name="Line 46">
            <a:extLst>
              <a:ext uri="{FF2B5EF4-FFF2-40B4-BE49-F238E27FC236}">
                <a16:creationId xmlns:a16="http://schemas.microsoft.com/office/drawing/2014/main" id="{1F71757E-6108-2E47-CCAE-742F69787C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3588" y="4552950"/>
            <a:ext cx="533400" cy="328613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51" name="Object 11">
            <a:extLst>
              <a:ext uri="{FF2B5EF4-FFF2-40B4-BE49-F238E27FC236}">
                <a16:creationId xmlns:a16="http://schemas.microsoft.com/office/drawing/2014/main" id="{ED868326-1095-AF00-932D-93B181913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4850" y="5632450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67702" imgH="236414" progId="Equation.3">
                  <p:embed/>
                </p:oleObj>
              </mc:Choice>
              <mc:Fallback>
                <p:oleObj name="公式" r:id="rId21" imgW="167702" imgH="23641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5632450"/>
                        <a:ext cx="215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2" name="Object 12">
            <a:extLst>
              <a:ext uri="{FF2B5EF4-FFF2-40B4-BE49-F238E27FC236}">
                <a16:creationId xmlns:a16="http://schemas.microsoft.com/office/drawing/2014/main" id="{ED1FDED2-2554-DD85-F8D5-4A9F3B2CE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7963" y="5367338"/>
          <a:ext cx="3460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7087" imgH="373574" progId="Equation.3">
                  <p:embed/>
                </p:oleObj>
              </mc:Choice>
              <mc:Fallback>
                <p:oleObj name="Equation" r:id="rId23" imgW="297087" imgH="37357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963" y="5367338"/>
                        <a:ext cx="3460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Line 49">
            <a:extLst>
              <a:ext uri="{FF2B5EF4-FFF2-40B4-BE49-F238E27FC236}">
                <a16:creationId xmlns:a16="http://schemas.microsoft.com/office/drawing/2014/main" id="{BED2944F-8699-0F2B-46D7-1D06C768E12D}"/>
              </a:ext>
            </a:extLst>
          </p:cNvPr>
          <p:cNvSpPr>
            <a:spLocks noChangeShapeType="1"/>
          </p:cNvSpPr>
          <p:nvPr/>
        </p:nvSpPr>
        <p:spPr bwMode="auto">
          <a:xfrm rot="20803377" flipV="1">
            <a:off x="6350000" y="4902200"/>
            <a:ext cx="323850" cy="228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54" name="Object 13">
            <a:extLst>
              <a:ext uri="{FF2B5EF4-FFF2-40B4-BE49-F238E27FC236}">
                <a16:creationId xmlns:a16="http://schemas.microsoft.com/office/drawing/2014/main" id="{3C53B6BA-E5D6-9190-0292-D948FC327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5200" y="4357688"/>
          <a:ext cx="5127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29384" imgH="160103" progId="Equation.3">
                  <p:embed/>
                </p:oleObj>
              </mc:Choice>
              <mc:Fallback>
                <p:oleObj name="公式" r:id="rId25" imgW="129384" imgH="16010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357688"/>
                        <a:ext cx="512763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5" name="Rectangle 51">
            <a:extLst>
              <a:ext uri="{FF2B5EF4-FFF2-40B4-BE49-F238E27FC236}">
                <a16:creationId xmlns:a16="http://schemas.microsoft.com/office/drawing/2014/main" id="{776D61F8-66D7-E5AB-04D9-153C704F9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038" y="5032375"/>
            <a:ext cx="339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>
                <a:latin typeface="+mj-ea"/>
                <a:ea typeface="+mj-ea"/>
              </a:rPr>
              <a:t>•</a:t>
            </a:r>
            <a:endParaRPr kumimoji="1" lang="en-US" altLang="zh-CN" sz="2400">
              <a:solidFill>
                <a:srgbClr val="FFFFCC"/>
              </a:solidFill>
              <a:latin typeface="+mj-ea"/>
              <a:ea typeface="+mj-ea"/>
            </a:endParaRPr>
          </a:p>
        </p:txBody>
      </p:sp>
      <p:sp>
        <p:nvSpPr>
          <p:cNvPr id="47157" name="Line 53">
            <a:extLst>
              <a:ext uri="{FF2B5EF4-FFF2-40B4-BE49-F238E27FC236}">
                <a16:creationId xmlns:a16="http://schemas.microsoft.com/office/drawing/2014/main" id="{13B77D7A-CA92-FAFC-4B95-897E7A971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0888" y="4883150"/>
            <a:ext cx="290512" cy="45720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47158" name="Line 54">
            <a:extLst>
              <a:ext uri="{FF2B5EF4-FFF2-40B4-BE49-F238E27FC236}">
                <a16:creationId xmlns:a16="http://schemas.microsoft.com/office/drawing/2014/main" id="{7F4595CE-43ED-BBE7-999A-706D6B743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475" y="4913313"/>
            <a:ext cx="47625" cy="7461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47159" name="Object 14">
            <a:extLst>
              <a:ext uri="{FF2B5EF4-FFF2-40B4-BE49-F238E27FC236}">
                <a16:creationId xmlns:a16="http://schemas.microsoft.com/office/drawing/2014/main" id="{AEFFC369-B0C6-9445-3725-2C24133E49D6}"/>
              </a:ext>
            </a:extLst>
          </p:cNvPr>
          <p:cNvGraphicFramePr>
            <a:graphicFrameLocks/>
          </p:cNvGraphicFramePr>
          <p:nvPr/>
        </p:nvGraphicFramePr>
        <p:xfrm>
          <a:off x="7272338" y="5345113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67702" imgH="236414" progId="Equation.3">
                  <p:embed/>
                </p:oleObj>
              </mc:Choice>
              <mc:Fallback>
                <p:oleObj name="公式" r:id="rId27" imgW="167702" imgH="236414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5345113"/>
                        <a:ext cx="215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0" name="Object 15">
            <a:extLst>
              <a:ext uri="{FF2B5EF4-FFF2-40B4-BE49-F238E27FC236}">
                <a16:creationId xmlns:a16="http://schemas.microsoft.com/office/drawing/2014/main" id="{43C225CE-9EAB-6212-A85F-100B5A97E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188" y="2803525"/>
          <a:ext cx="18859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836264" imgH="731686" progId="Equation.3">
                  <p:embed/>
                </p:oleObj>
              </mc:Choice>
              <mc:Fallback>
                <p:oleObj name="公式" r:id="rId29" imgW="1836264" imgH="73168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803525"/>
                        <a:ext cx="18859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1" name="Object 16">
            <a:extLst>
              <a:ext uri="{FF2B5EF4-FFF2-40B4-BE49-F238E27FC236}">
                <a16:creationId xmlns:a16="http://schemas.microsoft.com/office/drawing/2014/main" id="{CBAEA00F-A330-1123-56B9-AA177BDD1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0800" y="2787650"/>
          <a:ext cx="16383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424722" imgH="731686" progId="Equation.3">
                  <p:embed/>
                </p:oleObj>
              </mc:Choice>
              <mc:Fallback>
                <p:oleObj name="公式" r:id="rId31" imgW="1424722" imgH="73168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2787650"/>
                        <a:ext cx="16383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2" name="Object 17">
            <a:extLst>
              <a:ext uri="{FF2B5EF4-FFF2-40B4-BE49-F238E27FC236}">
                <a16:creationId xmlns:a16="http://schemas.microsoft.com/office/drawing/2014/main" id="{9CC5A9F3-67F3-C561-6D6F-6A17C92C7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" y="3679825"/>
          <a:ext cx="29337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887762" imgH="769592" progId="Equation.3">
                  <p:embed/>
                </p:oleObj>
              </mc:Choice>
              <mc:Fallback>
                <p:oleObj name="公式" r:id="rId33" imgW="2887762" imgH="76959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3679825"/>
                        <a:ext cx="29337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3" name="Object 18">
            <a:extLst>
              <a:ext uri="{FF2B5EF4-FFF2-40B4-BE49-F238E27FC236}">
                <a16:creationId xmlns:a16="http://schemas.microsoft.com/office/drawing/2014/main" id="{C92D9F66-4E4B-2F32-D704-08CCE35BEA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238" y="4821238"/>
          <a:ext cx="18303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783018" imgH="769592" progId="Equation.3">
                  <p:embed/>
                </p:oleObj>
              </mc:Choice>
              <mc:Fallback>
                <p:oleObj name="公式" r:id="rId35" imgW="1783018" imgH="76959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4821238"/>
                        <a:ext cx="18303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4" name="Object 19">
            <a:extLst>
              <a:ext uri="{FF2B5EF4-FFF2-40B4-BE49-F238E27FC236}">
                <a16:creationId xmlns:a16="http://schemas.microsoft.com/office/drawing/2014/main" id="{E46E4782-7A5B-4152-A8A4-62E1A5C5E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0363" y="4829175"/>
          <a:ext cx="9921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945004" imgH="830441" progId="Equation.3">
                  <p:embed/>
                </p:oleObj>
              </mc:Choice>
              <mc:Fallback>
                <p:oleObj name="公式" r:id="rId37" imgW="945004" imgH="83044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363" y="4829175"/>
                        <a:ext cx="9921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5" name="Object 20">
            <a:extLst>
              <a:ext uri="{FF2B5EF4-FFF2-40B4-BE49-F238E27FC236}">
                <a16:creationId xmlns:a16="http://schemas.microsoft.com/office/drawing/2014/main" id="{0137FBD7-2AB3-8025-746E-E42E57B97D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9088" y="4398963"/>
          <a:ext cx="2032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160238" imgH="236414" progId="Equation.3">
                  <p:embed/>
                </p:oleObj>
              </mc:Choice>
              <mc:Fallback>
                <p:oleObj name="公式" r:id="rId39" imgW="160238" imgH="23641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9088" y="4398963"/>
                        <a:ext cx="2032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7">
            <a:extLst>
              <a:ext uri="{FF2B5EF4-FFF2-40B4-BE49-F238E27FC236}">
                <a16:creationId xmlns:a16="http://schemas.microsoft.com/office/drawing/2014/main" id="{68C607A6-668B-CD2C-897F-049E98E05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3" y="5900738"/>
            <a:ext cx="86423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 bIns="10800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lang="en-US" altLang="zh-CN" sz="2400">
                <a:solidFill>
                  <a:srgbClr val="66FF33"/>
                </a:solidFill>
                <a:latin typeface="+mj-ea"/>
                <a:ea typeface="+mj-ea"/>
              </a:rPr>
              <a:t>§1.5  </a:t>
            </a:r>
            <a:r>
              <a:rPr lang="zh-CN" altLang="en-US" sz="2400">
                <a:solidFill>
                  <a:srgbClr val="66FF33"/>
                </a:solidFill>
                <a:latin typeface="+mj-ea"/>
                <a:ea typeface="+mj-ea"/>
              </a:rPr>
              <a:t>圆周运动的角量描述  角量与线量的关系</a:t>
            </a:r>
            <a:endParaRPr lang="zh-CN" altLang="en-US" sz="2400"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7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7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7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7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1" grpId="0" autoUpdateAnimBg="0"/>
      <p:bldP spid="47122" grpId="0" autoUpdateAnimBg="0"/>
      <p:bldP spid="47133" grpId="0" autoUpdateAnimBg="0"/>
      <p:bldP spid="47134" grpId="0" autoUpdateAnimBg="0"/>
      <p:bldP spid="47135" grpId="0" autoUpdateAnimBg="0"/>
      <p:bldP spid="47136" grpId="0" autoUpdateAnimBg="0"/>
      <p:bldP spid="47137" grpId="0" autoUpdateAnimBg="0"/>
      <p:bldP spid="47155" grpId="0" autoUpdateAnimBg="0"/>
      <p:bldP spid="4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5" name="Rectangle 49">
            <a:extLst>
              <a:ext uri="{FF2B5EF4-FFF2-40B4-BE49-F238E27FC236}">
                <a16:creationId xmlns:a16="http://schemas.microsoft.com/office/drawing/2014/main" id="{E4832576-353F-4A97-3680-1C646A719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909638"/>
            <a:ext cx="8820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kumimoji="1" lang="zh-CN" altLang="en-US" sz="6000" b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第</a:t>
            </a:r>
            <a:r>
              <a:rPr kumimoji="1" lang="en-US" altLang="zh-CN" sz="6000" b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2</a:t>
            </a:r>
            <a:r>
              <a:rPr kumimoji="1" lang="zh-CN" altLang="en-US" sz="6000" b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章 牛顿运动定律</a:t>
            </a:r>
            <a:r>
              <a:rPr kumimoji="1" lang="zh-CN" altLang="en-US" sz="6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9506" name="Text Box 50">
            <a:extLst>
              <a:ext uri="{FF2B5EF4-FFF2-40B4-BE49-F238E27FC236}">
                <a16:creationId xmlns:a16="http://schemas.microsoft.com/office/drawing/2014/main" id="{15A1F3F7-FC2C-C78C-E6AB-9498F6477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475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</a:rPr>
              <a:t>主要内容：</a:t>
            </a:r>
          </a:p>
        </p:txBody>
      </p:sp>
      <p:sp>
        <p:nvSpPr>
          <p:cNvPr id="19507" name="Rectangle 51">
            <a:extLst>
              <a:ext uri="{FF2B5EF4-FFF2-40B4-BE49-F238E27FC236}">
                <a16:creationId xmlns:a16="http://schemas.microsoft.com/office/drawing/2014/main" id="{ADC08F97-1C81-898D-3AB9-7C9470151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3105150"/>
            <a:ext cx="6326188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kumimoji="1" lang="en-US" altLang="zh-CN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牛顿运动三定律</a:t>
            </a:r>
          </a:p>
        </p:txBody>
      </p:sp>
      <p:sp>
        <p:nvSpPr>
          <p:cNvPr id="19508" name="Text Box 52">
            <a:extLst>
              <a:ext uri="{FF2B5EF4-FFF2-40B4-BE49-F238E27FC236}">
                <a16:creationId xmlns:a16="http://schemas.microsoft.com/office/drawing/2014/main" id="{8A1C8900-960E-4999-5BC2-68E6771BE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3748088"/>
            <a:ext cx="4633913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力学中常见的几种力</a:t>
            </a:r>
          </a:p>
        </p:txBody>
      </p:sp>
      <p:sp>
        <p:nvSpPr>
          <p:cNvPr id="19509" name="Text Box 53">
            <a:extLst>
              <a:ext uri="{FF2B5EF4-FFF2-40B4-BE49-F238E27FC236}">
                <a16:creationId xmlns:a16="http://schemas.microsoft.com/office/drawing/2014/main" id="{7585DE27-0816-14F6-7929-4345A2CBC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391025"/>
            <a:ext cx="7234238" cy="3873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牛顿运动定律的应用</a:t>
            </a:r>
          </a:p>
        </p:txBody>
      </p:sp>
      <p:sp>
        <p:nvSpPr>
          <p:cNvPr id="19510" name="Text Box 54">
            <a:extLst>
              <a:ext uri="{FF2B5EF4-FFF2-40B4-BE49-F238E27FC236}">
                <a16:creationId xmlns:a16="http://schemas.microsoft.com/office/drawing/2014/main" id="{2CD5C436-06B3-A99E-E78F-357BB8A51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964113"/>
            <a:ext cx="7202488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090738" indent="-2090738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牛顿运动定律的适用范围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6" grpId="0"/>
      <p:bldP spid="19507" grpId="0" autoUpdateAnimBg="0"/>
      <p:bldP spid="19508" grpId="0" autoUpdateAnimBg="0"/>
      <p:bldP spid="19509" grpId="0" autoUpdateAnimBg="0"/>
      <p:bldP spid="195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82" name="Text Box 6">
            <a:extLst>
              <a:ext uri="{FF2B5EF4-FFF2-40B4-BE49-F238E27FC236}">
                <a16:creationId xmlns:a16="http://schemas.microsoft.com/office/drawing/2014/main" id="{B2714071-241A-9515-F43A-0B39CAF6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40513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•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惯性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rgbClr val="FFFFCC"/>
                </a:solidFill>
                <a:latin typeface="Times New Roman" panose="02020603050405020304" pitchFamily="18" charset="0"/>
                <a:ea typeface="仿宋_GB2312" pitchFamily="49" charset="-122"/>
              </a:rPr>
              <a:t>——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物体的固有属性（</a:t>
            </a:r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惯性定律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）</a:t>
            </a:r>
          </a:p>
        </p:txBody>
      </p:sp>
      <p:sp>
        <p:nvSpPr>
          <p:cNvPr id="459783" name="Text Box 7">
            <a:extLst>
              <a:ext uri="{FF2B5EF4-FFF2-40B4-BE49-F238E27FC236}">
                <a16:creationId xmlns:a16="http://schemas.microsoft.com/office/drawing/2014/main" id="{79BE97EB-2D2B-A175-6633-3B5CCF1CB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4824413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•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力 </a:t>
            </a:r>
            <a:r>
              <a:rPr kumimoji="1" lang="en-US" altLang="zh-CN" sz="2400">
                <a:solidFill>
                  <a:srgbClr val="FFFFCC"/>
                </a:solidFill>
                <a:latin typeface="Times New Roman" panose="02020603050405020304" pitchFamily="18" charset="0"/>
                <a:ea typeface="仿宋_GB2312" pitchFamily="49" charset="-122"/>
              </a:rPr>
              <a:t>——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使物体改变运动状态的原因</a:t>
            </a:r>
          </a:p>
        </p:txBody>
      </p:sp>
      <p:graphicFrame>
        <p:nvGraphicFramePr>
          <p:cNvPr id="459784" name="Object 8">
            <a:extLst>
              <a:ext uri="{FF2B5EF4-FFF2-40B4-BE49-F238E27FC236}">
                <a16:creationId xmlns:a16="http://schemas.microsoft.com/office/drawing/2014/main" id="{3B1B96B8-77DB-8F8D-8C4B-70ACEC9E8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9088" y="5967413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81853" imgH="396018" progId="Equation.3">
                  <p:embed/>
                </p:oleObj>
              </mc:Choice>
              <mc:Fallback>
                <p:oleObj name="公式" r:id="rId2" imgW="1081853" imgH="39601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5967413"/>
                        <a:ext cx="1104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785" name="Text Box 9">
            <a:extLst>
              <a:ext uri="{FF2B5EF4-FFF2-40B4-BE49-F238E27FC236}">
                <a16:creationId xmlns:a16="http://schemas.microsoft.com/office/drawing/2014/main" id="{AC01757C-D8C7-9C57-ABFE-1880F2575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5422900"/>
            <a:ext cx="6415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仿宋_GB2312" pitchFamily="49" charset="-122"/>
                <a:ea typeface="仿宋_GB2312" pitchFamily="49" charset="-122"/>
              </a:rPr>
              <a:t>质点处于静止或匀速直线运动状态时：</a:t>
            </a:r>
          </a:p>
        </p:txBody>
      </p:sp>
      <p:sp>
        <p:nvSpPr>
          <p:cNvPr id="459786" name="Text Box 10">
            <a:extLst>
              <a:ext uri="{FF2B5EF4-FFF2-40B4-BE49-F238E27FC236}">
                <a16:creationId xmlns:a16="http://schemas.microsoft.com/office/drawing/2014/main" id="{A34241DF-5DFF-91A9-734D-97692620E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45188"/>
            <a:ext cx="52006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——</a:t>
            </a:r>
            <a:r>
              <a:rPr kumimoji="1" lang="en-US" altLang="zh-CN" sz="2400">
                <a:solidFill>
                  <a:srgbClr val="FFFFFF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rgbClr val="FFFFFF"/>
                </a:solidFill>
                <a:latin typeface="仿宋_GB2312" pitchFamily="49" charset="-122"/>
                <a:ea typeface="仿宋_GB2312" pitchFamily="49" charset="-122"/>
              </a:rPr>
              <a:t>静力学基本方程</a:t>
            </a:r>
            <a:r>
              <a:rPr kumimoji="1" lang="en-US" altLang="zh-CN" sz="2400">
                <a:solidFill>
                  <a:srgbClr val="FFFFFF"/>
                </a:solidFill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1" lang="zh-CN" altLang="en-US" sz="2400">
                <a:solidFill>
                  <a:srgbClr val="FFFFFF"/>
                </a:solidFill>
                <a:latin typeface="仿宋_GB2312" pitchFamily="49" charset="-122"/>
                <a:ea typeface="仿宋_GB2312" pitchFamily="49" charset="-122"/>
              </a:rPr>
              <a:t>适用于惯性系）</a:t>
            </a:r>
            <a:endParaRPr kumimoji="1" lang="en-US" altLang="zh-CN" sz="2400">
              <a:solidFill>
                <a:srgbClr val="FFFFFF"/>
              </a:solidFill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zh-CN" altLang="en-US" sz="2400">
              <a:solidFill>
                <a:srgbClr val="FFFFFF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59787" name="Rectangle 11">
            <a:extLst>
              <a:ext uri="{FF2B5EF4-FFF2-40B4-BE49-F238E27FC236}">
                <a16:creationId xmlns:a16="http://schemas.microsoft.com/office/drawing/2014/main" id="{25279C6C-5BEF-79DC-9230-6EA21B65E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550" y="1506538"/>
            <a:ext cx="66706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任何物体都保持静止或作匀速直线运动状态，直到其它物体的作用迫使它改变这种状态为止。</a:t>
            </a:r>
          </a:p>
        </p:txBody>
      </p:sp>
      <p:sp>
        <p:nvSpPr>
          <p:cNvPr id="459788" name="Rectangle 12">
            <a:extLst>
              <a:ext uri="{FF2B5EF4-FFF2-40B4-BE49-F238E27FC236}">
                <a16:creationId xmlns:a16="http://schemas.microsoft.com/office/drawing/2014/main" id="{261AF2BA-6BA1-261B-C0E1-9D56ACAB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814388"/>
            <a:ext cx="8251825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00FFCC"/>
              </a:buClr>
              <a:buSzPct val="85000"/>
              <a:buFont typeface="Wingdings" pitchFamily="2" charset="2"/>
              <a:buChar char="u"/>
              <a:defRPr/>
            </a:pPr>
            <a:r>
              <a:rPr kumimoji="1" lang="zh-CN" altLang="en-US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一、 牛顿第一定律：</a:t>
            </a:r>
          </a:p>
        </p:txBody>
      </p:sp>
      <p:sp>
        <p:nvSpPr>
          <p:cNvPr id="459789" name="Text Box 13">
            <a:extLst>
              <a:ext uri="{FF2B5EF4-FFF2-40B4-BE49-F238E27FC236}">
                <a16:creationId xmlns:a16="http://schemas.microsoft.com/office/drawing/2014/main" id="{1C6B6F34-6F53-7D2C-ECB7-CD2A00AF0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571750"/>
            <a:ext cx="7837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FFCC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牛顿运动定律中的物体指的是</a:t>
            </a:r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质点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或作</a:t>
            </a:r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平动的物体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。</a:t>
            </a:r>
          </a:p>
        </p:txBody>
      </p:sp>
      <p:sp>
        <p:nvSpPr>
          <p:cNvPr id="459791" name="Text Box 15">
            <a:extLst>
              <a:ext uri="{FF2B5EF4-FFF2-40B4-BE49-F238E27FC236}">
                <a16:creationId xmlns:a16="http://schemas.microsoft.com/office/drawing/2014/main" id="{FF1992D0-3E87-DE35-1F50-453163053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3270250"/>
            <a:ext cx="7837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FFCC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牛顿第一定律提出了</a:t>
            </a:r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  <a:ea typeface="仿宋_GB2312" pitchFamily="49" charset="-122"/>
              </a:rPr>
              <a:t>两个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重要概念。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7A2B0808-36BD-D35C-8FBC-59ECEF3DA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13" y="290513"/>
            <a:ext cx="5135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§2.1 </a:t>
            </a:r>
            <a:r>
              <a:rPr kumimoji="1" lang="zh-CN" altLang="en-US" sz="3200">
                <a:solidFill>
                  <a:srgbClr val="66FF33"/>
                </a:solidFill>
                <a:latin typeface="仿宋_GB2312" pitchFamily="49" charset="-122"/>
                <a:ea typeface="仿宋_GB2312" pitchFamily="49" charset="-122"/>
              </a:rPr>
              <a:t>牛顿运动三定律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9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82" grpId="0" autoUpdateAnimBg="0"/>
      <p:bldP spid="459783" grpId="0" autoUpdateAnimBg="0"/>
      <p:bldP spid="459785" grpId="0" autoUpdateAnimBg="0"/>
      <p:bldP spid="459786" grpId="0" autoUpdateAnimBg="0"/>
      <p:bldP spid="459787" grpId="0" autoUpdateAnimBg="0"/>
      <p:bldP spid="459788" grpId="0" autoUpdateAnimBg="0"/>
      <p:bldP spid="459789" grpId="0" autoUpdateAnimBg="0"/>
      <p:bldP spid="459791" grpId="0" autoUpdateAnimBg="0"/>
      <p:bldP spid="1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69" name="Text Box 65">
            <a:extLst>
              <a:ext uri="{FF2B5EF4-FFF2-40B4-BE49-F238E27FC236}">
                <a16:creationId xmlns:a16="http://schemas.microsoft.com/office/drawing/2014/main" id="{BEDBBE45-CA05-32B1-7FF4-E909CBF6C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950913"/>
            <a:ext cx="80486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物体受合力作用时，它的动量将发生变化。</a:t>
            </a: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某时刻物体动量对时间的变化率等于该时刻作用在质点上的合力。即</a:t>
            </a:r>
          </a:p>
        </p:txBody>
      </p:sp>
      <p:sp>
        <p:nvSpPr>
          <p:cNvPr id="149566" name="Text Box 62">
            <a:extLst>
              <a:ext uri="{FF2B5EF4-FFF2-40B4-BE49-F238E27FC236}">
                <a16:creationId xmlns:a16="http://schemas.microsoft.com/office/drawing/2014/main" id="{14DD3707-7796-9C8F-BD81-8F0C23934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400050"/>
            <a:ext cx="8128000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FFCC"/>
              </a:buClr>
              <a:buFont typeface="Wingdings" pitchFamily="2" charset="2"/>
              <a:buChar char="u"/>
              <a:defRPr/>
            </a:pPr>
            <a:r>
              <a:rPr kumimoji="1" lang="zh-CN" altLang="en-US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二、牛顿第二定律：</a:t>
            </a:r>
          </a:p>
        </p:txBody>
      </p:sp>
      <p:sp>
        <p:nvSpPr>
          <p:cNvPr id="149529" name="Text Box 25">
            <a:extLst>
              <a:ext uri="{FF2B5EF4-FFF2-40B4-BE49-F238E27FC236}">
                <a16:creationId xmlns:a16="http://schemas.microsoft.com/office/drawing/2014/main" id="{61331A53-0BC7-676A-EF13-163309DBB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2830513"/>
            <a:ext cx="7456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为常量时，牛顿第二定律可表示为</a:t>
            </a:r>
          </a:p>
        </p:txBody>
      </p:sp>
      <p:graphicFrame>
        <p:nvGraphicFramePr>
          <p:cNvPr id="149530" name="Object 26">
            <a:extLst>
              <a:ext uri="{FF2B5EF4-FFF2-40B4-BE49-F238E27FC236}">
                <a16:creationId xmlns:a16="http://schemas.microsoft.com/office/drawing/2014/main" id="{5ECD1F79-7CF4-46DB-1810-82CA917C69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3367088"/>
          <a:ext cx="11080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66924" imgH="853385" progId="Equation.3">
                  <p:embed/>
                </p:oleObj>
              </mc:Choice>
              <mc:Fallback>
                <p:oleObj name="公式" r:id="rId2" imgW="1066924" imgH="85338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3367088"/>
                        <a:ext cx="11080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1" name="Object 27">
            <a:extLst>
              <a:ext uri="{FF2B5EF4-FFF2-40B4-BE49-F238E27FC236}">
                <a16:creationId xmlns:a16="http://schemas.microsoft.com/office/drawing/2014/main" id="{B4989793-CDC6-BC8E-8F91-C4D1B4A584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363" y="3382963"/>
          <a:ext cx="13208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80409" imgH="853385" progId="Equation.3">
                  <p:embed/>
                </p:oleObj>
              </mc:Choice>
              <mc:Fallback>
                <p:oleObj name="公式" r:id="rId4" imgW="1280409" imgH="85338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382963"/>
                        <a:ext cx="13208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2" name="Object 28">
            <a:extLst>
              <a:ext uri="{FF2B5EF4-FFF2-40B4-BE49-F238E27FC236}">
                <a16:creationId xmlns:a16="http://schemas.microsoft.com/office/drawing/2014/main" id="{0D205505-491F-B67D-94EA-AB8D0B4E8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4600" y="3382963"/>
          <a:ext cx="111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81853" imgH="853385" progId="Equation.3">
                  <p:embed/>
                </p:oleObj>
              </mc:Choice>
              <mc:Fallback>
                <p:oleObj name="公式" r:id="rId6" imgW="1081853" imgH="85338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382963"/>
                        <a:ext cx="1117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3" name="Object 29">
            <a:extLst>
              <a:ext uri="{FF2B5EF4-FFF2-40B4-BE49-F238E27FC236}">
                <a16:creationId xmlns:a16="http://schemas.microsoft.com/office/drawing/2014/main" id="{7A42DB83-2DCE-CB7B-8D95-B09BA01D70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0300" y="3668713"/>
          <a:ext cx="812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7302" imgH="251377" progId="Equation.3">
                  <p:embed/>
                </p:oleObj>
              </mc:Choice>
              <mc:Fallback>
                <p:oleObj name="公式" r:id="rId8" imgW="777302" imgH="25137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3668713"/>
                        <a:ext cx="812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63" name="Rectangle 59">
            <a:extLst>
              <a:ext uri="{FF2B5EF4-FFF2-40B4-BE49-F238E27FC236}">
                <a16:creationId xmlns:a16="http://schemas.microsoft.com/office/drawing/2014/main" id="{A2B862E3-4381-F384-D14F-B6EB08721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6003925"/>
            <a:ext cx="715645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质量是物体惯性大小的量度 </a:t>
            </a: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—— 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惯性质量</a:t>
            </a:r>
          </a:p>
        </p:txBody>
      </p:sp>
      <p:graphicFrame>
        <p:nvGraphicFramePr>
          <p:cNvPr id="149578" name="Object 74">
            <a:extLst>
              <a:ext uri="{FF2B5EF4-FFF2-40B4-BE49-F238E27FC236}">
                <a16:creationId xmlns:a16="http://schemas.microsoft.com/office/drawing/2014/main" id="{194F4CFB-F371-4357-A830-A57236603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2888" y="5605463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99222" imgH="365594" progId="Equation.3">
                  <p:embed/>
                </p:oleObj>
              </mc:Choice>
              <mc:Fallback>
                <p:oleObj name="公式" r:id="rId10" imgW="899222" imgH="365594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5605463"/>
                        <a:ext cx="939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79" name="Text Box 75">
            <a:extLst>
              <a:ext uri="{FF2B5EF4-FFF2-40B4-BE49-F238E27FC236}">
                <a16:creationId xmlns:a16="http://schemas.microsoft.com/office/drawing/2014/main" id="{E54D1C61-588F-24B9-267A-E698D887A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5559425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对应性</a:t>
            </a:r>
            <a:r>
              <a:rPr kumimoji="1" lang="zh-CN" altLang="en-US" sz="2400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endParaRPr kumimoji="1" lang="en-US" altLang="zh-CN" sz="240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9580" name="Text Box 76">
            <a:extLst>
              <a:ext uri="{FF2B5EF4-FFF2-40B4-BE49-F238E27FC236}">
                <a16:creationId xmlns:a16="http://schemas.microsoft.com/office/drawing/2014/main" id="{CEC88779-FF3E-0E8A-0B52-7B60A2437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5037138"/>
            <a:ext cx="5437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矢量性</a:t>
            </a:r>
            <a:r>
              <a:rPr kumimoji="1" lang="zh-CN" altLang="en-US" sz="2400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zh-CN" altLang="en-US" sz="24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矢量</a:t>
            </a:r>
            <a:r>
              <a:rPr kumimoji="1" lang="zh-CN" altLang="en-US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叠加定理）</a:t>
            </a:r>
          </a:p>
        </p:txBody>
      </p:sp>
      <p:sp>
        <p:nvSpPr>
          <p:cNvPr id="149581" name="Text Box 77">
            <a:extLst>
              <a:ext uri="{FF2B5EF4-FFF2-40B4-BE49-F238E27FC236}">
                <a16:creationId xmlns:a16="http://schemas.microsoft.com/office/drawing/2014/main" id="{8138EB6F-FEA0-8ACF-60B6-F48B4009B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4498975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瞬时性</a:t>
            </a:r>
            <a:r>
              <a:rPr kumimoji="1" lang="zh-CN" altLang="en-US" sz="2400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en-US" altLang="zh-CN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第二定律是一个瞬时关系式</a:t>
            </a:r>
          </a:p>
        </p:txBody>
      </p:sp>
      <p:graphicFrame>
        <p:nvGraphicFramePr>
          <p:cNvPr id="149585" name="Object 81">
            <a:extLst>
              <a:ext uri="{FF2B5EF4-FFF2-40B4-BE49-F238E27FC236}">
                <a16:creationId xmlns:a16="http://schemas.microsoft.com/office/drawing/2014/main" id="{DA26F182-488C-D9F9-7623-F62935FEE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313" y="2082800"/>
          <a:ext cx="13763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2847" imgH="358112" progId="Equation.3">
                  <p:embed/>
                </p:oleObj>
              </mc:Choice>
              <mc:Fallback>
                <p:oleObj name="公式" r:id="rId12" imgW="662847" imgH="358112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2082800"/>
                        <a:ext cx="1376362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86" name="Object 82">
            <a:extLst>
              <a:ext uri="{FF2B5EF4-FFF2-40B4-BE49-F238E27FC236}">
                <a16:creationId xmlns:a16="http://schemas.microsoft.com/office/drawing/2014/main" id="{7220E137-189F-5D52-F363-6A040C3DE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2060575"/>
          <a:ext cx="36798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28800" imgH="358112" progId="Equation.3">
                  <p:embed/>
                </p:oleObj>
              </mc:Choice>
              <mc:Fallback>
                <p:oleObj name="公式" r:id="rId14" imgW="1828800" imgH="358112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060575"/>
                        <a:ext cx="367982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87" name="Text Box 83">
            <a:extLst>
              <a:ext uri="{FF2B5EF4-FFF2-40B4-BE49-F238E27FC236}">
                <a16:creationId xmlns:a16="http://schemas.microsoft.com/office/drawing/2014/main" id="{DAC56D53-4184-0FF5-4EB0-F67C25337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4630738"/>
            <a:ext cx="22748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第二定律的三个性质</a:t>
            </a:r>
          </a:p>
        </p:txBody>
      </p:sp>
      <p:sp>
        <p:nvSpPr>
          <p:cNvPr id="149588" name="Rectangle 84">
            <a:extLst>
              <a:ext uri="{FF2B5EF4-FFF2-40B4-BE49-F238E27FC236}">
                <a16:creationId xmlns:a16="http://schemas.microsoft.com/office/drawing/2014/main" id="{9978931E-8FDD-42EF-4253-92F7D2B3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41243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讨论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9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9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9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9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14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69" grpId="0"/>
      <p:bldP spid="149566" grpId="0"/>
      <p:bldP spid="149529" grpId="0" autoUpdateAnimBg="0"/>
      <p:bldP spid="149563" grpId="0"/>
      <p:bldP spid="149579" grpId="0" autoUpdateAnimBg="0"/>
      <p:bldP spid="149580" grpId="0" autoUpdateAnimBg="0"/>
      <p:bldP spid="149581" grpId="0" autoUpdateAnimBg="0"/>
      <p:bldP spid="149587" grpId="0" autoUpdateAnimBg="0"/>
      <p:bldP spid="1495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6162" name="Object 2">
            <a:extLst>
              <a:ext uri="{FF2B5EF4-FFF2-40B4-BE49-F238E27FC236}">
                <a16:creationId xmlns:a16="http://schemas.microsoft.com/office/drawing/2014/main" id="{8DB6F367-59A5-B1E5-2B0B-7053BCE623BF}"/>
              </a:ext>
            </a:extLst>
          </p:cNvPr>
          <p:cNvGraphicFramePr>
            <a:graphicFrameLocks/>
          </p:cNvGraphicFramePr>
          <p:nvPr/>
        </p:nvGraphicFramePr>
        <p:xfrm>
          <a:off x="1849438" y="1484313"/>
          <a:ext cx="28670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4516" imgH="472329" progId="Equation.3">
                  <p:embed/>
                </p:oleObj>
              </mc:Choice>
              <mc:Fallback>
                <p:oleObj name="Equation" r:id="rId2" imgW="2834516" imgH="47232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1484313"/>
                        <a:ext cx="28670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3" name="Text Box 3">
            <a:extLst>
              <a:ext uri="{FF2B5EF4-FFF2-40B4-BE49-F238E27FC236}">
                <a16:creationId xmlns:a16="http://schemas.microsoft.com/office/drawing/2014/main" id="{834168B8-EFA3-EC93-BEDC-40DE4BAF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6413"/>
            <a:ext cx="4495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(2) </a:t>
            </a: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分量表示形式 </a:t>
            </a:r>
          </a:p>
        </p:txBody>
      </p:sp>
      <p:graphicFrame>
        <p:nvGraphicFramePr>
          <p:cNvPr id="476164" name="Object 4">
            <a:extLst>
              <a:ext uri="{FF2B5EF4-FFF2-40B4-BE49-F238E27FC236}">
                <a16:creationId xmlns:a16="http://schemas.microsoft.com/office/drawing/2014/main" id="{07677F49-2D40-7B2D-919E-3C869099F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358775"/>
          <a:ext cx="21717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51691" imgH="815479" progId="Equation.3">
                  <p:embed/>
                </p:oleObj>
              </mc:Choice>
              <mc:Fallback>
                <p:oleObj name="公式" r:id="rId4" imgW="1851691" imgH="81547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358775"/>
                        <a:ext cx="21717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5" name="Object 5">
            <a:extLst>
              <a:ext uri="{FF2B5EF4-FFF2-40B4-BE49-F238E27FC236}">
                <a16:creationId xmlns:a16="http://schemas.microsoft.com/office/drawing/2014/main" id="{AC9CA9A3-E5C8-CD99-0DD6-0F1EC2422A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090613"/>
          <a:ext cx="230346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66147" imgH="815479" progId="Equation.3">
                  <p:embed/>
                </p:oleObj>
              </mc:Choice>
              <mc:Fallback>
                <p:oleObj name="公式" r:id="rId6" imgW="1966147" imgH="8154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090613"/>
                        <a:ext cx="230346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6" name="Object 6">
            <a:extLst>
              <a:ext uri="{FF2B5EF4-FFF2-40B4-BE49-F238E27FC236}">
                <a16:creationId xmlns:a16="http://schemas.microsoft.com/office/drawing/2014/main" id="{2D45CEFA-E08E-9160-4B69-3B86DFE1B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5750" y="1812925"/>
          <a:ext cx="215741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4227" imgH="815479" progId="Equation.3">
                  <p:embed/>
                </p:oleObj>
              </mc:Choice>
              <mc:Fallback>
                <p:oleObj name="公式" r:id="rId8" imgW="1844227" imgH="8154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1812925"/>
                        <a:ext cx="215741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7" name="Object 7">
            <a:extLst>
              <a:ext uri="{FF2B5EF4-FFF2-40B4-BE49-F238E27FC236}">
                <a16:creationId xmlns:a16="http://schemas.microsoft.com/office/drawing/2014/main" id="{CBB9CD3C-754F-A680-657D-EC36CD551E20}"/>
              </a:ext>
            </a:extLst>
          </p:cNvPr>
          <p:cNvGraphicFramePr>
            <a:graphicFrameLocks/>
          </p:cNvGraphicFramePr>
          <p:nvPr/>
        </p:nvGraphicFramePr>
        <p:xfrm>
          <a:off x="3019425" y="2547938"/>
          <a:ext cx="45053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72722" imgH="914234" progId="Equation.3">
                  <p:embed/>
                </p:oleObj>
              </mc:Choice>
              <mc:Fallback>
                <p:oleObj name="Equation" r:id="rId10" imgW="4472722" imgH="914234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547938"/>
                        <a:ext cx="45053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8" name="Text Box 8">
            <a:extLst>
              <a:ext uri="{FF2B5EF4-FFF2-40B4-BE49-F238E27FC236}">
                <a16:creationId xmlns:a16="http://schemas.microsoft.com/office/drawing/2014/main" id="{1F2FFA77-2FE9-49B4-9F3F-E8CCABF2F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700338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自然坐标中</a:t>
            </a:r>
          </a:p>
        </p:txBody>
      </p:sp>
      <p:graphicFrame>
        <p:nvGraphicFramePr>
          <p:cNvPr id="476169" name="Object 9">
            <a:extLst>
              <a:ext uri="{FF2B5EF4-FFF2-40B4-BE49-F238E27FC236}">
                <a16:creationId xmlns:a16="http://schemas.microsoft.com/office/drawing/2014/main" id="{09D4290F-6FA5-EFD6-B698-69140B79993C}"/>
              </a:ext>
            </a:extLst>
          </p:cNvPr>
          <p:cNvGraphicFramePr>
            <a:graphicFrameLocks/>
          </p:cNvGraphicFramePr>
          <p:nvPr/>
        </p:nvGraphicFramePr>
        <p:xfrm>
          <a:off x="3095625" y="3560763"/>
          <a:ext cx="39973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62649" imgH="838422" progId="Equation.3">
                  <p:embed/>
                </p:oleObj>
              </mc:Choice>
              <mc:Fallback>
                <p:oleObj name="Equation" r:id="rId12" imgW="3962649" imgH="83842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560763"/>
                        <a:ext cx="39973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0" name="Text Box 10">
            <a:extLst>
              <a:ext uri="{FF2B5EF4-FFF2-40B4-BE49-F238E27FC236}">
                <a16:creationId xmlns:a16="http://schemas.microsoft.com/office/drawing/2014/main" id="{3A7D0F90-D607-2715-D433-ABB1F55FE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87925"/>
            <a:ext cx="746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如火箭、雨滴问题。</a:t>
            </a:r>
          </a:p>
        </p:txBody>
      </p:sp>
      <p:sp>
        <p:nvSpPr>
          <p:cNvPr id="476171" name="Text Box 11">
            <a:extLst>
              <a:ext uri="{FF2B5EF4-FFF2-40B4-BE49-F238E27FC236}">
                <a16:creationId xmlns:a16="http://schemas.microsoft.com/office/drawing/2014/main" id="{341E996D-E8E0-4BC0-93D2-08AED4E8B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448300"/>
            <a:ext cx="807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在狭义相对论中</a:t>
            </a: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高速运动物体的质量与运动速度有关 。</a:t>
            </a:r>
          </a:p>
        </p:txBody>
      </p:sp>
      <p:sp>
        <p:nvSpPr>
          <p:cNvPr id="476172" name="Text Box 12">
            <a:extLst>
              <a:ext uri="{FF2B5EF4-FFF2-40B4-BE49-F238E27FC236}">
                <a16:creationId xmlns:a16="http://schemas.microsoft.com/office/drawing/2014/main" id="{5AF1D21A-BD88-75E5-72A7-7DFC02206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84688"/>
            <a:ext cx="805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在一般问题中，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可认为常量，但有时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是变化的：</a:t>
            </a:r>
          </a:p>
        </p:txBody>
      </p:sp>
      <p:graphicFrame>
        <p:nvGraphicFramePr>
          <p:cNvPr id="476173" name="Object 13">
            <a:extLst>
              <a:ext uri="{FF2B5EF4-FFF2-40B4-BE49-F238E27FC236}">
                <a16:creationId xmlns:a16="http://schemas.microsoft.com/office/drawing/2014/main" id="{83D88A31-333A-32DD-5F6C-28DF82CEC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313" y="5899150"/>
          <a:ext cx="13763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2847" imgH="358112" progId="Equation.3">
                  <p:embed/>
                </p:oleObj>
              </mc:Choice>
              <mc:Fallback>
                <p:oleObj name="公式" r:id="rId14" imgW="662847" imgH="358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5899150"/>
                        <a:ext cx="1376362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4" name="Text Box 14">
            <a:extLst>
              <a:ext uri="{FF2B5EF4-FFF2-40B4-BE49-F238E27FC236}">
                <a16:creationId xmlns:a16="http://schemas.microsoft.com/office/drawing/2014/main" id="{AF46D706-9F64-D4CF-102E-B90B13096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5899150"/>
            <a:ext cx="936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600">
                <a:solidFill>
                  <a:srgbClr val="FF3300"/>
                </a:solidFill>
                <a:latin typeface="Palatino Linotype" panose="02040502050505030304" pitchFamily="18" charset="0"/>
              </a:rPr>
              <a:t>√</a:t>
            </a:r>
          </a:p>
        </p:txBody>
      </p:sp>
      <p:graphicFrame>
        <p:nvGraphicFramePr>
          <p:cNvPr id="476175" name="Object 15">
            <a:extLst>
              <a:ext uri="{FF2B5EF4-FFF2-40B4-BE49-F238E27FC236}">
                <a16:creationId xmlns:a16="http://schemas.microsoft.com/office/drawing/2014/main" id="{9C72A881-6D90-1D61-57AB-06CEBFA24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5848350"/>
          <a:ext cx="1652587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00193" imgH="358112" progId="Equation.3">
                  <p:embed/>
                </p:oleObj>
              </mc:Choice>
              <mc:Fallback>
                <p:oleObj name="公式" r:id="rId16" imgW="800193" imgH="358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5848350"/>
                        <a:ext cx="1652587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76" name="Text Box 16">
            <a:extLst>
              <a:ext uri="{FF2B5EF4-FFF2-40B4-BE49-F238E27FC236}">
                <a16:creationId xmlns:a16="http://schemas.microsoft.com/office/drawing/2014/main" id="{DAD91E5F-D932-06A1-4CFC-97C9CA4BE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956300"/>
            <a:ext cx="936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600">
                <a:solidFill>
                  <a:srgbClr val="FF3300"/>
                </a:solidFill>
                <a:latin typeface="Mangal" panose="02040503050203030202" pitchFamily="18" charset="0"/>
              </a:rPr>
              <a:t>X</a:t>
            </a:r>
          </a:p>
        </p:txBody>
      </p:sp>
      <p:sp>
        <p:nvSpPr>
          <p:cNvPr id="476177" name="AutoShape 17">
            <a:extLst>
              <a:ext uri="{FF2B5EF4-FFF2-40B4-BE49-F238E27FC236}">
                <a16:creationId xmlns:a16="http://schemas.microsoft.com/office/drawing/2014/main" id="{224E4C89-1BBB-2994-356D-6EC9AE97B4C6}"/>
              </a:ext>
            </a:extLst>
          </p:cNvPr>
          <p:cNvSpPr>
            <a:spLocks/>
          </p:cNvSpPr>
          <p:nvPr/>
        </p:nvSpPr>
        <p:spPr bwMode="auto">
          <a:xfrm>
            <a:off x="5003800" y="765175"/>
            <a:ext cx="360363" cy="1439863"/>
          </a:xfrm>
          <a:prstGeom prst="leftBrace">
            <a:avLst>
              <a:gd name="adj1" fmla="val 33297"/>
              <a:gd name="adj2" fmla="val 69569"/>
            </a:avLst>
          </a:prstGeom>
          <a:noFill/>
          <a:ln w="2857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76178" name="Picture 18" descr="j0293240">
            <a:extLst>
              <a:ext uri="{FF2B5EF4-FFF2-40B4-BE49-F238E27FC236}">
                <a16:creationId xmlns:a16="http://schemas.microsoft.com/office/drawing/2014/main" id="{F6E4248C-9DB3-C7C1-6BD2-594C819C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7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3" grpId="0" autoUpdateAnimBg="0"/>
      <p:bldP spid="476168" grpId="0" autoUpdateAnimBg="0"/>
      <p:bldP spid="476170" grpId="0" autoUpdateAnimBg="0"/>
      <p:bldP spid="476171" grpId="0" autoUpdateAnimBg="0"/>
      <p:bldP spid="476172" grpId="0" autoUpdateAnimBg="0"/>
      <p:bldP spid="476174" grpId="0" autoUpdateAnimBg="0"/>
      <p:bldP spid="476176" grpId="0" autoUpdateAnimBg="0"/>
      <p:bldP spid="4761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8" name="Text Box 4">
            <a:extLst>
              <a:ext uri="{FF2B5EF4-FFF2-40B4-BE49-F238E27FC236}">
                <a16:creationId xmlns:a16="http://schemas.microsoft.com/office/drawing/2014/main" id="{267B0E01-0268-ECD9-71AE-FC710938A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1966913"/>
            <a:ext cx="39624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FFFF"/>
                </a:solidFill>
                <a:latin typeface="仿宋_GB2312" pitchFamily="49" charset="-122"/>
                <a:ea typeface="仿宋_GB2312" pitchFamily="49" charset="-122"/>
              </a:rPr>
              <a:t>第三定律揭示了</a:t>
            </a:r>
            <a:r>
              <a:rPr kumimoji="1" lang="zh-CN" altLang="en-US" sz="2400">
                <a:solidFill>
                  <a:srgbClr val="FFCC00"/>
                </a:solidFill>
                <a:latin typeface="仿宋_GB2312" pitchFamily="49" charset="-122"/>
                <a:ea typeface="仿宋_GB2312" pitchFamily="49" charset="-122"/>
              </a:rPr>
              <a:t>力的特性</a:t>
            </a:r>
          </a:p>
        </p:txBody>
      </p:sp>
      <p:sp>
        <p:nvSpPr>
          <p:cNvPr id="461829" name="Text Box 5">
            <a:extLst>
              <a:ext uri="{FF2B5EF4-FFF2-40B4-BE49-F238E27FC236}">
                <a16:creationId xmlns:a16="http://schemas.microsoft.com/office/drawing/2014/main" id="{1A82EFDF-79D5-163B-DB6B-98A545025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2538413"/>
            <a:ext cx="7162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CC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成对性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——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物体之间的作用是相互的；</a:t>
            </a:r>
          </a:p>
        </p:txBody>
      </p:sp>
      <p:sp>
        <p:nvSpPr>
          <p:cNvPr id="461830" name="Text Box 6">
            <a:extLst>
              <a:ext uri="{FF2B5EF4-FFF2-40B4-BE49-F238E27FC236}">
                <a16:creationId xmlns:a16="http://schemas.microsoft.com/office/drawing/2014/main" id="{1ABE2576-E6EE-3AD8-1DE3-B13594566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2997200"/>
            <a:ext cx="69405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CC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一致性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——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作用力与反作用力性质一致；</a:t>
            </a:r>
          </a:p>
        </p:txBody>
      </p:sp>
      <p:sp>
        <p:nvSpPr>
          <p:cNvPr id="461831" name="Text Box 7">
            <a:extLst>
              <a:ext uri="{FF2B5EF4-FFF2-40B4-BE49-F238E27FC236}">
                <a16:creationId xmlns:a16="http://schemas.microsoft.com/office/drawing/2014/main" id="{588F860B-9319-6E06-51E9-6F32947B8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700" y="3432175"/>
            <a:ext cx="79883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CC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同时性</a:t>
            </a:r>
            <a:r>
              <a:rPr kumimoji="1" lang="zh-CN" altLang="en-US" sz="2400">
                <a:solidFill>
                  <a:srgbClr val="FFFF99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——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仿宋_GB2312" pitchFamily="49" charset="-122"/>
              </a:rPr>
              <a:t>相互作用之间是相互依存，同生同灭。</a:t>
            </a:r>
            <a:endParaRPr kumimoji="1" lang="zh-CN" altLang="en-US" sz="1200">
              <a:solidFill>
                <a:srgbClr val="FFFFFF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61832" name="Text Box 8">
            <a:extLst>
              <a:ext uri="{FF2B5EF4-FFF2-40B4-BE49-F238E27FC236}">
                <a16:creationId xmlns:a16="http://schemas.microsoft.com/office/drawing/2014/main" id="{937D9D64-62C9-76FE-ABAA-0C5A6BF41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833438"/>
            <a:ext cx="78962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两个物体间的相互作用力总是等值反向且沿着同一直线，即</a:t>
            </a:r>
          </a:p>
        </p:txBody>
      </p:sp>
      <p:graphicFrame>
        <p:nvGraphicFramePr>
          <p:cNvPr id="461833" name="Object 9">
            <a:extLst>
              <a:ext uri="{FF2B5EF4-FFF2-40B4-BE49-F238E27FC236}">
                <a16:creationId xmlns:a16="http://schemas.microsoft.com/office/drawing/2014/main" id="{91B403F4-324C-3F61-3784-9362D35420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3888" y="1449388"/>
          <a:ext cx="152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85931" imgH="418961" progId="Equation.3">
                  <p:embed/>
                </p:oleObj>
              </mc:Choice>
              <mc:Fallback>
                <p:oleObj name="公式" r:id="rId2" imgW="1485931" imgH="41896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1449388"/>
                        <a:ext cx="1524000" cy="4572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5882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4" name="Text Box 10">
            <a:extLst>
              <a:ext uri="{FF2B5EF4-FFF2-40B4-BE49-F238E27FC236}">
                <a16:creationId xmlns:a16="http://schemas.microsoft.com/office/drawing/2014/main" id="{A968C7FC-2E18-0EE1-7F78-5ED913673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84163"/>
            <a:ext cx="426561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FFCC"/>
              </a:buClr>
              <a:buFont typeface="Wingdings" pitchFamily="2" charset="2"/>
              <a:buChar char="u"/>
              <a:defRPr/>
            </a:pPr>
            <a:r>
              <a:rPr kumimoji="1" lang="en-US" altLang="zh-CN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sz="28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三、牛顿第三定律：</a:t>
            </a:r>
            <a:endParaRPr kumimoji="1" lang="zh-CN" altLang="en-US" sz="2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62034" name="Rectangle 210">
            <a:extLst>
              <a:ext uri="{FF2B5EF4-FFF2-40B4-BE49-F238E27FC236}">
                <a16:creationId xmlns:a16="http://schemas.microsoft.com/office/drawing/2014/main" id="{87064C27-3F98-F8CA-11CB-0CA95E6D4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2078038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注意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</a:t>
            </a:r>
          </a:p>
        </p:txBody>
      </p:sp>
      <p:sp>
        <p:nvSpPr>
          <p:cNvPr id="462227" name="Text Box 403">
            <a:extLst>
              <a:ext uri="{FF2B5EF4-FFF2-40B4-BE49-F238E27FC236}">
                <a16:creationId xmlns:a16="http://schemas.microsoft.com/office/drawing/2014/main" id="{443B4582-CBBA-7371-77C4-7E79BF703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4310063"/>
            <a:ext cx="3505200" cy="1581150"/>
          </a:xfrm>
          <a:prstGeom prst="rect">
            <a:avLst/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牛顿定律的正确性被事实所证明，它是质点动力学的基本定律，也是整个力学理论的基础。</a:t>
            </a:r>
            <a:endParaRPr kumimoji="1" lang="zh-CN" altLang="en-US" sz="2400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462228" name="Text Box 404">
            <a:extLst>
              <a:ext uri="{FF2B5EF4-FFF2-40B4-BE49-F238E27FC236}">
                <a16:creationId xmlns:a16="http://schemas.microsoft.com/office/drawing/2014/main" id="{F1B7BDD0-D67B-E5C8-1C01-A99F6F005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5381625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第三定律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力的特性</a:t>
            </a:r>
            <a:endParaRPr kumimoji="1" lang="zh-CN" altLang="en-US" sz="2400">
              <a:solidFill>
                <a:srgbClr val="FF6600"/>
              </a:solidFill>
              <a:latin typeface="宋体" panose="02010600030101010101" pitchFamily="2" charset="-122"/>
            </a:endParaRPr>
          </a:p>
        </p:txBody>
      </p:sp>
      <p:sp>
        <p:nvSpPr>
          <p:cNvPr id="462229" name="Text Box 405">
            <a:extLst>
              <a:ext uri="{FF2B5EF4-FFF2-40B4-BE49-F238E27FC236}">
                <a16:creationId xmlns:a16="http://schemas.microsoft.com/office/drawing/2014/main" id="{74733A75-1927-8755-EA55-1A53FC332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4905375"/>
            <a:ext cx="4648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第二定律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力的度量</a:t>
            </a:r>
            <a:r>
              <a:rPr kumimoji="1"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定量描述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62230" name="Text Box 406">
            <a:extLst>
              <a:ext uri="{FF2B5EF4-FFF2-40B4-BE49-F238E27FC236}">
                <a16:creationId xmlns:a16="http://schemas.microsoft.com/office/drawing/2014/main" id="{1C5AAD7F-40CF-8514-AB97-329E57E71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388937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四</a:t>
            </a:r>
            <a:r>
              <a:rPr kumimoji="1" lang="en-US" altLang="zh-CN" sz="2800">
                <a:latin typeface="宋体" panose="02010600030101010101" pitchFamily="2" charset="-122"/>
              </a:rPr>
              <a:t>.</a:t>
            </a:r>
            <a:r>
              <a:rPr kumimoji="1" lang="zh-CN" altLang="en-US" sz="2800">
                <a:latin typeface="宋体" panose="02010600030101010101" pitchFamily="2" charset="-122"/>
              </a:rPr>
              <a:t>小结</a:t>
            </a:r>
          </a:p>
        </p:txBody>
      </p:sp>
      <p:sp>
        <p:nvSpPr>
          <p:cNvPr id="462231" name="Text Box 407">
            <a:extLst>
              <a:ext uri="{FF2B5EF4-FFF2-40B4-BE49-F238E27FC236}">
                <a16:creationId xmlns:a16="http://schemas.microsoft.com/office/drawing/2014/main" id="{27CF8588-049C-7ECE-ABF2-E5A406793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438785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第一定律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—“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力”的概念</a:t>
            </a:r>
            <a:endParaRPr kumimoji="1" lang="zh-CN" altLang="en-US" sz="2400">
              <a:solidFill>
                <a:srgbClr val="FF66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67D23B60-52ED-F83C-A1ED-D681E1860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992813"/>
            <a:ext cx="8407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牛顿运动定律成立条件（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）惯性系（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）低速，宏观物体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8" grpId="0" autoUpdateAnimBg="0"/>
      <p:bldP spid="461829" grpId="0" autoUpdateAnimBg="0"/>
      <p:bldP spid="461830" grpId="0" autoUpdateAnimBg="0"/>
      <p:bldP spid="461831" grpId="0" autoUpdateAnimBg="0"/>
      <p:bldP spid="461832" grpId="0"/>
      <p:bldP spid="461834" grpId="0"/>
      <p:bldP spid="462034" grpId="0" autoUpdateAnimBg="0"/>
      <p:bldP spid="462227" grpId="0" animBg="1" autoUpdateAnimBg="0"/>
      <p:bldP spid="462228" grpId="0" autoUpdateAnimBg="0"/>
      <p:bldP spid="462229" grpId="0" autoUpdateAnimBg="0"/>
      <p:bldP spid="462230" grpId="0" autoUpdateAnimBg="0"/>
      <p:bldP spid="462231" grpId="0" autoUpdateAnimBg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>
            <a:extLst>
              <a:ext uri="{FF2B5EF4-FFF2-40B4-BE49-F238E27FC236}">
                <a16:creationId xmlns:a16="http://schemas.microsoft.com/office/drawing/2014/main" id="{00B27190-AFFB-E4CC-7E6D-7333F028A9A9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2759075"/>
            <a:ext cx="1008063" cy="495300"/>
            <a:chOff x="3928" y="1920"/>
            <a:chExt cx="635" cy="312"/>
          </a:xfrm>
        </p:grpSpPr>
        <p:sp>
          <p:nvSpPr>
            <p:cNvPr id="21532" name="Line 28">
              <a:extLst>
                <a:ext uri="{FF2B5EF4-FFF2-40B4-BE49-F238E27FC236}">
                  <a16:creationId xmlns:a16="http://schemas.microsoft.com/office/drawing/2014/main" id="{08112315-BE7A-FFC8-5440-719327EA4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8" y="1920"/>
              <a:ext cx="488" cy="2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3585" name="Object 10">
              <a:extLst>
                <a:ext uri="{FF2B5EF4-FFF2-40B4-BE49-F238E27FC236}">
                  <a16:creationId xmlns:a16="http://schemas.microsoft.com/office/drawing/2014/main" id="{8D3C2FB0-83D3-73D6-04A9-F9AC23BB05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3" y="2002"/>
            <a:ext cx="23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19007" imgH="418961" progId="Equation.3">
                    <p:embed/>
                  </p:oleObj>
                </mc:Choice>
                <mc:Fallback>
                  <p:oleObj name="公式" r:id="rId2" imgW="419007" imgH="41896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3" y="2002"/>
                          <a:ext cx="230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8" name="Text Box 4">
            <a:extLst>
              <a:ext uri="{FF2B5EF4-FFF2-40B4-BE49-F238E27FC236}">
                <a16:creationId xmlns:a16="http://schemas.microsoft.com/office/drawing/2014/main" id="{EB4BAF6D-326B-D69C-9361-14276C8BD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65250"/>
            <a:ext cx="2630488" cy="530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265113" indent="-265113" eaLnBrk="1" hangingPunct="1">
              <a:spcBef>
                <a:spcPts val="200"/>
              </a:spcBef>
              <a:spcAft>
                <a:spcPts val="200"/>
              </a:spcAft>
              <a:buClr>
                <a:srgbClr val="00FFCC"/>
              </a:buClr>
              <a:buSzPct val="85000"/>
              <a:buFont typeface="Wingdings" pitchFamily="2" charset="2"/>
              <a:buChar char="u"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万有引力：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85A54A8D-251F-98D0-F6A2-402A6526C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2638"/>
            <a:ext cx="362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万有引力的大小</a:t>
            </a:r>
          </a:p>
        </p:txBody>
      </p:sp>
      <p:sp>
        <p:nvSpPr>
          <p:cNvPr id="21515" name="Text Box 11">
            <a:extLst>
              <a:ext uri="{FF2B5EF4-FFF2-40B4-BE49-F238E27FC236}">
                <a16:creationId xmlns:a16="http://schemas.microsoft.com/office/drawing/2014/main" id="{AC831EF2-8E06-DABA-9ACF-3AC5AF20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3743325"/>
            <a:ext cx="5360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万有引力定律的矢量式</a:t>
            </a:r>
            <a:endParaRPr kumimoji="1" lang="zh-CN" altLang="en-US"/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0EC94F42-9AE5-555A-AC59-09D406859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0" y="2708275"/>
            <a:ext cx="2417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万有引力常量</a:t>
            </a:r>
          </a:p>
        </p:txBody>
      </p:sp>
      <p:graphicFrame>
        <p:nvGraphicFramePr>
          <p:cNvPr id="21518" name="Object 2">
            <a:extLst>
              <a:ext uri="{FF2B5EF4-FFF2-40B4-BE49-F238E27FC236}">
                <a16:creationId xmlns:a16="http://schemas.microsoft.com/office/drawing/2014/main" id="{3E89296C-DD46-11F5-35BF-1C28E7D48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2050" y="1993900"/>
          <a:ext cx="1485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7613" imgH="685800" progId="Equation.3">
                  <p:embed/>
                </p:oleObj>
              </mc:Choice>
              <mc:Fallback>
                <p:oleObj name="公式" r:id="rId4" imgW="1447613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50" y="1993900"/>
                        <a:ext cx="1485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3">
            <a:extLst>
              <a:ext uri="{FF2B5EF4-FFF2-40B4-BE49-F238E27FC236}">
                <a16:creationId xmlns:a16="http://schemas.microsoft.com/office/drawing/2014/main" id="{3299C1C9-8DDC-218D-4EAA-EEB102672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5988" y="3286125"/>
          <a:ext cx="29686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76413" imgH="365594" progId="Equation.3">
                  <p:embed/>
                </p:oleObj>
              </mc:Choice>
              <mc:Fallback>
                <p:oleObj name="公式" r:id="rId6" imgW="3276413" imgH="36559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3286125"/>
                        <a:ext cx="296862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4">
            <a:extLst>
              <a:ext uri="{FF2B5EF4-FFF2-40B4-BE49-F238E27FC236}">
                <a16:creationId xmlns:a16="http://schemas.microsoft.com/office/drawing/2014/main" id="{36E68410-2BCB-B3BA-22EF-F7D5B2539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5088" y="3943350"/>
          <a:ext cx="205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19393" imgH="685800" progId="Equation.3">
                  <p:embed/>
                </p:oleObj>
              </mc:Choice>
              <mc:Fallback>
                <p:oleObj name="公式" r:id="rId8" imgW="2019393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8" y="3943350"/>
                        <a:ext cx="2057400" cy="723900"/>
                      </a:xfrm>
                      <a:prstGeom prst="rect">
                        <a:avLst/>
                      </a:prstGeom>
                      <a:solidFill>
                        <a:srgbClr val="00CC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5098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Text Box 18">
            <a:extLst>
              <a:ext uri="{FF2B5EF4-FFF2-40B4-BE49-F238E27FC236}">
                <a16:creationId xmlns:a16="http://schemas.microsoft.com/office/drawing/2014/main" id="{CB6652CF-A79B-B1B3-4204-238E1379F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9950" y="1362075"/>
            <a:ext cx="5068888" cy="530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81000" indent="-381000" eaLnBrk="1" hangingPunct="1">
              <a:spcBef>
                <a:spcPts val="200"/>
              </a:spcBef>
              <a:spcAft>
                <a:spcPts val="200"/>
              </a:spcAft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任意两个质点之间的相互吸引力</a:t>
            </a:r>
          </a:p>
        </p:txBody>
      </p:sp>
      <p:graphicFrame>
        <p:nvGraphicFramePr>
          <p:cNvPr id="21525" name="Object 5">
            <a:extLst>
              <a:ext uri="{FF2B5EF4-FFF2-40B4-BE49-F238E27FC236}">
                <a16:creationId xmlns:a16="http://schemas.microsoft.com/office/drawing/2014/main" id="{6C7818C6-2D5F-19F8-89D0-238591889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9300" y="3117850"/>
          <a:ext cx="304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2869" imgH="418961" progId="Equation.3">
                  <p:embed/>
                </p:oleObj>
              </mc:Choice>
              <mc:Fallback>
                <p:oleObj name="公式" r:id="rId10" imgW="342869" imgH="4189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117850"/>
                        <a:ext cx="3048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6">
            <a:extLst>
              <a:ext uri="{FF2B5EF4-FFF2-40B4-BE49-F238E27FC236}">
                <a16:creationId xmlns:a16="http://schemas.microsoft.com/office/drawing/2014/main" id="{A17A590C-C436-3572-B664-A49CF0650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2950" y="2079625"/>
          <a:ext cx="3429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1187" imgH="418961" progId="Equation.3">
                  <p:embed/>
                </p:oleObj>
              </mc:Choice>
              <mc:Fallback>
                <p:oleObj name="公式" r:id="rId12" imgW="381187" imgH="4189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950" y="2079625"/>
                        <a:ext cx="3429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Line 23">
            <a:extLst>
              <a:ext uri="{FF2B5EF4-FFF2-40B4-BE49-F238E27FC236}">
                <a16:creationId xmlns:a16="http://schemas.microsoft.com/office/drawing/2014/main" id="{90103B31-3657-489A-50E9-E90BDBE26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3000" y="2263775"/>
            <a:ext cx="2006600" cy="8382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40">
            <a:extLst>
              <a:ext uri="{FF2B5EF4-FFF2-40B4-BE49-F238E27FC236}">
                <a16:creationId xmlns:a16="http://schemas.microsoft.com/office/drawing/2014/main" id="{F6A61C20-51DA-5B50-7678-FBD629E2BE95}"/>
              </a:ext>
            </a:extLst>
          </p:cNvPr>
          <p:cNvGrpSpPr>
            <a:grpSpLocks/>
          </p:cNvGrpSpPr>
          <p:nvPr/>
        </p:nvGrpSpPr>
        <p:grpSpPr bwMode="auto">
          <a:xfrm>
            <a:off x="6045200" y="1844675"/>
            <a:ext cx="2222500" cy="1346200"/>
            <a:chOff x="3808" y="1336"/>
            <a:chExt cx="1400" cy="848"/>
          </a:xfrm>
        </p:grpSpPr>
        <p:sp>
          <p:nvSpPr>
            <p:cNvPr id="21529" name="Line 25">
              <a:extLst>
                <a:ext uri="{FF2B5EF4-FFF2-40B4-BE49-F238E27FC236}">
                  <a16:creationId xmlns:a16="http://schemas.microsoft.com/office/drawing/2014/main" id="{EEA6B509-92ED-7363-50AD-AAD37CA1D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" y="1336"/>
              <a:ext cx="128" cy="32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3580" name="Group 39">
              <a:extLst>
                <a:ext uri="{FF2B5EF4-FFF2-40B4-BE49-F238E27FC236}">
                  <a16:creationId xmlns:a16="http://schemas.microsoft.com/office/drawing/2014/main" id="{CF46C15D-9F90-628E-CCFC-7D0EAD63B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8" y="1384"/>
              <a:ext cx="1296" cy="800"/>
              <a:chOff x="3808" y="1384"/>
              <a:chExt cx="1296" cy="800"/>
            </a:xfrm>
          </p:grpSpPr>
          <p:sp>
            <p:nvSpPr>
              <p:cNvPr id="21528" name="Line 24">
                <a:extLst>
                  <a:ext uri="{FF2B5EF4-FFF2-40B4-BE49-F238E27FC236}">
                    <a16:creationId xmlns:a16="http://schemas.microsoft.com/office/drawing/2014/main" id="{1D0BBBDD-80E8-EDE4-E274-4466AE4ED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8" y="1864"/>
                <a:ext cx="128" cy="32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530" name="Line 26">
                <a:extLst>
                  <a:ext uri="{FF2B5EF4-FFF2-40B4-BE49-F238E27FC236}">
                    <a16:creationId xmlns:a16="http://schemas.microsoft.com/office/drawing/2014/main" id="{95467C23-19D1-58A8-07CB-29A74ABCE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384"/>
                <a:ext cx="1264" cy="536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 type="triangle" w="med" len="lg"/>
                <a:tailEnd type="triangl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23583" name="Object 9">
                <a:extLst>
                  <a:ext uri="{FF2B5EF4-FFF2-40B4-BE49-F238E27FC236}">
                    <a16:creationId xmlns:a16="http://schemas.microsoft.com/office/drawing/2014/main" id="{B631E307-5A59-9AA1-4E82-059DC6E93D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14" y="1446"/>
              <a:ext cx="115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90593" imgH="243895" progId="Equation.3">
                      <p:embed/>
                    </p:oleObj>
                  </mc:Choice>
                  <mc:Fallback>
                    <p:oleObj name="公式" r:id="rId14" imgW="190593" imgH="243895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4" y="1446"/>
                            <a:ext cx="115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35">
            <a:extLst>
              <a:ext uri="{FF2B5EF4-FFF2-40B4-BE49-F238E27FC236}">
                <a16:creationId xmlns:a16="http://schemas.microsoft.com/office/drawing/2014/main" id="{D38BAEDA-E9FD-022F-CA75-FA168DC508A4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898775"/>
            <a:ext cx="469900" cy="508000"/>
            <a:chOff x="3936" y="2000"/>
            <a:chExt cx="296" cy="320"/>
          </a:xfrm>
        </p:grpSpPr>
        <p:sp>
          <p:nvSpPr>
            <p:cNvPr id="21535" name="Line 31">
              <a:extLst>
                <a:ext uri="{FF2B5EF4-FFF2-40B4-BE49-F238E27FC236}">
                  <a16:creationId xmlns:a16="http://schemas.microsoft.com/office/drawing/2014/main" id="{78ECDC36-FC41-3EEA-191A-3441D6BCD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000"/>
              <a:ext cx="296" cy="112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3578" name="Object 8">
              <a:extLst>
                <a:ext uri="{FF2B5EF4-FFF2-40B4-BE49-F238E27FC236}">
                  <a16:creationId xmlns:a16="http://schemas.microsoft.com/office/drawing/2014/main" id="{70D10327-F5D2-1F70-7FA6-E3731B0EF9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3" y="2090"/>
            <a:ext cx="15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66731" imgH="418961" progId="Equation.3">
                    <p:embed/>
                  </p:oleObj>
                </mc:Choice>
                <mc:Fallback>
                  <p:oleObj name="公式" r:id="rId16" imgW="266731" imgH="418961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3" y="2090"/>
                          <a:ext cx="15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8">
            <a:extLst>
              <a:ext uri="{FF2B5EF4-FFF2-40B4-BE49-F238E27FC236}">
                <a16:creationId xmlns:a16="http://schemas.microsoft.com/office/drawing/2014/main" id="{6474AA35-98F8-8E88-90C7-A3ED16E25B10}"/>
              </a:ext>
            </a:extLst>
          </p:cNvPr>
          <p:cNvGrpSpPr>
            <a:grpSpLocks/>
          </p:cNvGrpSpPr>
          <p:nvPr/>
        </p:nvGrpSpPr>
        <p:grpSpPr bwMode="auto">
          <a:xfrm>
            <a:off x="7404100" y="2301875"/>
            <a:ext cx="723900" cy="673100"/>
            <a:chOff x="4664" y="1624"/>
            <a:chExt cx="456" cy="424"/>
          </a:xfrm>
        </p:grpSpPr>
        <p:sp>
          <p:nvSpPr>
            <p:cNvPr id="21540" name="Line 36">
              <a:extLst>
                <a:ext uri="{FF2B5EF4-FFF2-40B4-BE49-F238E27FC236}">
                  <a16:creationId xmlns:a16="http://schemas.microsoft.com/office/drawing/2014/main" id="{37743DBD-407D-3AC1-DB7A-29F22C5CF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4" y="1624"/>
              <a:ext cx="456" cy="2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3576" name="Object 7">
              <a:extLst>
                <a:ext uri="{FF2B5EF4-FFF2-40B4-BE49-F238E27FC236}">
                  <a16:creationId xmlns:a16="http://schemas.microsoft.com/office/drawing/2014/main" id="{36A7F1E0-6D5E-7704-4B3E-FEB30120C7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19" y="1812"/>
            <a:ext cx="23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419007" imgH="418961" progId="Equation.3">
                    <p:embed/>
                  </p:oleObj>
                </mc:Choice>
                <mc:Fallback>
                  <p:oleObj name="公式" r:id="rId18" imgW="419007" imgH="41896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" y="1812"/>
                          <a:ext cx="23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3" name="Oval 19">
            <a:extLst>
              <a:ext uri="{FF2B5EF4-FFF2-40B4-BE49-F238E27FC236}">
                <a16:creationId xmlns:a16="http://schemas.microsoft.com/office/drawing/2014/main" id="{D38613C7-C947-BA06-4723-85D3ADF592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6800" y="3038475"/>
            <a:ext cx="179388" cy="179388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24" name="Oval 20">
            <a:extLst>
              <a:ext uri="{FF2B5EF4-FFF2-40B4-BE49-F238E27FC236}">
                <a16:creationId xmlns:a16="http://schemas.microsoft.com/office/drawing/2014/main" id="{96B361B1-4021-725F-760C-7BF1290844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5300" y="2187575"/>
            <a:ext cx="179388" cy="179388"/>
          </a:xfrm>
          <a:prstGeom prst="ellipse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45" name="Text Box 41">
            <a:extLst>
              <a:ext uri="{FF2B5EF4-FFF2-40B4-BE49-F238E27FC236}">
                <a16:creationId xmlns:a16="http://schemas.microsoft.com/office/drawing/2014/main" id="{A92BEC0D-3059-DBD7-DCFE-6899D76D0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949825"/>
            <a:ext cx="5716588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万有引力定律式适用于两个质点；</a:t>
            </a:r>
            <a:endParaRPr kumimoji="1" lang="zh-CN" altLang="en-US">
              <a:latin typeface="Times New Roman" pitchFamily="18" charset="0"/>
            </a:endParaRPr>
          </a:p>
        </p:txBody>
      </p:sp>
      <p:sp>
        <p:nvSpPr>
          <p:cNvPr id="21546" name="Rectangle 42">
            <a:extLst>
              <a:ext uri="{FF2B5EF4-FFF2-40B4-BE49-F238E27FC236}">
                <a16:creationId xmlns:a16="http://schemas.microsoft.com/office/drawing/2014/main" id="{CEEE6B22-8398-0B78-8C74-D535EE009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4540250"/>
            <a:ext cx="1797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说明</a:t>
            </a:r>
          </a:p>
        </p:txBody>
      </p:sp>
      <p:sp>
        <p:nvSpPr>
          <p:cNvPr id="21547" name="Text Box 43">
            <a:extLst>
              <a:ext uri="{FF2B5EF4-FFF2-40B4-BE49-F238E27FC236}">
                <a16:creationId xmlns:a16="http://schemas.microsoft.com/office/drawing/2014/main" id="{4EC03875-EDFF-EA37-FAE9-3DF775E77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483225"/>
            <a:ext cx="7908925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>
              <a:lnSpc>
                <a:spcPct val="130000"/>
              </a:lnSpc>
              <a:spcBef>
                <a:spcPct val="50000"/>
              </a:spcBef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对于两个质量均匀的球体之间的引力，可以直接用万有   引力定律式计算。</a:t>
            </a:r>
          </a:p>
        </p:txBody>
      </p:sp>
      <p:sp>
        <p:nvSpPr>
          <p:cNvPr id="23574" name="Rectangle 45">
            <a:extLst>
              <a:ext uri="{FF2B5EF4-FFF2-40B4-BE49-F238E27FC236}">
                <a16:creationId xmlns:a16="http://schemas.microsoft.com/office/drawing/2014/main" id="{B92B68F1-B691-15C8-595E-8DBA2D997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422275"/>
            <a:ext cx="5897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§2.2 </a:t>
            </a:r>
            <a:r>
              <a:rPr kumimoji="1"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力学中常见的几种力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09" grpId="0" autoUpdateAnimBg="0"/>
      <p:bldP spid="21515" grpId="0" autoUpdateAnimBg="0"/>
      <p:bldP spid="21517" grpId="0"/>
      <p:bldP spid="21522" grpId="0" autoUpdateAnimBg="0"/>
      <p:bldP spid="21523" grpId="0" animBg="1"/>
      <p:bldP spid="21524" grpId="0" animBg="1"/>
      <p:bldP spid="21545" grpId="0" autoUpdateAnimBg="0"/>
      <p:bldP spid="21546" grpId="0"/>
      <p:bldP spid="2154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Text Box 2">
            <a:extLst>
              <a:ext uri="{FF2B5EF4-FFF2-40B4-BE49-F238E27FC236}">
                <a16:creationId xmlns:a16="http://schemas.microsoft.com/office/drawing/2014/main" id="{379967C7-80C9-30CB-C2A4-5BCCE4CE9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381000"/>
            <a:ext cx="79660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如图所示，一质点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旁边放一长度为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400">
                <a:solidFill>
                  <a:srgbClr val="FFFFFF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质量为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的杆，杆离质点近端距离为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l</a:t>
            </a:r>
          </a:p>
        </p:txBody>
      </p:sp>
      <p:graphicFrame>
        <p:nvGraphicFramePr>
          <p:cNvPr id="479236" name="Object 2">
            <a:extLst>
              <a:ext uri="{FF2B5EF4-FFF2-40B4-BE49-F238E27FC236}">
                <a16:creationId xmlns:a16="http://schemas.microsoft.com/office/drawing/2014/main" id="{E2534C4C-BCB4-5C86-B506-6A6FF6F5C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5888" y="1954213"/>
          <a:ext cx="192563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38013" imgH="343149" progId="Equation.3">
                  <p:embed/>
                </p:oleObj>
              </mc:Choice>
              <mc:Fallback>
                <p:oleObj name="公式" r:id="rId3" imgW="838013" imgH="34314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1954213"/>
                        <a:ext cx="192563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37" name="Rectangle 5">
            <a:extLst>
              <a:ext uri="{FF2B5EF4-FFF2-40B4-BE49-F238E27FC236}">
                <a16:creationId xmlns:a16="http://schemas.microsoft.com/office/drawing/2014/main" id="{2F1F9E62-D8EE-130C-0864-F2F853DB4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1168400"/>
            <a:ext cx="1752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238" name="Oval 6">
            <a:extLst>
              <a:ext uri="{FF2B5EF4-FFF2-40B4-BE49-F238E27FC236}">
                <a16:creationId xmlns:a16="http://schemas.microsoft.com/office/drawing/2014/main" id="{A94C8CAF-60DA-71E6-9F47-3506D44C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11303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79239" name="Object 3">
            <a:extLst>
              <a:ext uri="{FF2B5EF4-FFF2-40B4-BE49-F238E27FC236}">
                <a16:creationId xmlns:a16="http://schemas.microsoft.com/office/drawing/2014/main" id="{D72F0895-396B-3E2C-A06D-A3E007A49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2300" y="839788"/>
          <a:ext cx="38893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869" imgH="236414" progId="Equation.3">
                  <p:embed/>
                </p:oleObj>
              </mc:Choice>
              <mc:Fallback>
                <p:oleObj name="Equation" r:id="rId5" imgW="342869" imgH="2364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2300" y="839788"/>
                        <a:ext cx="388938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0" name="Object 4">
            <a:extLst>
              <a:ext uri="{FF2B5EF4-FFF2-40B4-BE49-F238E27FC236}">
                <a16:creationId xmlns:a16="http://schemas.microsoft.com/office/drawing/2014/main" id="{97B66735-DF46-8142-FE72-F1511001C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0400" y="1054100"/>
          <a:ext cx="292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6376" imgH="175066" progId="Equation.3">
                  <p:embed/>
                </p:oleObj>
              </mc:Choice>
              <mc:Fallback>
                <p:oleObj name="Equation" r:id="rId7" imgW="236376" imgH="17506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1054100"/>
                        <a:ext cx="2921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1" name="Object 5">
            <a:extLst>
              <a:ext uri="{FF2B5EF4-FFF2-40B4-BE49-F238E27FC236}">
                <a16:creationId xmlns:a16="http://schemas.microsoft.com/office/drawing/2014/main" id="{45BC8347-AA9D-2454-9869-C97D859E96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5413" y="1370013"/>
          <a:ext cx="255587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058" imgH="236414" progId="Equation.3">
                  <p:embed/>
                </p:oleObj>
              </mc:Choice>
              <mc:Fallback>
                <p:oleObj name="Equation" r:id="rId9" imgW="198058" imgH="23641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5413" y="1370013"/>
                        <a:ext cx="255587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42" name="Object 6">
            <a:extLst>
              <a:ext uri="{FF2B5EF4-FFF2-40B4-BE49-F238E27FC236}">
                <a16:creationId xmlns:a16="http://schemas.microsoft.com/office/drawing/2014/main" id="{CBA55ACE-1BDF-E26B-C2EE-BDF47D4F6D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5838" y="1573213"/>
          <a:ext cx="1397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602" imgH="266839" progId="Equation.3">
                  <p:embed/>
                </p:oleObj>
              </mc:Choice>
              <mc:Fallback>
                <p:oleObj name="Equation" r:id="rId11" imgW="83602" imgH="2668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838" y="1573213"/>
                        <a:ext cx="1397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46" name="Text Box 14">
            <a:extLst>
              <a:ext uri="{FF2B5EF4-FFF2-40B4-BE49-F238E27FC236}">
                <a16:creationId xmlns:a16="http://schemas.microsoft.com/office/drawing/2014/main" id="{349A7CC6-58BF-BB6F-649C-07DA011D6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212725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479255" name="Rectangle 23">
            <a:extLst>
              <a:ext uri="{FF2B5EF4-FFF2-40B4-BE49-F238E27FC236}">
                <a16:creationId xmlns:a16="http://schemas.microsoft.com/office/drawing/2014/main" id="{30A850E5-D7D1-E196-2AFE-EFADB2153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59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79256" name="Rectangle 24">
            <a:extLst>
              <a:ext uri="{FF2B5EF4-FFF2-40B4-BE49-F238E27FC236}">
                <a16:creationId xmlns:a16="http://schemas.microsoft.com/office/drawing/2014/main" id="{E6131CFF-14C4-0B14-BB83-206AF447C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1493838"/>
            <a:ext cx="330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该系统的万有引力。</a:t>
            </a:r>
          </a:p>
        </p:txBody>
      </p:sp>
      <p:sp>
        <p:nvSpPr>
          <p:cNvPr id="479257" name="Line 25">
            <a:extLst>
              <a:ext uri="{FF2B5EF4-FFF2-40B4-BE49-F238E27FC236}">
                <a16:creationId xmlns:a16="http://schemas.microsoft.com/office/drawing/2014/main" id="{D7FB31AD-77DB-BBE5-59AA-65CEE82EA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1206500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258" name="Line 26">
            <a:extLst>
              <a:ext uri="{FF2B5EF4-FFF2-40B4-BE49-F238E27FC236}">
                <a16:creationId xmlns:a16="http://schemas.microsoft.com/office/drawing/2014/main" id="{F29B9356-8801-2F4A-0C45-3D8B0E300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1206500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259" name="Line 27">
            <a:extLst>
              <a:ext uri="{FF2B5EF4-FFF2-40B4-BE49-F238E27FC236}">
                <a16:creationId xmlns:a16="http://schemas.microsoft.com/office/drawing/2014/main" id="{6CE3A8E3-8373-AA93-E505-4A476F55B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1435100"/>
            <a:ext cx="137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260" name="Rectangle 28">
            <a:extLst>
              <a:ext uri="{FF2B5EF4-FFF2-40B4-BE49-F238E27FC236}">
                <a16:creationId xmlns:a16="http://schemas.microsoft.com/office/drawing/2014/main" id="{BC96C94A-4A7A-637D-21FC-507E096C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938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graphicFrame>
        <p:nvGraphicFramePr>
          <p:cNvPr id="479261" name="Object 7">
            <a:extLst>
              <a:ext uri="{FF2B5EF4-FFF2-40B4-BE49-F238E27FC236}">
                <a16:creationId xmlns:a16="http://schemas.microsoft.com/office/drawing/2014/main" id="{019AB727-1AAE-0FD3-655F-A4C282126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2550" y="1906588"/>
          <a:ext cx="32750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55576" imgH="343149" progId="Equation.3">
                  <p:embed/>
                </p:oleObj>
              </mc:Choice>
              <mc:Fallback>
                <p:oleObj name="公式" r:id="rId13" imgW="1455576" imgH="34314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1906588"/>
                        <a:ext cx="327501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9262" name="Picture 30" descr="j0293240">
            <a:extLst>
              <a:ext uri="{FF2B5EF4-FFF2-40B4-BE49-F238E27FC236}">
                <a16:creationId xmlns:a16="http://schemas.microsoft.com/office/drawing/2014/main" id="{899D9222-BDC2-06E5-7C77-B7BB90F0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9263" name="Object 8">
            <a:extLst>
              <a:ext uri="{FF2B5EF4-FFF2-40B4-BE49-F238E27FC236}">
                <a16:creationId xmlns:a16="http://schemas.microsoft.com/office/drawing/2014/main" id="{5D736E38-5161-AF61-E979-172339901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7475" y="2747963"/>
          <a:ext cx="37973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41202" imgH="769592" progId="Equation.3">
                  <p:embed/>
                </p:oleObj>
              </mc:Choice>
              <mc:Fallback>
                <p:oleObj name="Equation" r:id="rId16" imgW="3741202" imgH="76959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747963"/>
                        <a:ext cx="37973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64" name="Object 9">
            <a:extLst>
              <a:ext uri="{FF2B5EF4-FFF2-40B4-BE49-F238E27FC236}">
                <a16:creationId xmlns:a16="http://schemas.microsoft.com/office/drawing/2014/main" id="{929CA10A-05B4-D347-951A-6CF8F3246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" y="3838575"/>
          <a:ext cx="555783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32182" imgH="990545" progId="Equation.3">
                  <p:embed/>
                </p:oleObj>
              </mc:Choice>
              <mc:Fallback>
                <p:oleObj name="Equation" r:id="rId18" imgW="5532182" imgH="99054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3838575"/>
                        <a:ext cx="5557838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65" name="Object 10">
            <a:extLst>
              <a:ext uri="{FF2B5EF4-FFF2-40B4-BE49-F238E27FC236}">
                <a16:creationId xmlns:a16="http://schemas.microsoft.com/office/drawing/2014/main" id="{3471A0E2-E350-EAE0-A46D-017A2F02D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1725" y="4806950"/>
          <a:ext cx="38068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772056" imgH="746649" progId="Equation.3">
                  <p:embed/>
                </p:oleObj>
              </mc:Choice>
              <mc:Fallback>
                <p:oleObj name="公式" r:id="rId20" imgW="3772056" imgH="74664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806950"/>
                        <a:ext cx="38068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66" name="Line 34">
            <a:extLst>
              <a:ext uri="{FF2B5EF4-FFF2-40B4-BE49-F238E27FC236}">
                <a16:creationId xmlns:a16="http://schemas.microsoft.com/office/drawing/2014/main" id="{D3E5942E-D665-312E-99C7-CBAC58F7E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00" y="1230313"/>
            <a:ext cx="3352800" cy="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9273" name="Rectangle 41">
            <a:extLst>
              <a:ext uri="{FF2B5EF4-FFF2-40B4-BE49-F238E27FC236}">
                <a16:creationId xmlns:a16="http://schemas.microsoft.com/office/drawing/2014/main" id="{28A754A0-4706-F10A-7205-8B86D0395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1206500"/>
            <a:ext cx="228600" cy="74613"/>
          </a:xfrm>
          <a:prstGeom prst="rect">
            <a:avLst/>
          </a:prstGeom>
          <a:solidFill>
            <a:srgbClr val="FFFF00"/>
          </a:solidFill>
          <a:ln w="222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79274" name="Object 11">
            <a:extLst>
              <a:ext uri="{FF2B5EF4-FFF2-40B4-BE49-F238E27FC236}">
                <a16:creationId xmlns:a16="http://schemas.microsoft.com/office/drawing/2014/main" id="{6F95F08C-E43C-A581-6D7C-DECD80937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3825" y="820738"/>
          <a:ext cx="14541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4367" imgH="266839" progId="Equation.3">
                  <p:embed/>
                </p:oleObj>
              </mc:Choice>
              <mc:Fallback>
                <p:oleObj name="Equation" r:id="rId22" imgW="1394367" imgH="2668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825" y="820738"/>
                        <a:ext cx="145415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75" name="Object 12">
            <a:extLst>
              <a:ext uri="{FF2B5EF4-FFF2-40B4-BE49-F238E27FC236}">
                <a16:creationId xmlns:a16="http://schemas.microsoft.com/office/drawing/2014/main" id="{7E70E563-B2F0-EB2F-F049-9E32C3A81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9650" y="1358900"/>
          <a:ext cx="21590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0238" imgH="175066" progId="Equation.3">
                  <p:embed/>
                </p:oleObj>
              </mc:Choice>
              <mc:Fallback>
                <p:oleObj name="Equation" r:id="rId24" imgW="160238" imgH="17506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50" y="1358900"/>
                        <a:ext cx="215900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76" name="Object 13">
            <a:extLst>
              <a:ext uri="{FF2B5EF4-FFF2-40B4-BE49-F238E27FC236}">
                <a16:creationId xmlns:a16="http://schemas.microsoft.com/office/drawing/2014/main" id="{E1D0A57B-B475-D81C-5342-12499CBDC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5113" y="1247775"/>
          <a:ext cx="21590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0238" imgH="175066" progId="Equation.3">
                  <p:embed/>
                </p:oleObj>
              </mc:Choice>
              <mc:Fallback>
                <p:oleObj name="Equation" r:id="rId26" imgW="160238" imgH="17506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3" y="1247775"/>
                        <a:ext cx="215900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77" name="Object 14">
            <a:extLst>
              <a:ext uri="{FF2B5EF4-FFF2-40B4-BE49-F238E27FC236}">
                <a16:creationId xmlns:a16="http://schemas.microsoft.com/office/drawing/2014/main" id="{D78A19F7-40A8-5E91-4A40-40341CFED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0738" y="1344613"/>
          <a:ext cx="37147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12513" imgH="266839" progId="Equation.3">
                  <p:embed/>
                </p:oleObj>
              </mc:Choice>
              <mc:Fallback>
                <p:oleObj name="Equation" r:id="rId28" imgW="312513" imgH="26683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1344613"/>
                        <a:ext cx="37147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78" name="Text Box 46">
            <a:extLst>
              <a:ext uri="{FF2B5EF4-FFF2-40B4-BE49-F238E27FC236}">
                <a16:creationId xmlns:a16="http://schemas.microsoft.com/office/drawing/2014/main" id="{18F7D95B-7B4F-FC9E-1176-65B913F81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5830888"/>
            <a:ext cx="175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当 </a:t>
            </a:r>
            <a:r>
              <a:rPr kumimoji="1" lang="en-US" altLang="zh-CN" sz="2400" i="1">
                <a:solidFill>
                  <a:srgbClr val="FFFFFF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</a:rPr>
              <a:t>&gt;&gt;</a:t>
            </a:r>
            <a:r>
              <a:rPr kumimoji="1" lang="en-US" altLang="zh-CN" sz="2400" i="1">
                <a:solidFill>
                  <a:srgbClr val="FFFFFF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</a:rPr>
              <a:t>时</a:t>
            </a:r>
          </a:p>
        </p:txBody>
      </p:sp>
      <p:graphicFrame>
        <p:nvGraphicFramePr>
          <p:cNvPr id="479279" name="Object 15">
            <a:extLst>
              <a:ext uri="{FF2B5EF4-FFF2-40B4-BE49-F238E27FC236}">
                <a16:creationId xmlns:a16="http://schemas.microsoft.com/office/drawing/2014/main" id="{DDDC3EE6-9AC7-F193-DEA0-0D2E8C76E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3950" y="5791200"/>
          <a:ext cx="12668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219200" imgH="731686" progId="Equation.3">
                  <p:embed/>
                </p:oleObj>
              </mc:Choice>
              <mc:Fallback>
                <p:oleObj name="公式" r:id="rId30" imgW="1219200" imgH="73168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5791200"/>
                        <a:ext cx="126682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9280" name="Object 16">
            <a:extLst>
              <a:ext uri="{FF2B5EF4-FFF2-40B4-BE49-F238E27FC236}">
                <a16:creationId xmlns:a16="http://schemas.microsoft.com/office/drawing/2014/main" id="{595FE73F-52EB-32AF-4029-C4939EDB663F}"/>
              </a:ext>
            </a:extLst>
          </p:cNvPr>
          <p:cNvGraphicFramePr>
            <a:graphicFrameLocks/>
          </p:cNvGraphicFramePr>
          <p:nvPr/>
        </p:nvGraphicFramePr>
        <p:xfrm>
          <a:off x="5224463" y="5784850"/>
          <a:ext cx="13858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33656" imgH="769592" progId="Equation.3">
                  <p:embed/>
                </p:oleObj>
              </mc:Choice>
              <mc:Fallback>
                <p:oleObj name="Equation" r:id="rId32" imgW="1333656" imgH="769592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5784850"/>
                        <a:ext cx="13858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84" name="Rectangle 52">
            <a:extLst>
              <a:ext uri="{FF2B5EF4-FFF2-40B4-BE49-F238E27FC236}">
                <a16:creationId xmlns:a16="http://schemas.microsoft.com/office/drawing/2014/main" id="{D6CADF53-B99D-B17B-B200-F28898A00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5399088"/>
            <a:ext cx="127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讨论</a:t>
            </a:r>
          </a:p>
        </p:txBody>
      </p:sp>
      <p:pic>
        <p:nvPicPr>
          <p:cNvPr id="479285" name="Picture 53" descr="j0293240">
            <a:extLst>
              <a:ext uri="{FF2B5EF4-FFF2-40B4-BE49-F238E27FC236}">
                <a16:creationId xmlns:a16="http://schemas.microsoft.com/office/drawing/2014/main" id="{B00DBF80-ECAD-2D30-A63D-F3517F630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721475"/>
            <a:ext cx="61118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7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47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9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9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9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47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7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9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9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79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79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79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79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9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79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79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79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79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79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79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autoUpdateAnimBg="0"/>
      <p:bldP spid="479237" grpId="0" animBg="1"/>
      <p:bldP spid="479238" grpId="0" animBg="1"/>
      <p:bldP spid="479246" grpId="0" autoUpdateAnimBg="0"/>
      <p:bldP spid="479255" grpId="0" autoUpdateAnimBg="0"/>
      <p:bldP spid="479256" grpId="0" autoUpdateAnimBg="0"/>
      <p:bldP spid="479260" grpId="0" build="p" autoUpdateAnimBg="0"/>
      <p:bldP spid="479273" grpId="0" animBg="1"/>
      <p:bldP spid="479278" grpId="0" build="p" autoUpdateAnimBg="0"/>
      <p:bldP spid="479284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4">
            <a:extLst>
              <a:ext uri="{FF2B5EF4-FFF2-40B4-BE49-F238E27FC236}">
                <a16:creationId xmlns:a16="http://schemas.microsoft.com/office/drawing/2014/main" id="{685C3B2D-4DDE-1C26-6C42-C51C942336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0275" y="3505200"/>
            <a:ext cx="1912938" cy="1800225"/>
            <a:chOff x="3610" y="2000"/>
            <a:chExt cx="1651" cy="1554"/>
          </a:xfrm>
        </p:grpSpPr>
        <p:sp>
          <p:nvSpPr>
            <p:cNvPr id="22583" name="Oval 55">
              <a:extLst>
                <a:ext uri="{FF2B5EF4-FFF2-40B4-BE49-F238E27FC236}">
                  <a16:creationId xmlns:a16="http://schemas.microsoft.com/office/drawing/2014/main" id="{0A2D10CD-FC2A-39D7-FDAC-FF8A03BDB9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10" y="2000"/>
              <a:ext cx="1651" cy="1554"/>
            </a:xfrm>
            <a:prstGeom prst="ellipse">
              <a:avLst/>
            </a:prstGeom>
            <a:solidFill>
              <a:srgbClr val="0099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5622" name="Group 56">
              <a:extLst>
                <a:ext uri="{FF2B5EF4-FFF2-40B4-BE49-F238E27FC236}">
                  <a16:creationId xmlns:a16="http://schemas.microsoft.com/office/drawing/2014/main" id="{91959E2A-BE24-A924-14E6-7B74BBABF1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24" y="2148"/>
              <a:ext cx="1468" cy="1143"/>
              <a:chOff x="323" y="1918"/>
              <a:chExt cx="1492" cy="1167"/>
            </a:xfrm>
          </p:grpSpPr>
          <p:sp>
            <p:nvSpPr>
              <p:cNvPr id="22585" name="Freeform 57">
                <a:extLst>
                  <a:ext uri="{FF2B5EF4-FFF2-40B4-BE49-F238E27FC236}">
                    <a16:creationId xmlns:a16="http://schemas.microsoft.com/office/drawing/2014/main" id="{8945DEC1-EB80-CC17-6100-FE5657110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3" y="2371"/>
                <a:ext cx="489" cy="621"/>
              </a:xfrm>
              <a:custGeom>
                <a:avLst/>
                <a:gdLst/>
                <a:ahLst/>
                <a:cxnLst>
                  <a:cxn ang="0">
                    <a:pos x="123" y="155"/>
                  </a:cxn>
                  <a:cxn ang="0">
                    <a:pos x="69" y="192"/>
                  </a:cxn>
                  <a:cxn ang="0">
                    <a:pos x="26" y="276"/>
                  </a:cxn>
                  <a:cxn ang="0">
                    <a:pos x="17" y="356"/>
                  </a:cxn>
                  <a:cxn ang="0">
                    <a:pos x="41" y="473"/>
                  </a:cxn>
                  <a:cxn ang="0">
                    <a:pos x="126" y="579"/>
                  </a:cxn>
                  <a:cxn ang="0">
                    <a:pos x="212" y="551"/>
                  </a:cxn>
                  <a:cxn ang="0">
                    <a:pos x="381" y="585"/>
                  </a:cxn>
                  <a:cxn ang="0">
                    <a:pos x="423" y="772"/>
                  </a:cxn>
                  <a:cxn ang="0">
                    <a:pos x="424" y="820"/>
                  </a:cxn>
                  <a:cxn ang="0">
                    <a:pos x="409" y="927"/>
                  </a:cxn>
                  <a:cxn ang="0">
                    <a:pos x="457" y="1048"/>
                  </a:cxn>
                  <a:cxn ang="0">
                    <a:pos x="504" y="1175"/>
                  </a:cxn>
                  <a:cxn ang="0">
                    <a:pos x="578" y="1217"/>
                  </a:cxn>
                  <a:cxn ang="0">
                    <a:pos x="707" y="1119"/>
                  </a:cxn>
                  <a:cxn ang="0">
                    <a:pos x="737" y="1058"/>
                  </a:cxn>
                  <a:cxn ang="0">
                    <a:pos x="754" y="1014"/>
                  </a:cxn>
                  <a:cxn ang="0">
                    <a:pos x="821" y="904"/>
                  </a:cxn>
                  <a:cxn ang="0">
                    <a:pos x="821" y="806"/>
                  </a:cxn>
                  <a:cxn ang="0">
                    <a:pos x="811" y="753"/>
                  </a:cxn>
                  <a:cxn ang="0">
                    <a:pos x="860" y="649"/>
                  </a:cxn>
                  <a:cxn ang="0">
                    <a:pos x="994" y="436"/>
                  </a:cxn>
                  <a:cxn ang="0">
                    <a:pos x="857" y="450"/>
                  </a:cxn>
                  <a:cxn ang="0">
                    <a:pos x="799" y="372"/>
                  </a:cxn>
                  <a:cxn ang="0">
                    <a:pos x="706" y="189"/>
                  </a:cxn>
                  <a:cxn ang="0">
                    <a:pos x="709" y="133"/>
                  </a:cxn>
                  <a:cxn ang="0">
                    <a:pos x="650" y="141"/>
                  </a:cxn>
                  <a:cxn ang="0">
                    <a:pos x="516" y="164"/>
                  </a:cxn>
                  <a:cxn ang="0">
                    <a:pos x="466" y="104"/>
                  </a:cxn>
                  <a:cxn ang="0">
                    <a:pos x="414" y="30"/>
                  </a:cxn>
                  <a:cxn ang="0">
                    <a:pos x="241" y="0"/>
                  </a:cxn>
                  <a:cxn ang="0">
                    <a:pos x="181" y="66"/>
                  </a:cxn>
                </a:cxnLst>
                <a:rect l="0" t="0" r="r" b="b"/>
                <a:pathLst>
                  <a:path w="994" h="1227">
                    <a:moveTo>
                      <a:pt x="143" y="97"/>
                    </a:moveTo>
                    <a:lnTo>
                      <a:pt x="123" y="155"/>
                    </a:lnTo>
                    <a:lnTo>
                      <a:pt x="101" y="174"/>
                    </a:lnTo>
                    <a:lnTo>
                      <a:pt x="69" y="192"/>
                    </a:lnTo>
                    <a:lnTo>
                      <a:pt x="53" y="225"/>
                    </a:lnTo>
                    <a:lnTo>
                      <a:pt x="26" y="276"/>
                    </a:lnTo>
                    <a:lnTo>
                      <a:pt x="26" y="309"/>
                    </a:lnTo>
                    <a:lnTo>
                      <a:pt x="17" y="356"/>
                    </a:lnTo>
                    <a:lnTo>
                      <a:pt x="0" y="416"/>
                    </a:lnTo>
                    <a:lnTo>
                      <a:pt x="41" y="473"/>
                    </a:lnTo>
                    <a:lnTo>
                      <a:pt x="83" y="524"/>
                    </a:lnTo>
                    <a:lnTo>
                      <a:pt x="126" y="579"/>
                    </a:lnTo>
                    <a:lnTo>
                      <a:pt x="151" y="551"/>
                    </a:lnTo>
                    <a:lnTo>
                      <a:pt x="212" y="551"/>
                    </a:lnTo>
                    <a:lnTo>
                      <a:pt x="302" y="551"/>
                    </a:lnTo>
                    <a:lnTo>
                      <a:pt x="381" y="585"/>
                    </a:lnTo>
                    <a:lnTo>
                      <a:pt x="373" y="662"/>
                    </a:lnTo>
                    <a:lnTo>
                      <a:pt x="423" y="772"/>
                    </a:lnTo>
                    <a:lnTo>
                      <a:pt x="430" y="790"/>
                    </a:lnTo>
                    <a:lnTo>
                      <a:pt x="424" y="820"/>
                    </a:lnTo>
                    <a:lnTo>
                      <a:pt x="442" y="851"/>
                    </a:lnTo>
                    <a:lnTo>
                      <a:pt x="409" y="927"/>
                    </a:lnTo>
                    <a:lnTo>
                      <a:pt x="435" y="991"/>
                    </a:lnTo>
                    <a:lnTo>
                      <a:pt x="457" y="1048"/>
                    </a:lnTo>
                    <a:lnTo>
                      <a:pt x="475" y="1110"/>
                    </a:lnTo>
                    <a:lnTo>
                      <a:pt x="504" y="1175"/>
                    </a:lnTo>
                    <a:lnTo>
                      <a:pt x="527" y="1227"/>
                    </a:lnTo>
                    <a:lnTo>
                      <a:pt x="578" y="1217"/>
                    </a:lnTo>
                    <a:lnTo>
                      <a:pt x="668" y="1172"/>
                    </a:lnTo>
                    <a:lnTo>
                      <a:pt x="707" y="1119"/>
                    </a:lnTo>
                    <a:lnTo>
                      <a:pt x="707" y="1081"/>
                    </a:lnTo>
                    <a:lnTo>
                      <a:pt x="737" y="1058"/>
                    </a:lnTo>
                    <a:lnTo>
                      <a:pt x="758" y="1044"/>
                    </a:lnTo>
                    <a:lnTo>
                      <a:pt x="754" y="1014"/>
                    </a:lnTo>
                    <a:lnTo>
                      <a:pt x="748" y="991"/>
                    </a:lnTo>
                    <a:lnTo>
                      <a:pt x="821" y="904"/>
                    </a:lnTo>
                    <a:lnTo>
                      <a:pt x="838" y="829"/>
                    </a:lnTo>
                    <a:lnTo>
                      <a:pt x="821" y="806"/>
                    </a:lnTo>
                    <a:lnTo>
                      <a:pt x="824" y="784"/>
                    </a:lnTo>
                    <a:lnTo>
                      <a:pt x="811" y="753"/>
                    </a:lnTo>
                    <a:lnTo>
                      <a:pt x="863" y="685"/>
                    </a:lnTo>
                    <a:lnTo>
                      <a:pt x="860" y="649"/>
                    </a:lnTo>
                    <a:lnTo>
                      <a:pt x="948" y="592"/>
                    </a:lnTo>
                    <a:lnTo>
                      <a:pt x="994" y="436"/>
                    </a:lnTo>
                    <a:lnTo>
                      <a:pt x="918" y="473"/>
                    </a:lnTo>
                    <a:lnTo>
                      <a:pt x="857" y="450"/>
                    </a:lnTo>
                    <a:lnTo>
                      <a:pt x="863" y="413"/>
                    </a:lnTo>
                    <a:lnTo>
                      <a:pt x="799" y="372"/>
                    </a:lnTo>
                    <a:lnTo>
                      <a:pt x="772" y="278"/>
                    </a:lnTo>
                    <a:lnTo>
                      <a:pt x="706" y="189"/>
                    </a:lnTo>
                    <a:lnTo>
                      <a:pt x="709" y="141"/>
                    </a:lnTo>
                    <a:lnTo>
                      <a:pt x="709" y="133"/>
                    </a:lnTo>
                    <a:lnTo>
                      <a:pt x="675" y="134"/>
                    </a:lnTo>
                    <a:lnTo>
                      <a:pt x="650" y="141"/>
                    </a:lnTo>
                    <a:lnTo>
                      <a:pt x="563" y="110"/>
                    </a:lnTo>
                    <a:lnTo>
                      <a:pt x="516" y="164"/>
                    </a:lnTo>
                    <a:lnTo>
                      <a:pt x="481" y="123"/>
                    </a:lnTo>
                    <a:lnTo>
                      <a:pt x="466" y="104"/>
                    </a:lnTo>
                    <a:lnTo>
                      <a:pt x="420" y="97"/>
                    </a:lnTo>
                    <a:lnTo>
                      <a:pt x="414" y="30"/>
                    </a:lnTo>
                    <a:lnTo>
                      <a:pt x="345" y="41"/>
                    </a:lnTo>
                    <a:lnTo>
                      <a:pt x="241" y="0"/>
                    </a:lnTo>
                    <a:lnTo>
                      <a:pt x="218" y="34"/>
                    </a:lnTo>
                    <a:lnTo>
                      <a:pt x="181" y="66"/>
                    </a:lnTo>
                    <a:lnTo>
                      <a:pt x="143" y="9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86" name="Freeform 58">
                <a:extLst>
                  <a:ext uri="{FF2B5EF4-FFF2-40B4-BE49-F238E27FC236}">
                    <a16:creationId xmlns:a16="http://schemas.microsoft.com/office/drawing/2014/main" id="{EDD5901A-7BB4-7BE5-8628-2CED4F5904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33" y="2895"/>
                <a:ext cx="82" cy="112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105" y="76"/>
                  </a:cxn>
                  <a:cxn ang="0">
                    <a:pos x="46" y="131"/>
                  </a:cxn>
                  <a:cxn ang="0">
                    <a:pos x="12" y="170"/>
                  </a:cxn>
                  <a:cxn ang="0">
                    <a:pos x="0" y="189"/>
                  </a:cxn>
                  <a:cxn ang="0">
                    <a:pos x="13" y="203"/>
                  </a:cxn>
                  <a:cxn ang="0">
                    <a:pos x="46" y="225"/>
                  </a:cxn>
                  <a:cxn ang="0">
                    <a:pos x="80" y="175"/>
                  </a:cxn>
                  <a:cxn ang="0">
                    <a:pos x="126" y="131"/>
                  </a:cxn>
                  <a:cxn ang="0">
                    <a:pos x="152" y="89"/>
                  </a:cxn>
                  <a:cxn ang="0">
                    <a:pos x="167" y="55"/>
                  </a:cxn>
                  <a:cxn ang="0">
                    <a:pos x="156" y="37"/>
                  </a:cxn>
                  <a:cxn ang="0">
                    <a:pos x="110" y="0"/>
                  </a:cxn>
                </a:cxnLst>
                <a:rect l="0" t="0" r="r" b="b"/>
                <a:pathLst>
                  <a:path w="167" h="225">
                    <a:moveTo>
                      <a:pt x="110" y="0"/>
                    </a:moveTo>
                    <a:lnTo>
                      <a:pt x="105" y="76"/>
                    </a:lnTo>
                    <a:lnTo>
                      <a:pt x="46" y="131"/>
                    </a:lnTo>
                    <a:lnTo>
                      <a:pt x="12" y="170"/>
                    </a:lnTo>
                    <a:lnTo>
                      <a:pt x="0" y="189"/>
                    </a:lnTo>
                    <a:lnTo>
                      <a:pt x="13" y="203"/>
                    </a:lnTo>
                    <a:lnTo>
                      <a:pt x="46" y="225"/>
                    </a:lnTo>
                    <a:lnTo>
                      <a:pt x="80" y="175"/>
                    </a:lnTo>
                    <a:lnTo>
                      <a:pt x="126" y="131"/>
                    </a:lnTo>
                    <a:lnTo>
                      <a:pt x="152" y="89"/>
                    </a:lnTo>
                    <a:lnTo>
                      <a:pt x="167" y="55"/>
                    </a:lnTo>
                    <a:lnTo>
                      <a:pt x="156" y="37"/>
                    </a:lnTo>
                    <a:lnTo>
                      <a:pt x="11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87" name="Freeform 59">
                <a:extLst>
                  <a:ext uri="{FF2B5EF4-FFF2-40B4-BE49-F238E27FC236}">
                    <a16:creationId xmlns:a16="http://schemas.microsoft.com/office/drawing/2014/main" id="{5E66B15F-D4A7-6E46-B8CF-4C0F3A5418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27" y="2806"/>
                <a:ext cx="259" cy="235"/>
              </a:xfrm>
              <a:custGeom>
                <a:avLst/>
                <a:gdLst/>
                <a:ahLst/>
                <a:cxnLst>
                  <a:cxn ang="0">
                    <a:pos x="366" y="28"/>
                  </a:cxn>
                  <a:cxn ang="0">
                    <a:pos x="369" y="44"/>
                  </a:cxn>
                  <a:cxn ang="0">
                    <a:pos x="363" y="80"/>
                  </a:cxn>
                  <a:cxn ang="0">
                    <a:pos x="330" y="75"/>
                  </a:cxn>
                  <a:cxn ang="0">
                    <a:pos x="308" y="7"/>
                  </a:cxn>
                  <a:cxn ang="0">
                    <a:pos x="247" y="0"/>
                  </a:cxn>
                  <a:cxn ang="0">
                    <a:pos x="232" y="21"/>
                  </a:cxn>
                  <a:cxn ang="0">
                    <a:pos x="199" y="51"/>
                  </a:cxn>
                  <a:cxn ang="0">
                    <a:pos x="167" y="45"/>
                  </a:cxn>
                  <a:cxn ang="0">
                    <a:pos x="128" y="85"/>
                  </a:cxn>
                  <a:cxn ang="0">
                    <a:pos x="114" y="90"/>
                  </a:cxn>
                  <a:cxn ang="0">
                    <a:pos x="98" y="124"/>
                  </a:cxn>
                  <a:cxn ang="0">
                    <a:pos x="35" y="141"/>
                  </a:cxn>
                  <a:cxn ang="0">
                    <a:pos x="0" y="199"/>
                  </a:cxn>
                  <a:cxn ang="0">
                    <a:pos x="18" y="253"/>
                  </a:cxn>
                  <a:cxn ang="0">
                    <a:pos x="11" y="270"/>
                  </a:cxn>
                  <a:cxn ang="0">
                    <a:pos x="30" y="332"/>
                  </a:cxn>
                  <a:cxn ang="0">
                    <a:pos x="65" y="376"/>
                  </a:cxn>
                  <a:cxn ang="0">
                    <a:pos x="145" y="357"/>
                  </a:cxn>
                  <a:cxn ang="0">
                    <a:pos x="185" y="333"/>
                  </a:cxn>
                  <a:cxn ang="0">
                    <a:pos x="197" y="326"/>
                  </a:cxn>
                  <a:cxn ang="0">
                    <a:pos x="253" y="333"/>
                  </a:cxn>
                  <a:cxn ang="0">
                    <a:pos x="278" y="363"/>
                  </a:cxn>
                  <a:cxn ang="0">
                    <a:pos x="293" y="386"/>
                  </a:cxn>
                  <a:cxn ang="0">
                    <a:pos x="348" y="401"/>
                  </a:cxn>
                  <a:cxn ang="0">
                    <a:pos x="399" y="448"/>
                  </a:cxn>
                  <a:cxn ang="0">
                    <a:pos x="423" y="464"/>
                  </a:cxn>
                  <a:cxn ang="0">
                    <a:pos x="465" y="433"/>
                  </a:cxn>
                  <a:cxn ang="0">
                    <a:pos x="489" y="389"/>
                  </a:cxn>
                  <a:cxn ang="0">
                    <a:pos x="519" y="329"/>
                  </a:cxn>
                  <a:cxn ang="0">
                    <a:pos x="524" y="245"/>
                  </a:cxn>
                  <a:cxn ang="0">
                    <a:pos x="489" y="189"/>
                  </a:cxn>
                  <a:cxn ang="0">
                    <a:pos x="475" y="154"/>
                  </a:cxn>
                  <a:cxn ang="0">
                    <a:pos x="438" y="127"/>
                  </a:cxn>
                  <a:cxn ang="0">
                    <a:pos x="420" y="63"/>
                  </a:cxn>
                  <a:cxn ang="0">
                    <a:pos x="384" y="0"/>
                  </a:cxn>
                </a:cxnLst>
                <a:rect l="0" t="0" r="r" b="b"/>
                <a:pathLst>
                  <a:path w="530" h="465">
                    <a:moveTo>
                      <a:pt x="372" y="4"/>
                    </a:moveTo>
                    <a:lnTo>
                      <a:pt x="366" y="28"/>
                    </a:lnTo>
                    <a:lnTo>
                      <a:pt x="363" y="34"/>
                    </a:lnTo>
                    <a:lnTo>
                      <a:pt x="369" y="44"/>
                    </a:lnTo>
                    <a:lnTo>
                      <a:pt x="369" y="70"/>
                    </a:lnTo>
                    <a:lnTo>
                      <a:pt x="363" y="80"/>
                    </a:lnTo>
                    <a:lnTo>
                      <a:pt x="348" y="85"/>
                    </a:lnTo>
                    <a:lnTo>
                      <a:pt x="330" y="75"/>
                    </a:lnTo>
                    <a:lnTo>
                      <a:pt x="325" y="48"/>
                    </a:lnTo>
                    <a:lnTo>
                      <a:pt x="308" y="7"/>
                    </a:lnTo>
                    <a:lnTo>
                      <a:pt x="278" y="10"/>
                    </a:lnTo>
                    <a:lnTo>
                      <a:pt x="247" y="0"/>
                    </a:lnTo>
                    <a:lnTo>
                      <a:pt x="247" y="21"/>
                    </a:lnTo>
                    <a:lnTo>
                      <a:pt x="232" y="21"/>
                    </a:lnTo>
                    <a:lnTo>
                      <a:pt x="218" y="48"/>
                    </a:lnTo>
                    <a:lnTo>
                      <a:pt x="199" y="51"/>
                    </a:lnTo>
                    <a:lnTo>
                      <a:pt x="185" y="54"/>
                    </a:lnTo>
                    <a:lnTo>
                      <a:pt x="167" y="45"/>
                    </a:lnTo>
                    <a:lnTo>
                      <a:pt x="131" y="75"/>
                    </a:lnTo>
                    <a:lnTo>
                      <a:pt x="128" y="85"/>
                    </a:lnTo>
                    <a:lnTo>
                      <a:pt x="117" y="78"/>
                    </a:lnTo>
                    <a:lnTo>
                      <a:pt x="114" y="90"/>
                    </a:lnTo>
                    <a:lnTo>
                      <a:pt x="114" y="101"/>
                    </a:lnTo>
                    <a:lnTo>
                      <a:pt x="98" y="124"/>
                    </a:lnTo>
                    <a:lnTo>
                      <a:pt x="71" y="132"/>
                    </a:lnTo>
                    <a:lnTo>
                      <a:pt x="35" y="141"/>
                    </a:lnTo>
                    <a:lnTo>
                      <a:pt x="11" y="158"/>
                    </a:lnTo>
                    <a:lnTo>
                      <a:pt x="0" y="199"/>
                    </a:lnTo>
                    <a:lnTo>
                      <a:pt x="8" y="250"/>
                    </a:lnTo>
                    <a:lnTo>
                      <a:pt x="18" y="253"/>
                    </a:lnTo>
                    <a:lnTo>
                      <a:pt x="18" y="258"/>
                    </a:lnTo>
                    <a:lnTo>
                      <a:pt x="11" y="270"/>
                    </a:lnTo>
                    <a:lnTo>
                      <a:pt x="27" y="312"/>
                    </a:lnTo>
                    <a:lnTo>
                      <a:pt x="30" y="332"/>
                    </a:lnTo>
                    <a:lnTo>
                      <a:pt x="27" y="357"/>
                    </a:lnTo>
                    <a:lnTo>
                      <a:pt x="65" y="376"/>
                    </a:lnTo>
                    <a:lnTo>
                      <a:pt x="92" y="357"/>
                    </a:lnTo>
                    <a:lnTo>
                      <a:pt x="145" y="357"/>
                    </a:lnTo>
                    <a:lnTo>
                      <a:pt x="139" y="349"/>
                    </a:lnTo>
                    <a:lnTo>
                      <a:pt x="185" y="333"/>
                    </a:lnTo>
                    <a:lnTo>
                      <a:pt x="199" y="333"/>
                    </a:lnTo>
                    <a:lnTo>
                      <a:pt x="197" y="326"/>
                    </a:lnTo>
                    <a:lnTo>
                      <a:pt x="218" y="322"/>
                    </a:lnTo>
                    <a:lnTo>
                      <a:pt x="253" y="333"/>
                    </a:lnTo>
                    <a:lnTo>
                      <a:pt x="272" y="333"/>
                    </a:lnTo>
                    <a:lnTo>
                      <a:pt x="278" y="363"/>
                    </a:lnTo>
                    <a:lnTo>
                      <a:pt x="293" y="363"/>
                    </a:lnTo>
                    <a:lnTo>
                      <a:pt x="293" y="386"/>
                    </a:lnTo>
                    <a:lnTo>
                      <a:pt x="333" y="390"/>
                    </a:lnTo>
                    <a:lnTo>
                      <a:pt x="348" y="401"/>
                    </a:lnTo>
                    <a:lnTo>
                      <a:pt x="349" y="430"/>
                    </a:lnTo>
                    <a:lnTo>
                      <a:pt x="399" y="448"/>
                    </a:lnTo>
                    <a:lnTo>
                      <a:pt x="409" y="465"/>
                    </a:lnTo>
                    <a:lnTo>
                      <a:pt x="423" y="464"/>
                    </a:lnTo>
                    <a:lnTo>
                      <a:pt x="448" y="444"/>
                    </a:lnTo>
                    <a:lnTo>
                      <a:pt x="465" y="433"/>
                    </a:lnTo>
                    <a:lnTo>
                      <a:pt x="484" y="433"/>
                    </a:lnTo>
                    <a:lnTo>
                      <a:pt x="489" y="389"/>
                    </a:lnTo>
                    <a:lnTo>
                      <a:pt x="498" y="352"/>
                    </a:lnTo>
                    <a:lnTo>
                      <a:pt x="519" y="329"/>
                    </a:lnTo>
                    <a:lnTo>
                      <a:pt x="530" y="297"/>
                    </a:lnTo>
                    <a:lnTo>
                      <a:pt x="524" y="245"/>
                    </a:lnTo>
                    <a:lnTo>
                      <a:pt x="519" y="212"/>
                    </a:lnTo>
                    <a:lnTo>
                      <a:pt x="489" y="189"/>
                    </a:lnTo>
                    <a:lnTo>
                      <a:pt x="487" y="171"/>
                    </a:lnTo>
                    <a:lnTo>
                      <a:pt x="475" y="154"/>
                    </a:lnTo>
                    <a:lnTo>
                      <a:pt x="466" y="141"/>
                    </a:lnTo>
                    <a:lnTo>
                      <a:pt x="438" y="127"/>
                    </a:lnTo>
                    <a:lnTo>
                      <a:pt x="430" y="100"/>
                    </a:lnTo>
                    <a:lnTo>
                      <a:pt x="420" y="63"/>
                    </a:lnTo>
                    <a:lnTo>
                      <a:pt x="405" y="34"/>
                    </a:lnTo>
                    <a:lnTo>
                      <a:pt x="384" y="0"/>
                    </a:lnTo>
                    <a:lnTo>
                      <a:pt x="372" y="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88" name="Freeform 60">
                <a:extLst>
                  <a:ext uri="{FF2B5EF4-FFF2-40B4-BE49-F238E27FC236}">
                    <a16:creationId xmlns:a16="http://schemas.microsoft.com/office/drawing/2014/main" id="{238214D1-AB10-5904-4C47-25A971BF0D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94" y="2690"/>
                <a:ext cx="136" cy="1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" y="54"/>
                  </a:cxn>
                  <a:cxn ang="0">
                    <a:pos x="111" y="128"/>
                  </a:cxn>
                  <a:cxn ang="0">
                    <a:pos x="163" y="115"/>
                  </a:cxn>
                  <a:cxn ang="0">
                    <a:pos x="276" y="216"/>
                  </a:cxn>
                  <a:cxn ang="0">
                    <a:pos x="216" y="112"/>
                  </a:cxn>
                  <a:cxn ang="0">
                    <a:pos x="216" y="91"/>
                  </a:cxn>
                  <a:cxn ang="0">
                    <a:pos x="227" y="68"/>
                  </a:cxn>
                  <a:cxn ang="0">
                    <a:pos x="106" y="23"/>
                  </a:cxn>
                  <a:cxn ang="0">
                    <a:pos x="0" y="0"/>
                  </a:cxn>
                </a:cxnLst>
                <a:rect l="0" t="0" r="r" b="b"/>
                <a:pathLst>
                  <a:path w="276" h="216">
                    <a:moveTo>
                      <a:pt x="0" y="0"/>
                    </a:moveTo>
                    <a:lnTo>
                      <a:pt x="19" y="54"/>
                    </a:lnTo>
                    <a:lnTo>
                      <a:pt x="111" y="128"/>
                    </a:lnTo>
                    <a:lnTo>
                      <a:pt x="163" y="115"/>
                    </a:lnTo>
                    <a:lnTo>
                      <a:pt x="276" y="216"/>
                    </a:lnTo>
                    <a:lnTo>
                      <a:pt x="216" y="112"/>
                    </a:lnTo>
                    <a:lnTo>
                      <a:pt x="216" y="91"/>
                    </a:lnTo>
                    <a:lnTo>
                      <a:pt x="227" y="68"/>
                    </a:lnTo>
                    <a:lnTo>
                      <a:pt x="106" y="2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89" name="Freeform 61">
                <a:extLst>
                  <a:ext uri="{FF2B5EF4-FFF2-40B4-BE49-F238E27FC236}">
                    <a16:creationId xmlns:a16="http://schemas.microsoft.com/office/drawing/2014/main" id="{58378B7A-8562-CD81-1040-9F368A9B2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48" y="2653"/>
                <a:ext cx="82" cy="105"/>
              </a:xfrm>
              <a:custGeom>
                <a:avLst/>
                <a:gdLst/>
                <a:ahLst/>
                <a:cxnLst>
                  <a:cxn ang="0">
                    <a:pos x="128" y="0"/>
                  </a:cxn>
                  <a:cxn ang="0">
                    <a:pos x="60" y="107"/>
                  </a:cxn>
                  <a:cxn ang="0">
                    <a:pos x="0" y="110"/>
                  </a:cxn>
                  <a:cxn ang="0">
                    <a:pos x="19" y="187"/>
                  </a:cxn>
                  <a:cxn ang="0">
                    <a:pos x="140" y="208"/>
                  </a:cxn>
                  <a:cxn ang="0">
                    <a:pos x="170" y="61"/>
                  </a:cxn>
                  <a:cxn ang="0">
                    <a:pos x="128" y="0"/>
                  </a:cxn>
                </a:cxnLst>
                <a:rect l="0" t="0" r="r" b="b"/>
                <a:pathLst>
                  <a:path w="170" h="208">
                    <a:moveTo>
                      <a:pt x="128" y="0"/>
                    </a:moveTo>
                    <a:lnTo>
                      <a:pt x="60" y="107"/>
                    </a:lnTo>
                    <a:lnTo>
                      <a:pt x="0" y="110"/>
                    </a:lnTo>
                    <a:lnTo>
                      <a:pt x="19" y="187"/>
                    </a:lnTo>
                    <a:lnTo>
                      <a:pt x="140" y="208"/>
                    </a:lnTo>
                    <a:lnTo>
                      <a:pt x="170" y="61"/>
                    </a:lnTo>
                    <a:lnTo>
                      <a:pt x="12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0" name="Freeform 62">
                <a:extLst>
                  <a:ext uri="{FF2B5EF4-FFF2-40B4-BE49-F238E27FC236}">
                    <a16:creationId xmlns:a16="http://schemas.microsoft.com/office/drawing/2014/main" id="{06D15298-F704-0E1E-AB5B-E75D89BC4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238" y="2723"/>
                <a:ext cx="89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7" y="127"/>
                  </a:cxn>
                  <a:cxn ang="0">
                    <a:pos x="164" y="130"/>
                  </a:cxn>
                  <a:cxn ang="0">
                    <a:pos x="182" y="88"/>
                  </a:cxn>
                  <a:cxn ang="0">
                    <a:pos x="77" y="19"/>
                  </a:cxn>
                  <a:cxn ang="0">
                    <a:pos x="0" y="0"/>
                  </a:cxn>
                </a:cxnLst>
                <a:rect l="0" t="0" r="r" b="b"/>
                <a:pathLst>
                  <a:path w="182" h="130">
                    <a:moveTo>
                      <a:pt x="0" y="0"/>
                    </a:moveTo>
                    <a:lnTo>
                      <a:pt x="107" y="127"/>
                    </a:lnTo>
                    <a:lnTo>
                      <a:pt x="164" y="130"/>
                    </a:lnTo>
                    <a:lnTo>
                      <a:pt x="182" y="88"/>
                    </a:lnTo>
                    <a:lnTo>
                      <a:pt x="77" y="1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1" name="Freeform 63">
                <a:extLst>
                  <a:ext uri="{FF2B5EF4-FFF2-40B4-BE49-F238E27FC236}">
                    <a16:creationId xmlns:a16="http://schemas.microsoft.com/office/drawing/2014/main" id="{21E832B9-31B9-ABD7-5494-3C6E42794D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321" y="2790"/>
                <a:ext cx="155" cy="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6" y="82"/>
                  </a:cxn>
                  <a:cxn ang="0">
                    <a:pos x="316" y="32"/>
                  </a:cxn>
                  <a:cxn ang="0">
                    <a:pos x="77" y="41"/>
                  </a:cxn>
                  <a:cxn ang="0">
                    <a:pos x="0" y="0"/>
                  </a:cxn>
                </a:cxnLst>
                <a:rect l="0" t="0" r="r" b="b"/>
                <a:pathLst>
                  <a:path w="316" h="82">
                    <a:moveTo>
                      <a:pt x="0" y="0"/>
                    </a:moveTo>
                    <a:lnTo>
                      <a:pt x="66" y="82"/>
                    </a:lnTo>
                    <a:lnTo>
                      <a:pt x="316" y="32"/>
                    </a:lnTo>
                    <a:lnTo>
                      <a:pt x="77" y="41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2" name="Freeform 64">
                <a:extLst>
                  <a:ext uri="{FF2B5EF4-FFF2-40B4-BE49-F238E27FC236}">
                    <a16:creationId xmlns:a16="http://schemas.microsoft.com/office/drawing/2014/main" id="{AB259F53-1367-5755-2A09-77ED06AE89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626" y="3050"/>
                <a:ext cx="28" cy="35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0" y="0"/>
                  </a:cxn>
                  <a:cxn ang="0">
                    <a:pos x="3" y="16"/>
                  </a:cxn>
                  <a:cxn ang="0">
                    <a:pos x="16" y="29"/>
                  </a:cxn>
                  <a:cxn ang="0">
                    <a:pos x="16" y="53"/>
                  </a:cxn>
                  <a:cxn ang="0">
                    <a:pos x="37" y="70"/>
                  </a:cxn>
                  <a:cxn ang="0">
                    <a:pos x="46" y="57"/>
                  </a:cxn>
                  <a:cxn ang="0">
                    <a:pos x="46" y="45"/>
                  </a:cxn>
                  <a:cxn ang="0">
                    <a:pos x="52" y="35"/>
                  </a:cxn>
                  <a:cxn ang="0">
                    <a:pos x="54" y="5"/>
                  </a:cxn>
                  <a:cxn ang="0">
                    <a:pos x="30" y="12"/>
                  </a:cxn>
                  <a:cxn ang="0">
                    <a:pos x="16" y="0"/>
                  </a:cxn>
                </a:cxnLst>
                <a:rect l="0" t="0" r="r" b="b"/>
                <a:pathLst>
                  <a:path w="54" h="70">
                    <a:moveTo>
                      <a:pt x="16" y="0"/>
                    </a:moveTo>
                    <a:lnTo>
                      <a:pt x="0" y="0"/>
                    </a:lnTo>
                    <a:lnTo>
                      <a:pt x="3" y="16"/>
                    </a:lnTo>
                    <a:lnTo>
                      <a:pt x="16" y="29"/>
                    </a:lnTo>
                    <a:lnTo>
                      <a:pt x="16" y="53"/>
                    </a:lnTo>
                    <a:lnTo>
                      <a:pt x="37" y="70"/>
                    </a:lnTo>
                    <a:lnTo>
                      <a:pt x="46" y="57"/>
                    </a:lnTo>
                    <a:lnTo>
                      <a:pt x="46" y="45"/>
                    </a:lnTo>
                    <a:lnTo>
                      <a:pt x="52" y="35"/>
                    </a:lnTo>
                    <a:lnTo>
                      <a:pt x="54" y="5"/>
                    </a:lnTo>
                    <a:lnTo>
                      <a:pt x="30" y="12"/>
                    </a:lnTo>
                    <a:lnTo>
                      <a:pt x="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3" name="Freeform 65">
                <a:extLst>
                  <a:ext uri="{FF2B5EF4-FFF2-40B4-BE49-F238E27FC236}">
                    <a16:creationId xmlns:a16="http://schemas.microsoft.com/office/drawing/2014/main" id="{F9D19503-E05F-3AE3-8FFB-90F5735D7D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66" y="2245"/>
                <a:ext cx="107" cy="172"/>
              </a:xfrm>
              <a:custGeom>
                <a:avLst/>
                <a:gdLst/>
                <a:ahLst/>
                <a:cxnLst>
                  <a:cxn ang="0">
                    <a:pos x="146" y="0"/>
                  </a:cxn>
                  <a:cxn ang="0">
                    <a:pos x="146" y="45"/>
                  </a:cxn>
                  <a:cxn ang="0">
                    <a:pos x="125" y="70"/>
                  </a:cxn>
                  <a:cxn ang="0">
                    <a:pos x="132" y="119"/>
                  </a:cxn>
                  <a:cxn ang="0">
                    <a:pos x="110" y="177"/>
                  </a:cxn>
                  <a:cxn ang="0">
                    <a:pos x="75" y="228"/>
                  </a:cxn>
                  <a:cxn ang="0">
                    <a:pos x="12" y="275"/>
                  </a:cxn>
                  <a:cxn ang="0">
                    <a:pos x="0" y="338"/>
                  </a:cxn>
                  <a:cxn ang="0">
                    <a:pos x="24" y="338"/>
                  </a:cxn>
                  <a:cxn ang="0">
                    <a:pos x="30" y="279"/>
                  </a:cxn>
                  <a:cxn ang="0">
                    <a:pos x="104" y="274"/>
                  </a:cxn>
                  <a:cxn ang="0">
                    <a:pos x="165" y="234"/>
                  </a:cxn>
                  <a:cxn ang="0">
                    <a:pos x="162" y="153"/>
                  </a:cxn>
                  <a:cxn ang="0">
                    <a:pos x="179" y="121"/>
                  </a:cxn>
                  <a:cxn ang="0">
                    <a:pos x="152" y="77"/>
                  </a:cxn>
                  <a:cxn ang="0">
                    <a:pos x="194" y="57"/>
                  </a:cxn>
                  <a:cxn ang="0">
                    <a:pos x="219" y="13"/>
                  </a:cxn>
                  <a:cxn ang="0">
                    <a:pos x="162" y="23"/>
                  </a:cxn>
                  <a:cxn ang="0">
                    <a:pos x="146" y="0"/>
                  </a:cxn>
                </a:cxnLst>
                <a:rect l="0" t="0" r="r" b="b"/>
                <a:pathLst>
                  <a:path w="219" h="338">
                    <a:moveTo>
                      <a:pt x="146" y="0"/>
                    </a:moveTo>
                    <a:lnTo>
                      <a:pt x="146" y="45"/>
                    </a:lnTo>
                    <a:lnTo>
                      <a:pt x="125" y="70"/>
                    </a:lnTo>
                    <a:lnTo>
                      <a:pt x="132" y="119"/>
                    </a:lnTo>
                    <a:lnTo>
                      <a:pt x="110" y="177"/>
                    </a:lnTo>
                    <a:lnTo>
                      <a:pt x="75" y="228"/>
                    </a:lnTo>
                    <a:lnTo>
                      <a:pt x="12" y="275"/>
                    </a:lnTo>
                    <a:lnTo>
                      <a:pt x="0" y="338"/>
                    </a:lnTo>
                    <a:lnTo>
                      <a:pt x="24" y="338"/>
                    </a:lnTo>
                    <a:lnTo>
                      <a:pt x="30" y="279"/>
                    </a:lnTo>
                    <a:lnTo>
                      <a:pt x="104" y="274"/>
                    </a:lnTo>
                    <a:lnTo>
                      <a:pt x="165" y="234"/>
                    </a:lnTo>
                    <a:lnTo>
                      <a:pt x="162" y="153"/>
                    </a:lnTo>
                    <a:lnTo>
                      <a:pt x="179" y="121"/>
                    </a:lnTo>
                    <a:lnTo>
                      <a:pt x="152" y="77"/>
                    </a:lnTo>
                    <a:lnTo>
                      <a:pt x="194" y="57"/>
                    </a:lnTo>
                    <a:lnTo>
                      <a:pt x="219" y="13"/>
                    </a:lnTo>
                    <a:lnTo>
                      <a:pt x="162" y="23"/>
                    </a:lnTo>
                    <a:lnTo>
                      <a:pt x="14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4" name="Freeform 66">
                <a:extLst>
                  <a:ext uri="{FF2B5EF4-FFF2-40B4-BE49-F238E27FC236}">
                    <a16:creationId xmlns:a16="http://schemas.microsoft.com/office/drawing/2014/main" id="{2F756E7B-FF5F-B3D3-3880-04CA349CE1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21" y="2489"/>
                <a:ext cx="15" cy="25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3" y="20"/>
                  </a:cxn>
                  <a:cxn ang="0">
                    <a:pos x="12" y="49"/>
                  </a:cxn>
                  <a:cxn ang="0">
                    <a:pos x="0" y="50"/>
                  </a:cxn>
                  <a:cxn ang="0">
                    <a:pos x="6" y="23"/>
                  </a:cxn>
                  <a:cxn ang="0">
                    <a:pos x="20" y="0"/>
                  </a:cxn>
                </a:cxnLst>
                <a:rect l="0" t="0" r="r" b="b"/>
                <a:pathLst>
                  <a:path w="33" h="50">
                    <a:moveTo>
                      <a:pt x="20" y="0"/>
                    </a:moveTo>
                    <a:lnTo>
                      <a:pt x="33" y="20"/>
                    </a:lnTo>
                    <a:lnTo>
                      <a:pt x="12" y="49"/>
                    </a:lnTo>
                    <a:lnTo>
                      <a:pt x="0" y="50"/>
                    </a:lnTo>
                    <a:lnTo>
                      <a:pt x="6" y="23"/>
                    </a:lnTo>
                    <a:lnTo>
                      <a:pt x="2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5" name="Freeform 67">
                <a:extLst>
                  <a:ext uri="{FF2B5EF4-FFF2-40B4-BE49-F238E27FC236}">
                    <a16:creationId xmlns:a16="http://schemas.microsoft.com/office/drawing/2014/main" id="{8BE71F4E-F591-0EF1-B0CA-33D6526F05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41" y="2525"/>
                <a:ext cx="25" cy="36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35" y="24"/>
                  </a:cxn>
                  <a:cxn ang="0">
                    <a:pos x="20" y="37"/>
                  </a:cxn>
                  <a:cxn ang="0">
                    <a:pos x="21" y="44"/>
                  </a:cxn>
                  <a:cxn ang="0">
                    <a:pos x="53" y="57"/>
                  </a:cxn>
                  <a:cxn ang="0">
                    <a:pos x="50" y="68"/>
                  </a:cxn>
                  <a:cxn ang="0">
                    <a:pos x="30" y="58"/>
                  </a:cxn>
                  <a:cxn ang="0">
                    <a:pos x="9" y="71"/>
                  </a:cxn>
                  <a:cxn ang="0">
                    <a:pos x="0" y="55"/>
                  </a:cxn>
                  <a:cxn ang="0">
                    <a:pos x="11" y="47"/>
                  </a:cxn>
                  <a:cxn ang="0">
                    <a:pos x="2" y="34"/>
                  </a:cxn>
                  <a:cxn ang="0">
                    <a:pos x="21" y="0"/>
                  </a:cxn>
                </a:cxnLst>
                <a:rect l="0" t="0" r="r" b="b"/>
                <a:pathLst>
                  <a:path w="53" h="71">
                    <a:moveTo>
                      <a:pt x="21" y="0"/>
                    </a:moveTo>
                    <a:lnTo>
                      <a:pt x="35" y="24"/>
                    </a:lnTo>
                    <a:lnTo>
                      <a:pt x="20" y="37"/>
                    </a:lnTo>
                    <a:lnTo>
                      <a:pt x="21" y="44"/>
                    </a:lnTo>
                    <a:lnTo>
                      <a:pt x="53" y="57"/>
                    </a:lnTo>
                    <a:lnTo>
                      <a:pt x="50" y="68"/>
                    </a:lnTo>
                    <a:lnTo>
                      <a:pt x="30" y="58"/>
                    </a:lnTo>
                    <a:lnTo>
                      <a:pt x="9" y="71"/>
                    </a:lnTo>
                    <a:lnTo>
                      <a:pt x="0" y="55"/>
                    </a:lnTo>
                    <a:lnTo>
                      <a:pt x="11" y="47"/>
                    </a:lnTo>
                    <a:lnTo>
                      <a:pt x="2" y="34"/>
                    </a:lnTo>
                    <a:lnTo>
                      <a:pt x="2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6" name="Freeform 68">
                <a:extLst>
                  <a:ext uri="{FF2B5EF4-FFF2-40B4-BE49-F238E27FC236}">
                    <a16:creationId xmlns:a16="http://schemas.microsoft.com/office/drawing/2014/main" id="{513F8BB0-F9BF-5BD5-00C3-556FDAF61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63" y="2566"/>
                <a:ext cx="11" cy="1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16"/>
                  </a:cxn>
                  <a:cxn ang="0">
                    <a:pos x="18" y="37"/>
                  </a:cxn>
                  <a:cxn ang="0">
                    <a:pos x="22" y="31"/>
                  </a:cxn>
                  <a:cxn ang="0">
                    <a:pos x="10" y="0"/>
                  </a:cxn>
                </a:cxnLst>
                <a:rect l="0" t="0" r="r" b="b"/>
                <a:pathLst>
                  <a:path w="22" h="37">
                    <a:moveTo>
                      <a:pt x="10" y="0"/>
                    </a:moveTo>
                    <a:lnTo>
                      <a:pt x="0" y="16"/>
                    </a:lnTo>
                    <a:lnTo>
                      <a:pt x="18" y="37"/>
                    </a:lnTo>
                    <a:lnTo>
                      <a:pt x="22" y="31"/>
                    </a:lnTo>
                    <a:lnTo>
                      <a:pt x="1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7" name="Freeform 69">
                <a:extLst>
                  <a:ext uri="{FF2B5EF4-FFF2-40B4-BE49-F238E27FC236}">
                    <a16:creationId xmlns:a16="http://schemas.microsoft.com/office/drawing/2014/main" id="{0C184598-699F-8CF0-5D18-BDCE5D8CE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45" y="2566"/>
                <a:ext cx="4" cy="13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8" y="24"/>
                  </a:cxn>
                  <a:cxn ang="0">
                    <a:pos x="0" y="14"/>
                  </a:cxn>
                  <a:cxn ang="0">
                    <a:pos x="9" y="0"/>
                  </a:cxn>
                </a:cxnLst>
                <a:rect l="0" t="0" r="r" b="b"/>
                <a:pathLst>
                  <a:path w="9" h="24">
                    <a:moveTo>
                      <a:pt x="9" y="0"/>
                    </a:moveTo>
                    <a:lnTo>
                      <a:pt x="8" y="24"/>
                    </a:lnTo>
                    <a:lnTo>
                      <a:pt x="0" y="14"/>
                    </a:lnTo>
                    <a:lnTo>
                      <a:pt x="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8" name="Freeform 70">
                <a:extLst>
                  <a:ext uri="{FF2B5EF4-FFF2-40B4-BE49-F238E27FC236}">
                    <a16:creationId xmlns:a16="http://schemas.microsoft.com/office/drawing/2014/main" id="{357B5476-945B-B5F7-D64A-FE5EEC659B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83" y="2681"/>
                <a:ext cx="25" cy="4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0" y="44"/>
                  </a:cxn>
                  <a:cxn ang="0">
                    <a:pos x="21" y="93"/>
                  </a:cxn>
                  <a:cxn ang="0">
                    <a:pos x="52" y="54"/>
                  </a:cxn>
                  <a:cxn ang="0">
                    <a:pos x="24" y="0"/>
                  </a:cxn>
                </a:cxnLst>
                <a:rect l="0" t="0" r="r" b="b"/>
                <a:pathLst>
                  <a:path w="52" h="93">
                    <a:moveTo>
                      <a:pt x="24" y="0"/>
                    </a:moveTo>
                    <a:lnTo>
                      <a:pt x="0" y="44"/>
                    </a:lnTo>
                    <a:lnTo>
                      <a:pt x="21" y="93"/>
                    </a:lnTo>
                    <a:lnTo>
                      <a:pt x="52" y="54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599" name="Freeform 71">
                <a:extLst>
                  <a:ext uri="{FF2B5EF4-FFF2-40B4-BE49-F238E27FC236}">
                    <a16:creationId xmlns:a16="http://schemas.microsoft.com/office/drawing/2014/main" id="{FFBDC102-3C0D-9EBB-128B-D68C5823D0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73" y="2175"/>
                <a:ext cx="47" cy="70"/>
              </a:xfrm>
              <a:custGeom>
                <a:avLst/>
                <a:gdLst/>
                <a:ahLst/>
                <a:cxnLst>
                  <a:cxn ang="0">
                    <a:pos x="76" y="0"/>
                  </a:cxn>
                  <a:cxn ang="0">
                    <a:pos x="56" y="0"/>
                  </a:cxn>
                  <a:cxn ang="0">
                    <a:pos x="44" y="10"/>
                  </a:cxn>
                  <a:cxn ang="0">
                    <a:pos x="34" y="20"/>
                  </a:cxn>
                  <a:cxn ang="0">
                    <a:pos x="34" y="61"/>
                  </a:cxn>
                  <a:cxn ang="0">
                    <a:pos x="47" y="68"/>
                  </a:cxn>
                  <a:cxn ang="0">
                    <a:pos x="47" y="87"/>
                  </a:cxn>
                  <a:cxn ang="0">
                    <a:pos x="37" y="88"/>
                  </a:cxn>
                  <a:cxn ang="0">
                    <a:pos x="25" y="103"/>
                  </a:cxn>
                  <a:cxn ang="0">
                    <a:pos x="25" y="121"/>
                  </a:cxn>
                  <a:cxn ang="0">
                    <a:pos x="0" y="144"/>
                  </a:cxn>
                  <a:cxn ang="0">
                    <a:pos x="71" y="144"/>
                  </a:cxn>
                  <a:cxn ang="0">
                    <a:pos x="95" y="117"/>
                  </a:cxn>
                  <a:cxn ang="0">
                    <a:pos x="71" y="95"/>
                  </a:cxn>
                  <a:cxn ang="0">
                    <a:pos x="71" y="31"/>
                  </a:cxn>
                  <a:cxn ang="0">
                    <a:pos x="85" y="19"/>
                  </a:cxn>
                  <a:cxn ang="0">
                    <a:pos x="62" y="19"/>
                  </a:cxn>
                  <a:cxn ang="0">
                    <a:pos x="76" y="0"/>
                  </a:cxn>
                </a:cxnLst>
                <a:rect l="0" t="0" r="r" b="b"/>
                <a:pathLst>
                  <a:path w="95" h="144">
                    <a:moveTo>
                      <a:pt x="76" y="0"/>
                    </a:moveTo>
                    <a:lnTo>
                      <a:pt x="56" y="0"/>
                    </a:lnTo>
                    <a:lnTo>
                      <a:pt x="44" y="10"/>
                    </a:lnTo>
                    <a:lnTo>
                      <a:pt x="34" y="20"/>
                    </a:lnTo>
                    <a:lnTo>
                      <a:pt x="34" y="61"/>
                    </a:lnTo>
                    <a:lnTo>
                      <a:pt x="47" y="68"/>
                    </a:lnTo>
                    <a:lnTo>
                      <a:pt x="47" y="87"/>
                    </a:lnTo>
                    <a:lnTo>
                      <a:pt x="37" y="88"/>
                    </a:lnTo>
                    <a:lnTo>
                      <a:pt x="25" y="103"/>
                    </a:lnTo>
                    <a:lnTo>
                      <a:pt x="25" y="121"/>
                    </a:lnTo>
                    <a:lnTo>
                      <a:pt x="0" y="144"/>
                    </a:lnTo>
                    <a:lnTo>
                      <a:pt x="71" y="144"/>
                    </a:lnTo>
                    <a:lnTo>
                      <a:pt x="95" y="117"/>
                    </a:lnTo>
                    <a:lnTo>
                      <a:pt x="71" y="95"/>
                    </a:lnTo>
                    <a:lnTo>
                      <a:pt x="71" y="31"/>
                    </a:lnTo>
                    <a:lnTo>
                      <a:pt x="85" y="19"/>
                    </a:lnTo>
                    <a:lnTo>
                      <a:pt x="62" y="19"/>
                    </a:lnTo>
                    <a:lnTo>
                      <a:pt x="7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0" name="Freeform 72">
                <a:extLst>
                  <a:ext uri="{FF2B5EF4-FFF2-40B4-BE49-F238E27FC236}">
                    <a16:creationId xmlns:a16="http://schemas.microsoft.com/office/drawing/2014/main" id="{5B945C1B-BF9B-96B8-C914-74F333C470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56" y="2196"/>
                <a:ext cx="28" cy="28"/>
              </a:xfrm>
              <a:custGeom>
                <a:avLst/>
                <a:gdLst/>
                <a:ahLst/>
                <a:cxnLst>
                  <a:cxn ang="0">
                    <a:pos x="58" y="1"/>
                  </a:cxn>
                  <a:cxn ang="0">
                    <a:pos x="42" y="0"/>
                  </a:cxn>
                  <a:cxn ang="0">
                    <a:pos x="24" y="18"/>
                  </a:cxn>
                  <a:cxn ang="0">
                    <a:pos x="2" y="41"/>
                  </a:cxn>
                  <a:cxn ang="0">
                    <a:pos x="0" y="58"/>
                  </a:cxn>
                  <a:cxn ang="0">
                    <a:pos x="35" y="58"/>
                  </a:cxn>
                  <a:cxn ang="0">
                    <a:pos x="51" y="44"/>
                  </a:cxn>
                  <a:cxn ang="0">
                    <a:pos x="48" y="20"/>
                  </a:cxn>
                  <a:cxn ang="0">
                    <a:pos x="59" y="18"/>
                  </a:cxn>
                  <a:cxn ang="0">
                    <a:pos x="58" y="1"/>
                  </a:cxn>
                </a:cxnLst>
                <a:rect l="0" t="0" r="r" b="b"/>
                <a:pathLst>
                  <a:path w="59" h="58">
                    <a:moveTo>
                      <a:pt x="58" y="1"/>
                    </a:moveTo>
                    <a:lnTo>
                      <a:pt x="42" y="0"/>
                    </a:lnTo>
                    <a:lnTo>
                      <a:pt x="24" y="18"/>
                    </a:lnTo>
                    <a:lnTo>
                      <a:pt x="2" y="41"/>
                    </a:lnTo>
                    <a:lnTo>
                      <a:pt x="0" y="58"/>
                    </a:lnTo>
                    <a:lnTo>
                      <a:pt x="35" y="58"/>
                    </a:lnTo>
                    <a:lnTo>
                      <a:pt x="51" y="44"/>
                    </a:lnTo>
                    <a:lnTo>
                      <a:pt x="48" y="20"/>
                    </a:lnTo>
                    <a:lnTo>
                      <a:pt x="59" y="18"/>
                    </a:lnTo>
                    <a:lnTo>
                      <a:pt x="58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1" name="Freeform 73">
                <a:extLst>
                  <a:ext uri="{FF2B5EF4-FFF2-40B4-BE49-F238E27FC236}">
                    <a16:creationId xmlns:a16="http://schemas.microsoft.com/office/drawing/2014/main" id="{514A52F7-1357-A4B3-BD6F-F0F0B34078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3" y="2787"/>
                <a:ext cx="32" cy="112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36" y="56"/>
                  </a:cxn>
                  <a:cxn ang="0">
                    <a:pos x="0" y="76"/>
                  </a:cxn>
                  <a:cxn ang="0">
                    <a:pos x="10" y="107"/>
                  </a:cxn>
                  <a:cxn ang="0">
                    <a:pos x="13" y="133"/>
                  </a:cxn>
                  <a:cxn ang="0">
                    <a:pos x="0" y="164"/>
                  </a:cxn>
                  <a:cxn ang="0">
                    <a:pos x="3" y="223"/>
                  </a:cxn>
                  <a:cxn ang="0">
                    <a:pos x="50" y="198"/>
                  </a:cxn>
                  <a:cxn ang="0">
                    <a:pos x="60" y="127"/>
                  </a:cxn>
                  <a:cxn ang="0">
                    <a:pos x="68" y="86"/>
                  </a:cxn>
                  <a:cxn ang="0">
                    <a:pos x="51" y="0"/>
                  </a:cxn>
                </a:cxnLst>
                <a:rect l="0" t="0" r="r" b="b"/>
                <a:pathLst>
                  <a:path w="68" h="223">
                    <a:moveTo>
                      <a:pt x="51" y="0"/>
                    </a:moveTo>
                    <a:lnTo>
                      <a:pt x="36" y="56"/>
                    </a:lnTo>
                    <a:lnTo>
                      <a:pt x="0" y="76"/>
                    </a:lnTo>
                    <a:lnTo>
                      <a:pt x="10" y="107"/>
                    </a:lnTo>
                    <a:lnTo>
                      <a:pt x="13" y="133"/>
                    </a:lnTo>
                    <a:lnTo>
                      <a:pt x="0" y="164"/>
                    </a:lnTo>
                    <a:lnTo>
                      <a:pt x="3" y="223"/>
                    </a:lnTo>
                    <a:lnTo>
                      <a:pt x="50" y="198"/>
                    </a:lnTo>
                    <a:lnTo>
                      <a:pt x="60" y="127"/>
                    </a:lnTo>
                    <a:lnTo>
                      <a:pt x="68" y="86"/>
                    </a:lnTo>
                    <a:lnTo>
                      <a:pt x="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2" name="Freeform 74">
                <a:extLst>
                  <a:ext uri="{FF2B5EF4-FFF2-40B4-BE49-F238E27FC236}">
                    <a16:creationId xmlns:a16="http://schemas.microsoft.com/office/drawing/2014/main" id="{2C459F78-EC19-4407-4E6F-1C1344725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34" y="2328"/>
                <a:ext cx="6" cy="1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20"/>
                  </a:cxn>
                  <a:cxn ang="0">
                    <a:pos x="11" y="10"/>
                  </a:cxn>
                  <a:cxn ang="0">
                    <a:pos x="11" y="0"/>
                  </a:cxn>
                  <a:cxn ang="0">
                    <a:pos x="0" y="1"/>
                  </a:cxn>
                </a:cxnLst>
                <a:rect l="0" t="0" r="r" b="b"/>
                <a:pathLst>
                  <a:path w="11" h="20">
                    <a:moveTo>
                      <a:pt x="0" y="1"/>
                    </a:moveTo>
                    <a:lnTo>
                      <a:pt x="0" y="20"/>
                    </a:lnTo>
                    <a:lnTo>
                      <a:pt x="11" y="10"/>
                    </a:lnTo>
                    <a:lnTo>
                      <a:pt x="11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3" name="Freeform 75">
                <a:extLst>
                  <a:ext uri="{FF2B5EF4-FFF2-40B4-BE49-F238E27FC236}">
                    <a16:creationId xmlns:a16="http://schemas.microsoft.com/office/drawing/2014/main" id="{79D96A19-3161-25A3-3825-9B05A02776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34" y="2341"/>
                <a:ext cx="7" cy="2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7"/>
                  </a:cxn>
                  <a:cxn ang="0">
                    <a:pos x="0" y="42"/>
                  </a:cxn>
                  <a:cxn ang="0">
                    <a:pos x="13" y="40"/>
                  </a:cxn>
                  <a:cxn ang="0">
                    <a:pos x="12" y="0"/>
                  </a:cxn>
                </a:cxnLst>
                <a:rect l="0" t="0" r="r" b="b"/>
                <a:pathLst>
                  <a:path w="13" h="42">
                    <a:moveTo>
                      <a:pt x="12" y="0"/>
                    </a:moveTo>
                    <a:lnTo>
                      <a:pt x="0" y="17"/>
                    </a:lnTo>
                    <a:lnTo>
                      <a:pt x="0" y="42"/>
                    </a:lnTo>
                    <a:lnTo>
                      <a:pt x="13" y="4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4" name="Freeform 76">
                <a:extLst>
                  <a:ext uri="{FF2B5EF4-FFF2-40B4-BE49-F238E27FC236}">
                    <a16:creationId xmlns:a16="http://schemas.microsoft.com/office/drawing/2014/main" id="{2069F964-C386-A07F-F2AC-EB153D148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9" y="2376"/>
                <a:ext cx="14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9" y="0"/>
                  </a:cxn>
                  <a:cxn ang="0">
                    <a:pos x="31" y="27"/>
                  </a:cxn>
                  <a:cxn ang="0">
                    <a:pos x="0" y="0"/>
                  </a:cxn>
                </a:cxnLst>
                <a:rect l="0" t="0" r="r" b="b"/>
                <a:pathLst>
                  <a:path w="31" h="27">
                    <a:moveTo>
                      <a:pt x="0" y="0"/>
                    </a:moveTo>
                    <a:lnTo>
                      <a:pt x="29" y="0"/>
                    </a:lnTo>
                    <a:lnTo>
                      <a:pt x="31" y="27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605" name="Freeform 77">
                <a:extLst>
                  <a:ext uri="{FF2B5EF4-FFF2-40B4-BE49-F238E27FC236}">
                    <a16:creationId xmlns:a16="http://schemas.microsoft.com/office/drawing/2014/main" id="{31BCD2A9-976B-B557-01AA-139B7E8BE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6" y="1918"/>
                <a:ext cx="1292" cy="809"/>
              </a:xfrm>
              <a:custGeom>
                <a:avLst/>
                <a:gdLst/>
                <a:ahLst/>
                <a:cxnLst>
                  <a:cxn ang="0">
                    <a:pos x="1242" y="35"/>
                  </a:cxn>
                  <a:cxn ang="0">
                    <a:pos x="1743" y="16"/>
                  </a:cxn>
                  <a:cxn ang="0">
                    <a:pos x="2059" y="154"/>
                  </a:cxn>
                  <a:cxn ang="0">
                    <a:pos x="2439" y="192"/>
                  </a:cxn>
                  <a:cxn ang="0">
                    <a:pos x="2609" y="324"/>
                  </a:cxn>
                  <a:cxn ang="0">
                    <a:pos x="2403" y="458"/>
                  </a:cxn>
                  <a:cxn ang="0">
                    <a:pos x="2314" y="585"/>
                  </a:cxn>
                  <a:cxn ang="0">
                    <a:pos x="2274" y="458"/>
                  </a:cxn>
                  <a:cxn ang="0">
                    <a:pos x="2143" y="571"/>
                  </a:cxn>
                  <a:cxn ang="0">
                    <a:pos x="2122" y="761"/>
                  </a:cxn>
                  <a:cxn ang="0">
                    <a:pos x="2116" y="864"/>
                  </a:cxn>
                  <a:cxn ang="0">
                    <a:pos x="2075" y="863"/>
                  </a:cxn>
                  <a:cxn ang="0">
                    <a:pos x="2050" y="1022"/>
                  </a:cxn>
                  <a:cxn ang="0">
                    <a:pos x="1872" y="1227"/>
                  </a:cxn>
                  <a:cxn ang="0">
                    <a:pos x="1780" y="1476"/>
                  </a:cxn>
                  <a:cxn ang="0">
                    <a:pos x="1797" y="1603"/>
                  </a:cxn>
                  <a:cxn ang="0">
                    <a:pos x="1439" y="1243"/>
                  </a:cxn>
                  <a:cxn ang="0">
                    <a:pos x="1271" y="1543"/>
                  </a:cxn>
                  <a:cxn ang="0">
                    <a:pos x="1045" y="1271"/>
                  </a:cxn>
                  <a:cxn ang="0">
                    <a:pos x="726" y="1069"/>
                  </a:cxn>
                  <a:cxn ang="0">
                    <a:pos x="851" y="1203"/>
                  </a:cxn>
                  <a:cxn ang="0">
                    <a:pos x="657" y="1261"/>
                  </a:cxn>
                  <a:cxn ang="0">
                    <a:pos x="498" y="1046"/>
                  </a:cxn>
                  <a:cxn ang="0">
                    <a:pos x="565" y="901"/>
                  </a:cxn>
                  <a:cxn ang="0">
                    <a:pos x="446" y="864"/>
                  </a:cxn>
                  <a:cxn ang="0">
                    <a:pos x="522" y="821"/>
                  </a:cxn>
                  <a:cxn ang="0">
                    <a:pos x="558" y="766"/>
                  </a:cxn>
                  <a:cxn ang="0">
                    <a:pos x="549" y="757"/>
                  </a:cxn>
                  <a:cxn ang="0">
                    <a:pos x="507" y="761"/>
                  </a:cxn>
                  <a:cxn ang="0">
                    <a:pos x="463" y="766"/>
                  </a:cxn>
                  <a:cxn ang="0">
                    <a:pos x="458" y="850"/>
                  </a:cxn>
                  <a:cxn ang="0">
                    <a:pos x="422" y="901"/>
                  </a:cxn>
                  <a:cxn ang="0">
                    <a:pos x="358" y="874"/>
                  </a:cxn>
                  <a:cxn ang="0">
                    <a:pos x="291" y="770"/>
                  </a:cxn>
                  <a:cxn ang="0">
                    <a:pos x="338" y="872"/>
                  </a:cxn>
                  <a:cxn ang="0">
                    <a:pos x="323" y="888"/>
                  </a:cxn>
                  <a:cxn ang="0">
                    <a:pos x="246" y="814"/>
                  </a:cxn>
                  <a:cxn ang="0">
                    <a:pos x="159" y="794"/>
                  </a:cxn>
                  <a:cxn ang="0">
                    <a:pos x="0" y="806"/>
                  </a:cxn>
                  <a:cxn ang="0">
                    <a:pos x="94" y="777"/>
                  </a:cxn>
                  <a:cxn ang="0">
                    <a:pos x="162" y="672"/>
                  </a:cxn>
                  <a:cxn ang="0">
                    <a:pos x="252" y="618"/>
                  </a:cxn>
                  <a:cxn ang="0">
                    <a:pos x="291" y="591"/>
                  </a:cxn>
                  <a:cxn ang="0">
                    <a:pos x="311" y="625"/>
                  </a:cxn>
                  <a:cxn ang="0">
                    <a:pos x="380" y="595"/>
                  </a:cxn>
                  <a:cxn ang="0">
                    <a:pos x="442" y="532"/>
                  </a:cxn>
                  <a:cxn ang="0">
                    <a:pos x="373" y="471"/>
                  </a:cxn>
                  <a:cxn ang="0">
                    <a:pos x="386" y="410"/>
                  </a:cxn>
                  <a:cxn ang="0">
                    <a:pos x="350" y="522"/>
                  </a:cxn>
                  <a:cxn ang="0">
                    <a:pos x="294" y="598"/>
                  </a:cxn>
                  <a:cxn ang="0">
                    <a:pos x="239" y="541"/>
                  </a:cxn>
                  <a:cxn ang="0">
                    <a:pos x="340" y="360"/>
                  </a:cxn>
                  <a:cxn ang="0">
                    <a:pos x="550" y="374"/>
                  </a:cxn>
                  <a:cxn ang="0">
                    <a:pos x="634" y="386"/>
                  </a:cxn>
                  <a:cxn ang="0">
                    <a:pos x="812" y="230"/>
                  </a:cxn>
                  <a:cxn ang="0">
                    <a:pos x="725" y="359"/>
                  </a:cxn>
                </a:cxnLst>
                <a:rect l="0" t="0" r="r" b="b"/>
                <a:pathLst>
                  <a:path w="2620" h="1603">
                    <a:moveTo>
                      <a:pt x="901" y="280"/>
                    </a:moveTo>
                    <a:lnTo>
                      <a:pt x="1040" y="216"/>
                    </a:lnTo>
                    <a:lnTo>
                      <a:pt x="1247" y="132"/>
                    </a:lnTo>
                    <a:lnTo>
                      <a:pt x="1242" y="35"/>
                    </a:lnTo>
                    <a:lnTo>
                      <a:pt x="1409" y="16"/>
                    </a:lnTo>
                    <a:lnTo>
                      <a:pt x="1505" y="60"/>
                    </a:lnTo>
                    <a:lnTo>
                      <a:pt x="1696" y="0"/>
                    </a:lnTo>
                    <a:lnTo>
                      <a:pt x="1743" y="16"/>
                    </a:lnTo>
                    <a:lnTo>
                      <a:pt x="1779" y="35"/>
                    </a:lnTo>
                    <a:lnTo>
                      <a:pt x="1863" y="119"/>
                    </a:lnTo>
                    <a:lnTo>
                      <a:pt x="1910" y="172"/>
                    </a:lnTo>
                    <a:lnTo>
                      <a:pt x="2059" y="154"/>
                    </a:lnTo>
                    <a:lnTo>
                      <a:pt x="2093" y="151"/>
                    </a:lnTo>
                    <a:lnTo>
                      <a:pt x="2185" y="198"/>
                    </a:lnTo>
                    <a:lnTo>
                      <a:pt x="2289" y="195"/>
                    </a:lnTo>
                    <a:lnTo>
                      <a:pt x="2439" y="192"/>
                    </a:lnTo>
                    <a:lnTo>
                      <a:pt x="2594" y="230"/>
                    </a:lnTo>
                    <a:lnTo>
                      <a:pt x="2620" y="246"/>
                    </a:lnTo>
                    <a:lnTo>
                      <a:pt x="2620" y="280"/>
                    </a:lnTo>
                    <a:lnTo>
                      <a:pt x="2609" y="324"/>
                    </a:lnTo>
                    <a:lnTo>
                      <a:pt x="2511" y="359"/>
                    </a:lnTo>
                    <a:lnTo>
                      <a:pt x="2450" y="384"/>
                    </a:lnTo>
                    <a:lnTo>
                      <a:pt x="2469" y="430"/>
                    </a:lnTo>
                    <a:lnTo>
                      <a:pt x="2403" y="458"/>
                    </a:lnTo>
                    <a:lnTo>
                      <a:pt x="2397" y="521"/>
                    </a:lnTo>
                    <a:lnTo>
                      <a:pt x="2403" y="556"/>
                    </a:lnTo>
                    <a:lnTo>
                      <a:pt x="2335" y="638"/>
                    </a:lnTo>
                    <a:lnTo>
                      <a:pt x="2314" y="585"/>
                    </a:lnTo>
                    <a:lnTo>
                      <a:pt x="2314" y="559"/>
                    </a:lnTo>
                    <a:lnTo>
                      <a:pt x="2346" y="508"/>
                    </a:lnTo>
                    <a:lnTo>
                      <a:pt x="2340" y="388"/>
                    </a:lnTo>
                    <a:lnTo>
                      <a:pt x="2274" y="458"/>
                    </a:lnTo>
                    <a:lnTo>
                      <a:pt x="2220" y="492"/>
                    </a:lnTo>
                    <a:lnTo>
                      <a:pt x="2185" y="438"/>
                    </a:lnTo>
                    <a:lnTo>
                      <a:pt x="2152" y="508"/>
                    </a:lnTo>
                    <a:lnTo>
                      <a:pt x="2143" y="571"/>
                    </a:lnTo>
                    <a:lnTo>
                      <a:pt x="2179" y="571"/>
                    </a:lnTo>
                    <a:lnTo>
                      <a:pt x="2173" y="639"/>
                    </a:lnTo>
                    <a:lnTo>
                      <a:pt x="2143" y="733"/>
                    </a:lnTo>
                    <a:lnTo>
                      <a:pt x="2122" y="761"/>
                    </a:lnTo>
                    <a:lnTo>
                      <a:pt x="2092" y="791"/>
                    </a:lnTo>
                    <a:lnTo>
                      <a:pt x="2075" y="811"/>
                    </a:lnTo>
                    <a:lnTo>
                      <a:pt x="2105" y="845"/>
                    </a:lnTo>
                    <a:lnTo>
                      <a:pt x="2116" y="864"/>
                    </a:lnTo>
                    <a:lnTo>
                      <a:pt x="2101" y="904"/>
                    </a:lnTo>
                    <a:lnTo>
                      <a:pt x="2083" y="918"/>
                    </a:lnTo>
                    <a:lnTo>
                      <a:pt x="2080" y="891"/>
                    </a:lnTo>
                    <a:lnTo>
                      <a:pt x="2075" y="863"/>
                    </a:lnTo>
                    <a:lnTo>
                      <a:pt x="2042" y="837"/>
                    </a:lnTo>
                    <a:lnTo>
                      <a:pt x="1985" y="864"/>
                    </a:lnTo>
                    <a:lnTo>
                      <a:pt x="2039" y="978"/>
                    </a:lnTo>
                    <a:lnTo>
                      <a:pt x="2050" y="1022"/>
                    </a:lnTo>
                    <a:lnTo>
                      <a:pt x="2039" y="1085"/>
                    </a:lnTo>
                    <a:lnTo>
                      <a:pt x="1987" y="1189"/>
                    </a:lnTo>
                    <a:lnTo>
                      <a:pt x="1895" y="1223"/>
                    </a:lnTo>
                    <a:lnTo>
                      <a:pt x="1872" y="1227"/>
                    </a:lnTo>
                    <a:lnTo>
                      <a:pt x="1799" y="1223"/>
                    </a:lnTo>
                    <a:lnTo>
                      <a:pt x="1838" y="1282"/>
                    </a:lnTo>
                    <a:lnTo>
                      <a:pt x="1845" y="1372"/>
                    </a:lnTo>
                    <a:lnTo>
                      <a:pt x="1780" y="1476"/>
                    </a:lnTo>
                    <a:lnTo>
                      <a:pt x="1708" y="1416"/>
                    </a:lnTo>
                    <a:lnTo>
                      <a:pt x="1696" y="1476"/>
                    </a:lnTo>
                    <a:lnTo>
                      <a:pt x="1752" y="1529"/>
                    </a:lnTo>
                    <a:lnTo>
                      <a:pt x="1797" y="1603"/>
                    </a:lnTo>
                    <a:lnTo>
                      <a:pt x="1719" y="1559"/>
                    </a:lnTo>
                    <a:lnTo>
                      <a:pt x="1630" y="1304"/>
                    </a:lnTo>
                    <a:lnTo>
                      <a:pt x="1511" y="1237"/>
                    </a:lnTo>
                    <a:lnTo>
                      <a:pt x="1439" y="1243"/>
                    </a:lnTo>
                    <a:lnTo>
                      <a:pt x="1329" y="1388"/>
                    </a:lnTo>
                    <a:lnTo>
                      <a:pt x="1341" y="1445"/>
                    </a:lnTo>
                    <a:lnTo>
                      <a:pt x="1308" y="1542"/>
                    </a:lnTo>
                    <a:lnTo>
                      <a:pt x="1271" y="1543"/>
                    </a:lnTo>
                    <a:lnTo>
                      <a:pt x="1149" y="1329"/>
                    </a:lnTo>
                    <a:lnTo>
                      <a:pt x="1146" y="1238"/>
                    </a:lnTo>
                    <a:lnTo>
                      <a:pt x="1123" y="1271"/>
                    </a:lnTo>
                    <a:lnTo>
                      <a:pt x="1045" y="1271"/>
                    </a:lnTo>
                    <a:lnTo>
                      <a:pt x="1083" y="1211"/>
                    </a:lnTo>
                    <a:lnTo>
                      <a:pt x="967" y="1144"/>
                    </a:lnTo>
                    <a:lnTo>
                      <a:pt x="843" y="1139"/>
                    </a:lnTo>
                    <a:lnTo>
                      <a:pt x="726" y="1069"/>
                    </a:lnTo>
                    <a:lnTo>
                      <a:pt x="720" y="1140"/>
                    </a:lnTo>
                    <a:lnTo>
                      <a:pt x="768" y="1171"/>
                    </a:lnTo>
                    <a:lnTo>
                      <a:pt x="816" y="1204"/>
                    </a:lnTo>
                    <a:lnTo>
                      <a:pt x="851" y="1203"/>
                    </a:lnTo>
                    <a:lnTo>
                      <a:pt x="753" y="1291"/>
                    </a:lnTo>
                    <a:lnTo>
                      <a:pt x="699" y="1305"/>
                    </a:lnTo>
                    <a:lnTo>
                      <a:pt x="657" y="1315"/>
                    </a:lnTo>
                    <a:lnTo>
                      <a:pt x="657" y="1261"/>
                    </a:lnTo>
                    <a:lnTo>
                      <a:pt x="586" y="1167"/>
                    </a:lnTo>
                    <a:lnTo>
                      <a:pt x="531" y="1100"/>
                    </a:lnTo>
                    <a:lnTo>
                      <a:pt x="505" y="1060"/>
                    </a:lnTo>
                    <a:lnTo>
                      <a:pt x="498" y="1046"/>
                    </a:lnTo>
                    <a:lnTo>
                      <a:pt x="496" y="1032"/>
                    </a:lnTo>
                    <a:lnTo>
                      <a:pt x="540" y="1001"/>
                    </a:lnTo>
                    <a:lnTo>
                      <a:pt x="576" y="975"/>
                    </a:lnTo>
                    <a:lnTo>
                      <a:pt x="565" y="901"/>
                    </a:lnTo>
                    <a:lnTo>
                      <a:pt x="541" y="928"/>
                    </a:lnTo>
                    <a:lnTo>
                      <a:pt x="476" y="928"/>
                    </a:lnTo>
                    <a:lnTo>
                      <a:pt x="446" y="898"/>
                    </a:lnTo>
                    <a:lnTo>
                      <a:pt x="446" y="864"/>
                    </a:lnTo>
                    <a:lnTo>
                      <a:pt x="464" y="864"/>
                    </a:lnTo>
                    <a:lnTo>
                      <a:pt x="479" y="848"/>
                    </a:lnTo>
                    <a:lnTo>
                      <a:pt x="496" y="848"/>
                    </a:lnTo>
                    <a:lnTo>
                      <a:pt x="522" y="821"/>
                    </a:lnTo>
                    <a:lnTo>
                      <a:pt x="564" y="821"/>
                    </a:lnTo>
                    <a:lnTo>
                      <a:pt x="601" y="803"/>
                    </a:lnTo>
                    <a:lnTo>
                      <a:pt x="564" y="766"/>
                    </a:lnTo>
                    <a:lnTo>
                      <a:pt x="558" y="766"/>
                    </a:lnTo>
                    <a:lnTo>
                      <a:pt x="558" y="713"/>
                    </a:lnTo>
                    <a:lnTo>
                      <a:pt x="531" y="747"/>
                    </a:lnTo>
                    <a:lnTo>
                      <a:pt x="540" y="757"/>
                    </a:lnTo>
                    <a:lnTo>
                      <a:pt x="549" y="757"/>
                    </a:lnTo>
                    <a:lnTo>
                      <a:pt x="547" y="763"/>
                    </a:lnTo>
                    <a:lnTo>
                      <a:pt x="535" y="764"/>
                    </a:lnTo>
                    <a:lnTo>
                      <a:pt x="520" y="779"/>
                    </a:lnTo>
                    <a:lnTo>
                      <a:pt x="507" y="761"/>
                    </a:lnTo>
                    <a:lnTo>
                      <a:pt x="514" y="751"/>
                    </a:lnTo>
                    <a:lnTo>
                      <a:pt x="495" y="750"/>
                    </a:lnTo>
                    <a:lnTo>
                      <a:pt x="484" y="744"/>
                    </a:lnTo>
                    <a:lnTo>
                      <a:pt x="463" y="766"/>
                    </a:lnTo>
                    <a:lnTo>
                      <a:pt x="464" y="808"/>
                    </a:lnTo>
                    <a:lnTo>
                      <a:pt x="454" y="821"/>
                    </a:lnTo>
                    <a:lnTo>
                      <a:pt x="473" y="850"/>
                    </a:lnTo>
                    <a:lnTo>
                      <a:pt x="458" y="850"/>
                    </a:lnTo>
                    <a:lnTo>
                      <a:pt x="446" y="858"/>
                    </a:lnTo>
                    <a:lnTo>
                      <a:pt x="424" y="858"/>
                    </a:lnTo>
                    <a:lnTo>
                      <a:pt x="404" y="880"/>
                    </a:lnTo>
                    <a:lnTo>
                      <a:pt x="422" y="901"/>
                    </a:lnTo>
                    <a:lnTo>
                      <a:pt x="397" y="929"/>
                    </a:lnTo>
                    <a:lnTo>
                      <a:pt x="373" y="911"/>
                    </a:lnTo>
                    <a:lnTo>
                      <a:pt x="380" y="902"/>
                    </a:lnTo>
                    <a:lnTo>
                      <a:pt x="358" y="874"/>
                    </a:lnTo>
                    <a:lnTo>
                      <a:pt x="358" y="853"/>
                    </a:lnTo>
                    <a:lnTo>
                      <a:pt x="335" y="826"/>
                    </a:lnTo>
                    <a:lnTo>
                      <a:pt x="293" y="783"/>
                    </a:lnTo>
                    <a:lnTo>
                      <a:pt x="291" y="770"/>
                    </a:lnTo>
                    <a:lnTo>
                      <a:pt x="273" y="770"/>
                    </a:lnTo>
                    <a:lnTo>
                      <a:pt x="273" y="793"/>
                    </a:lnTo>
                    <a:lnTo>
                      <a:pt x="307" y="834"/>
                    </a:lnTo>
                    <a:lnTo>
                      <a:pt x="338" y="872"/>
                    </a:lnTo>
                    <a:lnTo>
                      <a:pt x="332" y="877"/>
                    </a:lnTo>
                    <a:lnTo>
                      <a:pt x="323" y="867"/>
                    </a:lnTo>
                    <a:lnTo>
                      <a:pt x="314" y="875"/>
                    </a:lnTo>
                    <a:lnTo>
                      <a:pt x="323" y="888"/>
                    </a:lnTo>
                    <a:lnTo>
                      <a:pt x="310" y="904"/>
                    </a:lnTo>
                    <a:lnTo>
                      <a:pt x="310" y="878"/>
                    </a:lnTo>
                    <a:lnTo>
                      <a:pt x="276" y="844"/>
                    </a:lnTo>
                    <a:lnTo>
                      <a:pt x="246" y="814"/>
                    </a:lnTo>
                    <a:lnTo>
                      <a:pt x="249" y="798"/>
                    </a:lnTo>
                    <a:lnTo>
                      <a:pt x="233" y="783"/>
                    </a:lnTo>
                    <a:lnTo>
                      <a:pt x="222" y="794"/>
                    </a:lnTo>
                    <a:lnTo>
                      <a:pt x="159" y="794"/>
                    </a:lnTo>
                    <a:lnTo>
                      <a:pt x="82" y="882"/>
                    </a:lnTo>
                    <a:lnTo>
                      <a:pt x="31" y="884"/>
                    </a:lnTo>
                    <a:lnTo>
                      <a:pt x="1" y="853"/>
                    </a:lnTo>
                    <a:lnTo>
                      <a:pt x="0" y="806"/>
                    </a:lnTo>
                    <a:lnTo>
                      <a:pt x="16" y="783"/>
                    </a:lnTo>
                    <a:lnTo>
                      <a:pt x="16" y="747"/>
                    </a:lnTo>
                    <a:lnTo>
                      <a:pt x="67" y="746"/>
                    </a:lnTo>
                    <a:lnTo>
                      <a:pt x="94" y="777"/>
                    </a:lnTo>
                    <a:lnTo>
                      <a:pt x="117" y="749"/>
                    </a:lnTo>
                    <a:lnTo>
                      <a:pt x="117" y="700"/>
                    </a:lnTo>
                    <a:lnTo>
                      <a:pt x="93" y="672"/>
                    </a:lnTo>
                    <a:lnTo>
                      <a:pt x="162" y="672"/>
                    </a:lnTo>
                    <a:lnTo>
                      <a:pt x="180" y="650"/>
                    </a:lnTo>
                    <a:lnTo>
                      <a:pt x="192" y="649"/>
                    </a:lnTo>
                    <a:lnTo>
                      <a:pt x="225" y="618"/>
                    </a:lnTo>
                    <a:lnTo>
                      <a:pt x="252" y="618"/>
                    </a:lnTo>
                    <a:lnTo>
                      <a:pt x="254" y="571"/>
                    </a:lnTo>
                    <a:lnTo>
                      <a:pt x="273" y="549"/>
                    </a:lnTo>
                    <a:lnTo>
                      <a:pt x="273" y="571"/>
                    </a:lnTo>
                    <a:lnTo>
                      <a:pt x="291" y="591"/>
                    </a:lnTo>
                    <a:lnTo>
                      <a:pt x="291" y="599"/>
                    </a:lnTo>
                    <a:lnTo>
                      <a:pt x="273" y="618"/>
                    </a:lnTo>
                    <a:lnTo>
                      <a:pt x="307" y="618"/>
                    </a:lnTo>
                    <a:lnTo>
                      <a:pt x="311" y="625"/>
                    </a:lnTo>
                    <a:lnTo>
                      <a:pt x="337" y="603"/>
                    </a:lnTo>
                    <a:lnTo>
                      <a:pt x="356" y="621"/>
                    </a:lnTo>
                    <a:lnTo>
                      <a:pt x="368" y="606"/>
                    </a:lnTo>
                    <a:lnTo>
                      <a:pt x="380" y="595"/>
                    </a:lnTo>
                    <a:lnTo>
                      <a:pt x="380" y="558"/>
                    </a:lnTo>
                    <a:lnTo>
                      <a:pt x="401" y="581"/>
                    </a:lnTo>
                    <a:lnTo>
                      <a:pt x="403" y="532"/>
                    </a:lnTo>
                    <a:lnTo>
                      <a:pt x="442" y="532"/>
                    </a:lnTo>
                    <a:lnTo>
                      <a:pt x="443" y="517"/>
                    </a:lnTo>
                    <a:lnTo>
                      <a:pt x="383" y="517"/>
                    </a:lnTo>
                    <a:lnTo>
                      <a:pt x="373" y="502"/>
                    </a:lnTo>
                    <a:lnTo>
                      <a:pt x="373" y="471"/>
                    </a:lnTo>
                    <a:lnTo>
                      <a:pt x="398" y="437"/>
                    </a:lnTo>
                    <a:lnTo>
                      <a:pt x="425" y="403"/>
                    </a:lnTo>
                    <a:lnTo>
                      <a:pt x="421" y="380"/>
                    </a:lnTo>
                    <a:lnTo>
                      <a:pt x="386" y="410"/>
                    </a:lnTo>
                    <a:lnTo>
                      <a:pt x="358" y="440"/>
                    </a:lnTo>
                    <a:lnTo>
                      <a:pt x="334" y="470"/>
                    </a:lnTo>
                    <a:lnTo>
                      <a:pt x="337" y="507"/>
                    </a:lnTo>
                    <a:lnTo>
                      <a:pt x="350" y="522"/>
                    </a:lnTo>
                    <a:lnTo>
                      <a:pt x="332" y="545"/>
                    </a:lnTo>
                    <a:lnTo>
                      <a:pt x="329" y="572"/>
                    </a:lnTo>
                    <a:lnTo>
                      <a:pt x="311" y="595"/>
                    </a:lnTo>
                    <a:lnTo>
                      <a:pt x="294" y="598"/>
                    </a:lnTo>
                    <a:lnTo>
                      <a:pt x="294" y="541"/>
                    </a:lnTo>
                    <a:lnTo>
                      <a:pt x="276" y="528"/>
                    </a:lnTo>
                    <a:lnTo>
                      <a:pt x="260" y="541"/>
                    </a:lnTo>
                    <a:lnTo>
                      <a:pt x="239" y="541"/>
                    </a:lnTo>
                    <a:lnTo>
                      <a:pt x="240" y="470"/>
                    </a:lnTo>
                    <a:lnTo>
                      <a:pt x="254" y="453"/>
                    </a:lnTo>
                    <a:lnTo>
                      <a:pt x="291" y="411"/>
                    </a:lnTo>
                    <a:lnTo>
                      <a:pt x="340" y="360"/>
                    </a:lnTo>
                    <a:lnTo>
                      <a:pt x="371" y="324"/>
                    </a:lnTo>
                    <a:lnTo>
                      <a:pt x="457" y="277"/>
                    </a:lnTo>
                    <a:lnTo>
                      <a:pt x="540" y="332"/>
                    </a:lnTo>
                    <a:lnTo>
                      <a:pt x="550" y="374"/>
                    </a:lnTo>
                    <a:lnTo>
                      <a:pt x="534" y="377"/>
                    </a:lnTo>
                    <a:lnTo>
                      <a:pt x="499" y="371"/>
                    </a:lnTo>
                    <a:lnTo>
                      <a:pt x="540" y="421"/>
                    </a:lnTo>
                    <a:lnTo>
                      <a:pt x="634" y="386"/>
                    </a:lnTo>
                    <a:lnTo>
                      <a:pt x="714" y="357"/>
                    </a:lnTo>
                    <a:lnTo>
                      <a:pt x="690" y="309"/>
                    </a:lnTo>
                    <a:lnTo>
                      <a:pt x="764" y="229"/>
                    </a:lnTo>
                    <a:lnTo>
                      <a:pt x="812" y="230"/>
                    </a:lnTo>
                    <a:lnTo>
                      <a:pt x="765" y="258"/>
                    </a:lnTo>
                    <a:lnTo>
                      <a:pt x="735" y="305"/>
                    </a:lnTo>
                    <a:lnTo>
                      <a:pt x="725" y="330"/>
                    </a:lnTo>
                    <a:lnTo>
                      <a:pt x="725" y="359"/>
                    </a:lnTo>
                    <a:lnTo>
                      <a:pt x="756" y="376"/>
                    </a:lnTo>
                    <a:lnTo>
                      <a:pt x="798" y="403"/>
                    </a:lnTo>
                    <a:lnTo>
                      <a:pt x="901" y="2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8000"/>
                  </a:gs>
                  <a:gs pos="100000">
                    <a:srgbClr val="008000">
                      <a:gamma/>
                      <a:shade val="6823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2531" name="Text Box 3">
            <a:extLst>
              <a:ext uri="{FF2B5EF4-FFF2-40B4-BE49-F238E27FC236}">
                <a16:creationId xmlns:a16="http://schemas.microsoft.com/office/drawing/2014/main" id="{2D629427-28BF-985E-F6F9-E01DDD461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633413"/>
            <a:ext cx="5946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地球对其表面附近物体的万有引力的分量</a:t>
            </a:r>
            <a:endParaRPr kumimoji="1" lang="zh-CN" altLang="en-US" i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566" name="Text Box 38">
            <a:extLst>
              <a:ext uri="{FF2B5EF4-FFF2-40B4-BE49-F238E27FC236}">
                <a16:creationId xmlns:a16="http://schemas.microsoft.com/office/drawing/2014/main" id="{B36FCE3F-E288-2BBA-0BC6-44D31F66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305300"/>
            <a:ext cx="4475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的物体所受重力为</a:t>
            </a:r>
            <a:endParaRPr kumimoji="1" lang="zh-CN" altLang="en-US" b="0"/>
          </a:p>
        </p:txBody>
      </p:sp>
      <p:graphicFrame>
        <p:nvGraphicFramePr>
          <p:cNvPr id="22567" name="Object 2">
            <a:extLst>
              <a:ext uri="{FF2B5EF4-FFF2-40B4-BE49-F238E27FC236}">
                <a16:creationId xmlns:a16="http://schemas.microsoft.com/office/drawing/2014/main" id="{0143633A-7402-A7FB-EA83-1CC91E389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1125" y="2359025"/>
          <a:ext cx="41163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343149" progId="Equation.3">
                  <p:embed/>
                </p:oleObj>
              </mc:Choice>
              <mc:Fallback>
                <p:oleObj name="公式" r:id="rId2" imgW="1828800" imgH="34314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2359025"/>
                        <a:ext cx="41163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9">
            <a:extLst>
              <a:ext uri="{FF2B5EF4-FFF2-40B4-BE49-F238E27FC236}">
                <a16:creationId xmlns:a16="http://schemas.microsoft.com/office/drawing/2014/main" id="{976A17D4-3DBA-C2B6-DBF5-5AD622803FDC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2330450"/>
            <a:ext cx="587375" cy="241300"/>
            <a:chOff x="4220" y="1180"/>
            <a:chExt cx="370" cy="152"/>
          </a:xfrm>
        </p:grpSpPr>
        <p:sp>
          <p:nvSpPr>
            <p:cNvPr id="22563" name="Oval 35">
              <a:extLst>
                <a:ext uri="{FF2B5EF4-FFF2-40B4-BE49-F238E27FC236}">
                  <a16:creationId xmlns:a16="http://schemas.microsoft.com/office/drawing/2014/main" id="{6A0D7955-B44A-15ED-1D32-D01134D4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210"/>
              <a:ext cx="113" cy="11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5620" name="Object 9">
              <a:extLst>
                <a:ext uri="{FF2B5EF4-FFF2-40B4-BE49-F238E27FC236}">
                  <a16:creationId xmlns:a16="http://schemas.microsoft.com/office/drawing/2014/main" id="{C4A8A1F0-844D-2203-A908-D4A5B46D08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0" y="1180"/>
            <a:ext cx="20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66731" imgH="190528" progId="Equation.3">
                    <p:embed/>
                  </p:oleObj>
                </mc:Choice>
                <mc:Fallback>
                  <p:oleObj name="公式" r:id="rId4" imgW="266731" imgH="19052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0" y="1180"/>
                          <a:ext cx="20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4">
            <a:extLst>
              <a:ext uri="{FF2B5EF4-FFF2-40B4-BE49-F238E27FC236}">
                <a16:creationId xmlns:a16="http://schemas.microsoft.com/office/drawing/2014/main" id="{FE8AADB7-8D8F-791F-3FA9-9FEAA3D6496A}"/>
              </a:ext>
            </a:extLst>
          </p:cNvPr>
          <p:cNvGrpSpPr>
            <a:grpSpLocks/>
          </p:cNvGrpSpPr>
          <p:nvPr/>
        </p:nvGrpSpPr>
        <p:grpSpPr bwMode="auto">
          <a:xfrm>
            <a:off x="6973888" y="2660650"/>
            <a:ext cx="1325562" cy="541338"/>
            <a:chOff x="4537" y="1540"/>
            <a:chExt cx="835" cy="341"/>
          </a:xfrm>
        </p:grpSpPr>
        <p:sp>
          <p:nvSpPr>
            <p:cNvPr id="22560" name="Line 32">
              <a:extLst>
                <a:ext uri="{FF2B5EF4-FFF2-40B4-BE49-F238E27FC236}">
                  <a16:creationId xmlns:a16="http://schemas.microsoft.com/office/drawing/2014/main" id="{0B92B624-FC01-0F84-DF20-12F3EA65D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7" y="1557"/>
              <a:ext cx="0" cy="3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5618" name="Object 8">
              <a:extLst>
                <a:ext uri="{FF2B5EF4-FFF2-40B4-BE49-F238E27FC236}">
                  <a16:creationId xmlns:a16="http://schemas.microsoft.com/office/drawing/2014/main" id="{4AB30B17-B656-51C1-66EF-A2CE7210D1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2" y="1540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28607" imgH="343149" progId="Equation.3">
                    <p:embed/>
                  </p:oleObj>
                </mc:Choice>
                <mc:Fallback>
                  <p:oleObj name="公式" r:id="rId6" imgW="1028607" imgH="34314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2" y="1540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73" name="Object 3">
            <a:extLst>
              <a:ext uri="{FF2B5EF4-FFF2-40B4-BE49-F238E27FC236}">
                <a16:creationId xmlns:a16="http://schemas.microsoft.com/office/drawing/2014/main" id="{490B007F-F097-F1E2-47C1-41CF51EC1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5300" y="3349625"/>
          <a:ext cx="11334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18036" imgH="343149" progId="Equation.3">
                  <p:embed/>
                </p:oleObj>
              </mc:Choice>
              <mc:Fallback>
                <p:oleObj name="公式" r:id="rId8" imgW="518036" imgH="3431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349625"/>
                        <a:ext cx="11334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4" name="Object 4">
            <a:extLst>
              <a:ext uri="{FF2B5EF4-FFF2-40B4-BE49-F238E27FC236}">
                <a16:creationId xmlns:a16="http://schemas.microsoft.com/office/drawing/2014/main" id="{78B55B24-F15C-EC95-71B8-6D26AA090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4713" y="5099050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28607" imgH="343149" progId="Equation.3">
                  <p:embed/>
                </p:oleObj>
              </mc:Choice>
              <mc:Fallback>
                <p:oleObj name="公式" r:id="rId10" imgW="1028607" imgH="34314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5099050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5" name="Rectangle 47">
            <a:extLst>
              <a:ext uri="{FF2B5EF4-FFF2-40B4-BE49-F238E27FC236}">
                <a16:creationId xmlns:a16="http://schemas.microsoft.com/office/drawing/2014/main" id="{C43713AB-FC59-FBCD-924A-65C6262CC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20713"/>
            <a:ext cx="43529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重力：</a:t>
            </a:r>
          </a:p>
        </p:txBody>
      </p:sp>
      <p:sp>
        <p:nvSpPr>
          <p:cNvPr id="22576" name="Text Box 48">
            <a:extLst>
              <a:ext uri="{FF2B5EF4-FFF2-40B4-BE49-F238E27FC236}">
                <a16:creationId xmlns:a16="http://schemas.microsoft.com/office/drawing/2014/main" id="{B336F739-D9A4-500C-046F-5442854F2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1236663"/>
            <a:ext cx="780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设地球的半径为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  <a:r>
              <a:rPr kumimoji="1" lang="zh-CN" altLang="en-US" i="1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地球的质量为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，物体的质量为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</a:p>
        </p:txBody>
      </p:sp>
      <p:graphicFrame>
        <p:nvGraphicFramePr>
          <p:cNvPr id="22578" name="Object 5">
            <a:extLst>
              <a:ext uri="{FF2B5EF4-FFF2-40B4-BE49-F238E27FC236}">
                <a16:creationId xmlns:a16="http://schemas.microsoft.com/office/drawing/2014/main" id="{3D0522DC-71D0-B8A5-BE67-54179EB85E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7763" y="4262438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2276" imgH="114217" progId="Equation.3">
                  <p:embed/>
                </p:oleObj>
              </mc:Choice>
              <mc:Fallback>
                <p:oleObj name="公式" r:id="rId12" imgW="152276" imgH="11421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763" y="4262438"/>
                        <a:ext cx="406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9" name="Object 6">
            <a:extLst>
              <a:ext uri="{FF2B5EF4-FFF2-40B4-BE49-F238E27FC236}">
                <a16:creationId xmlns:a16="http://schemas.microsoft.com/office/drawing/2014/main" id="{F7FC8771-6C27-B659-6554-58BC93095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3550" y="4756150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6376" imgH="266839" progId="Equation.3">
                  <p:embed/>
                </p:oleObj>
              </mc:Choice>
              <mc:Fallback>
                <p:oleObj name="公式" r:id="rId14" imgW="236376" imgH="2668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4756150"/>
                        <a:ext cx="292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0" name="Object 7">
            <a:extLst>
              <a:ext uri="{FF2B5EF4-FFF2-40B4-BE49-F238E27FC236}">
                <a16:creationId xmlns:a16="http://schemas.microsoft.com/office/drawing/2014/main" id="{26AC661E-F3DD-B509-2C93-9FE4B1019E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5802313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69533" imgH="350631" progId="Equation.3">
                  <p:embed/>
                </p:oleObj>
              </mc:Choice>
              <mc:Fallback>
                <p:oleObj name="公式" r:id="rId16" imgW="1569533" imgH="35063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802313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1" name="Text Box 53">
            <a:extLst>
              <a:ext uri="{FF2B5EF4-FFF2-40B4-BE49-F238E27FC236}">
                <a16:creationId xmlns:a16="http://schemas.microsoft.com/office/drawing/2014/main" id="{0C3B28F7-4031-12D8-C6B1-DEA1C9B00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5727700"/>
            <a:ext cx="4475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重力加速度</a:t>
            </a:r>
            <a:endParaRPr kumimoji="1" lang="zh-CN" altLang="en-US" b="0"/>
          </a:p>
        </p:txBody>
      </p:sp>
      <p:sp>
        <p:nvSpPr>
          <p:cNvPr id="22607" name="Rectangle 79">
            <a:extLst>
              <a:ext uri="{FF2B5EF4-FFF2-40B4-BE49-F238E27FC236}">
                <a16:creationId xmlns:a16="http://schemas.microsoft.com/office/drawing/2014/main" id="{E88EB67E-CDE1-1849-FE47-89BE50CC1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1795463"/>
            <a:ext cx="58769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buClr>
                <a:srgbClr val="FF9933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考虑到地球自转后物体所受万有引力为：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22566" grpId="0"/>
      <p:bldP spid="22575" grpId="0"/>
      <p:bldP spid="22576" grpId="0"/>
      <p:bldP spid="22581" grpId="0"/>
      <p:bldP spid="2260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8E647C5B-C021-1849-E89B-778D66FE1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31800"/>
            <a:ext cx="2803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65113" indent="-265113">
              <a:spcBef>
                <a:spcPct val="50000"/>
              </a:spcBef>
              <a:buClr>
                <a:srgbClr val="00FFCC"/>
              </a:buClr>
              <a:buSzPct val="85000"/>
              <a:buFont typeface="Wingdings" pitchFamily="2" charset="2"/>
              <a:buChar char="u"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弹性力：</a:t>
            </a:r>
            <a:endParaRPr kumimoji="1" lang="zh-CN" altLang="en-US" b="0">
              <a:solidFill>
                <a:srgbClr val="66FF33"/>
              </a:solidFill>
              <a:latin typeface="Times New Roman" pitchFamily="18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62570B1-323F-BF11-A8CD-A4DDA840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955" name="Text Box 403">
            <a:extLst>
              <a:ext uri="{FF2B5EF4-FFF2-40B4-BE49-F238E27FC236}">
                <a16:creationId xmlns:a16="http://schemas.microsoft.com/office/drawing/2014/main" id="{0C757B2A-606B-85D4-FA1F-F58EF182F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975" y="419100"/>
            <a:ext cx="4175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因形变而产生的恢复力</a:t>
            </a:r>
            <a:endParaRPr kumimoji="1" lang="zh-CN" altLang="en-US" b="0"/>
          </a:p>
        </p:txBody>
      </p:sp>
      <p:sp>
        <p:nvSpPr>
          <p:cNvPr id="23957" name="Rectangle 405">
            <a:extLst>
              <a:ext uri="{FF2B5EF4-FFF2-40B4-BE49-F238E27FC236}">
                <a16:creationId xmlns:a16="http://schemas.microsoft.com/office/drawing/2014/main" id="{942D2CED-864A-3CB5-E924-A84B016E3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971550"/>
            <a:ext cx="3783013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支承面的支承力</a:t>
            </a:r>
          </a:p>
        </p:txBody>
      </p:sp>
      <p:sp>
        <p:nvSpPr>
          <p:cNvPr id="23958" name="Rectangle 406">
            <a:extLst>
              <a:ext uri="{FF2B5EF4-FFF2-40B4-BE49-F238E27FC236}">
                <a16:creationId xmlns:a16="http://schemas.microsoft.com/office/drawing/2014/main" id="{75044921-9ABF-BB6A-0FF4-C7EB7F09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990600"/>
            <a:ext cx="361950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33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绳索拉伸时绳内的张力</a:t>
            </a:r>
          </a:p>
        </p:txBody>
      </p:sp>
      <p:sp>
        <p:nvSpPr>
          <p:cNvPr id="24051" name="Rectangle 499">
            <a:extLst>
              <a:ext uri="{FF2B5EF4-FFF2-40B4-BE49-F238E27FC236}">
                <a16:creationId xmlns:a16="http://schemas.microsoft.com/office/drawing/2014/main" id="{06BE6A41-7387-FC4F-9AB5-7960DF1C5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3843338"/>
            <a:ext cx="3719512" cy="10414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质量忽略不计的轻绳，绳中各点处的张力相等；</a:t>
            </a:r>
          </a:p>
        </p:txBody>
      </p:sp>
      <p:sp>
        <p:nvSpPr>
          <p:cNvPr id="24053" name="Rectangle 501">
            <a:extLst>
              <a:ext uri="{FF2B5EF4-FFF2-40B4-BE49-F238E27FC236}">
                <a16:creationId xmlns:a16="http://schemas.microsoft.com/office/drawing/2014/main" id="{280FD1F7-6F19-3F6F-8F9B-6EA8AD51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4948238"/>
            <a:ext cx="3859212" cy="15160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质量不能忽略的绳索，且处于加速运动状态时，绳中各点处的张力不同。</a:t>
            </a:r>
          </a:p>
        </p:txBody>
      </p:sp>
      <p:sp>
        <p:nvSpPr>
          <p:cNvPr id="438948" name="Rectangle 1700">
            <a:extLst>
              <a:ext uri="{FF2B5EF4-FFF2-40B4-BE49-F238E27FC236}">
                <a16:creationId xmlns:a16="http://schemas.microsoft.com/office/drawing/2014/main" id="{E020B833-FCCD-AECC-6CAA-87E1730A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357313"/>
            <a:ext cx="2895600" cy="26050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8950" name="Rectangle 1702">
            <a:extLst>
              <a:ext uri="{FF2B5EF4-FFF2-40B4-BE49-F238E27FC236}">
                <a16:creationId xmlns:a16="http://schemas.microsoft.com/office/drawing/2014/main" id="{201AC50E-D4FD-72F4-7F7C-9FB3C2F7C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1063" y="1641475"/>
            <a:ext cx="2073275" cy="1979613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8951" name="Rectangle 1703">
            <a:extLst>
              <a:ext uri="{FF2B5EF4-FFF2-40B4-BE49-F238E27FC236}">
                <a16:creationId xmlns:a16="http://schemas.microsoft.com/office/drawing/2014/main" id="{8C65CCED-83F0-A51B-8CF8-AB24A6BDF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2588" y="2117725"/>
            <a:ext cx="509587" cy="419100"/>
          </a:xfrm>
          <a:prstGeom prst="rect">
            <a:avLst/>
          </a:prstGeom>
          <a:solidFill>
            <a:srgbClr val="00FF00">
              <a:alpha val="49001"/>
            </a:srgb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704">
            <a:extLst>
              <a:ext uri="{FF2B5EF4-FFF2-40B4-BE49-F238E27FC236}">
                <a16:creationId xmlns:a16="http://schemas.microsoft.com/office/drawing/2014/main" id="{00E09355-EC5A-1CB6-6157-7DB9D9073BC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5838" y="2566988"/>
            <a:ext cx="1822450" cy="965200"/>
            <a:chOff x="2574" y="1835"/>
            <a:chExt cx="1312" cy="695"/>
          </a:xfrm>
        </p:grpSpPr>
        <p:sp>
          <p:nvSpPr>
            <p:cNvPr id="438953" name="Rectangle 1705">
              <a:extLst>
                <a:ext uri="{FF2B5EF4-FFF2-40B4-BE49-F238E27FC236}">
                  <a16:creationId xmlns:a16="http://schemas.microsoft.com/office/drawing/2014/main" id="{8B94D3E0-488F-7046-2068-7DCC8B87B4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4" y="1835"/>
              <a:ext cx="1311" cy="53"/>
            </a:xfrm>
            <a:prstGeom prst="rect">
              <a:avLst/>
            </a:prstGeom>
            <a:noFill/>
            <a:ln w="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4" name="Line 1706">
              <a:extLst>
                <a:ext uri="{FF2B5EF4-FFF2-40B4-BE49-F238E27FC236}">
                  <a16:creationId xmlns:a16="http://schemas.microsoft.com/office/drawing/2014/main" id="{8C3D33B5-69E9-65F0-3F89-F0E9BAD5E7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574" y="1848"/>
              <a:ext cx="26" cy="15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5" name="Line 1707">
              <a:extLst>
                <a:ext uri="{FF2B5EF4-FFF2-40B4-BE49-F238E27FC236}">
                  <a16:creationId xmlns:a16="http://schemas.microsoft.com/office/drawing/2014/main" id="{3610E65A-C09B-DFA4-CCD9-9BD6E2F50D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74" y="1875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6" name="Line 1708">
              <a:extLst>
                <a:ext uri="{FF2B5EF4-FFF2-40B4-BE49-F238E27FC236}">
                  <a16:creationId xmlns:a16="http://schemas.microsoft.com/office/drawing/2014/main" id="{D3987801-2AA6-0545-F9AA-8048C15320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13" y="1848"/>
              <a:ext cx="14" cy="15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7" name="Line 1709">
              <a:extLst>
                <a:ext uri="{FF2B5EF4-FFF2-40B4-BE49-F238E27FC236}">
                  <a16:creationId xmlns:a16="http://schemas.microsoft.com/office/drawing/2014/main" id="{B4E0F57C-6EEF-6A98-0CDD-B43BA37E13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8" name="Line 1710">
              <a:extLst>
                <a:ext uri="{FF2B5EF4-FFF2-40B4-BE49-F238E27FC236}">
                  <a16:creationId xmlns:a16="http://schemas.microsoft.com/office/drawing/2014/main" id="{F202D7BB-FE57-4293-D76C-26BB80B0B3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59" name="Line 1711">
              <a:extLst>
                <a:ext uri="{FF2B5EF4-FFF2-40B4-BE49-F238E27FC236}">
                  <a16:creationId xmlns:a16="http://schemas.microsoft.com/office/drawing/2014/main" id="{89A2133D-B7FF-9116-513B-6C405ABC98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0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0" name="Line 1712">
              <a:extLst>
                <a:ext uri="{FF2B5EF4-FFF2-40B4-BE49-F238E27FC236}">
                  <a16:creationId xmlns:a16="http://schemas.microsoft.com/office/drawing/2014/main" id="{8587B520-5ED2-E653-6BDD-76F8A6D513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39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1" name="Line 1713">
              <a:extLst>
                <a:ext uri="{FF2B5EF4-FFF2-40B4-BE49-F238E27FC236}">
                  <a16:creationId xmlns:a16="http://schemas.microsoft.com/office/drawing/2014/main" id="{AC94DDAE-FBB8-AF0D-E462-28FA2EC4FA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8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2" name="Line 1714">
              <a:extLst>
                <a:ext uri="{FF2B5EF4-FFF2-40B4-BE49-F238E27FC236}">
                  <a16:creationId xmlns:a16="http://schemas.microsoft.com/office/drawing/2014/main" id="{CEB5C255-C8E9-55B9-354C-A588F7168D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5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3" name="Line 1715">
              <a:extLst>
                <a:ext uri="{FF2B5EF4-FFF2-40B4-BE49-F238E27FC236}">
                  <a16:creationId xmlns:a16="http://schemas.microsoft.com/office/drawing/2014/main" id="{E81A522B-E174-CFFE-C40C-C812AC11D0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9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4" name="Line 1716">
              <a:extLst>
                <a:ext uri="{FF2B5EF4-FFF2-40B4-BE49-F238E27FC236}">
                  <a16:creationId xmlns:a16="http://schemas.microsoft.com/office/drawing/2014/main" id="{5540E0CF-CD01-85B9-9DEC-9F32D74280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1" y="1848"/>
              <a:ext cx="1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5" name="Line 1717">
              <a:extLst>
                <a:ext uri="{FF2B5EF4-FFF2-40B4-BE49-F238E27FC236}">
                  <a16:creationId xmlns:a16="http://schemas.microsoft.com/office/drawing/2014/main" id="{698C9058-70AA-C58D-F233-83CE4DA0A5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9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6" name="Line 1718">
              <a:extLst>
                <a:ext uri="{FF2B5EF4-FFF2-40B4-BE49-F238E27FC236}">
                  <a16:creationId xmlns:a16="http://schemas.microsoft.com/office/drawing/2014/main" id="{6925CD55-A572-5AB3-7424-BD364C704D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3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7" name="Line 1719">
              <a:extLst>
                <a:ext uri="{FF2B5EF4-FFF2-40B4-BE49-F238E27FC236}">
                  <a16:creationId xmlns:a16="http://schemas.microsoft.com/office/drawing/2014/main" id="{6FB4548E-C50F-4A69-850C-395A81C4D4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71" y="1848"/>
              <a:ext cx="25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8" name="Line 1720">
              <a:extLst>
                <a:ext uri="{FF2B5EF4-FFF2-40B4-BE49-F238E27FC236}">
                  <a16:creationId xmlns:a16="http://schemas.microsoft.com/office/drawing/2014/main" id="{FE584A5C-820F-0729-4EC2-94194121AF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4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69" name="Line 1721">
              <a:extLst>
                <a:ext uri="{FF2B5EF4-FFF2-40B4-BE49-F238E27FC236}">
                  <a16:creationId xmlns:a16="http://schemas.microsoft.com/office/drawing/2014/main" id="{6DBACE2B-818E-B0B3-7AB7-A0FCAF7758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83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0" name="Line 1722">
              <a:extLst>
                <a:ext uri="{FF2B5EF4-FFF2-40B4-BE49-F238E27FC236}">
                  <a16:creationId xmlns:a16="http://schemas.microsoft.com/office/drawing/2014/main" id="{6648ED7A-FDCD-444D-1B0F-822DB67378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2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1" name="Line 1723">
              <a:extLst>
                <a:ext uri="{FF2B5EF4-FFF2-40B4-BE49-F238E27FC236}">
                  <a16:creationId xmlns:a16="http://schemas.microsoft.com/office/drawing/2014/main" id="{8D71B552-1C33-6D0E-51C1-EACB28EAF1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96" y="1875"/>
              <a:ext cx="27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2" name="Line 1724">
              <a:extLst>
                <a:ext uri="{FF2B5EF4-FFF2-40B4-BE49-F238E27FC236}">
                  <a16:creationId xmlns:a16="http://schemas.microsoft.com/office/drawing/2014/main" id="{4473AD3A-EEF4-77E1-C85F-4C59123511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36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3" name="Line 1725">
              <a:extLst>
                <a:ext uri="{FF2B5EF4-FFF2-40B4-BE49-F238E27FC236}">
                  <a16:creationId xmlns:a16="http://schemas.microsoft.com/office/drawing/2014/main" id="{AE14F6D1-7E16-D54C-6FE0-647E4F06F9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62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4" name="Line 1726">
              <a:extLst>
                <a:ext uri="{FF2B5EF4-FFF2-40B4-BE49-F238E27FC236}">
                  <a16:creationId xmlns:a16="http://schemas.microsoft.com/office/drawing/2014/main" id="{61BBE0FF-6558-8D75-E04E-56B509AE34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36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5" name="Line 1727">
              <a:extLst>
                <a:ext uri="{FF2B5EF4-FFF2-40B4-BE49-F238E27FC236}">
                  <a16:creationId xmlns:a16="http://schemas.microsoft.com/office/drawing/2014/main" id="{48CA091A-BC60-CC6B-A91B-E1C83CB696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75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6" name="Line 1728">
              <a:extLst>
                <a:ext uri="{FF2B5EF4-FFF2-40B4-BE49-F238E27FC236}">
                  <a16:creationId xmlns:a16="http://schemas.microsoft.com/office/drawing/2014/main" id="{162C5ABD-9DA5-D2AA-0483-7FAA69FAE4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15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7" name="Line 1729">
              <a:extLst>
                <a:ext uri="{FF2B5EF4-FFF2-40B4-BE49-F238E27FC236}">
                  <a16:creationId xmlns:a16="http://schemas.microsoft.com/office/drawing/2014/main" id="{ACA412AF-7F32-364A-12A5-DED06D3F56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88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8" name="Line 1730">
              <a:extLst>
                <a:ext uri="{FF2B5EF4-FFF2-40B4-BE49-F238E27FC236}">
                  <a16:creationId xmlns:a16="http://schemas.microsoft.com/office/drawing/2014/main" id="{DAF87F3E-DEFD-7FAC-178E-678642A7E8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2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79" name="Line 1731">
              <a:extLst>
                <a:ext uri="{FF2B5EF4-FFF2-40B4-BE49-F238E27FC236}">
                  <a16:creationId xmlns:a16="http://schemas.microsoft.com/office/drawing/2014/main" id="{4DDCA048-FD39-BAFA-918C-BE073217AA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67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0" name="Line 1732">
              <a:extLst>
                <a:ext uri="{FF2B5EF4-FFF2-40B4-BE49-F238E27FC236}">
                  <a16:creationId xmlns:a16="http://schemas.microsoft.com/office/drawing/2014/main" id="{487D3241-F94F-BF89-6513-B9E488CB73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41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1" name="Line 1733">
              <a:extLst>
                <a:ext uri="{FF2B5EF4-FFF2-40B4-BE49-F238E27FC236}">
                  <a16:creationId xmlns:a16="http://schemas.microsoft.com/office/drawing/2014/main" id="{2C2BC756-9AB3-558F-01A0-7C2BC049B9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80" y="1861"/>
              <a:ext cx="1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2" name="Line 1734">
              <a:extLst>
                <a:ext uri="{FF2B5EF4-FFF2-40B4-BE49-F238E27FC236}">
                  <a16:creationId xmlns:a16="http://schemas.microsoft.com/office/drawing/2014/main" id="{53FC3031-84AD-49C4-5420-A2A0759289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3" name="Line 1735">
              <a:extLst>
                <a:ext uri="{FF2B5EF4-FFF2-40B4-BE49-F238E27FC236}">
                  <a16:creationId xmlns:a16="http://schemas.microsoft.com/office/drawing/2014/main" id="{948BB069-ADEC-E898-B547-1352E9ED18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8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4" name="Line 1736">
              <a:extLst>
                <a:ext uri="{FF2B5EF4-FFF2-40B4-BE49-F238E27FC236}">
                  <a16:creationId xmlns:a16="http://schemas.microsoft.com/office/drawing/2014/main" id="{5ABC0909-363E-7F85-D747-2394AB14C1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19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5" name="Line 1737">
              <a:extLst>
                <a:ext uri="{FF2B5EF4-FFF2-40B4-BE49-F238E27FC236}">
                  <a16:creationId xmlns:a16="http://schemas.microsoft.com/office/drawing/2014/main" id="{EF0664F0-442F-9314-5119-BCE491988A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6" name="Line 1738">
              <a:extLst>
                <a:ext uri="{FF2B5EF4-FFF2-40B4-BE49-F238E27FC236}">
                  <a16:creationId xmlns:a16="http://schemas.microsoft.com/office/drawing/2014/main" id="{B00EBC31-0838-046A-1375-91D7FB9466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32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7" name="Line 1739">
              <a:extLst>
                <a:ext uri="{FF2B5EF4-FFF2-40B4-BE49-F238E27FC236}">
                  <a16:creationId xmlns:a16="http://schemas.microsoft.com/office/drawing/2014/main" id="{7E18016B-7163-F03E-3BE9-D1F24580B8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7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8" name="Line 1740">
              <a:extLst>
                <a:ext uri="{FF2B5EF4-FFF2-40B4-BE49-F238E27FC236}">
                  <a16:creationId xmlns:a16="http://schemas.microsoft.com/office/drawing/2014/main" id="{D43D6C9F-6043-AFA1-5721-2F7C6A3729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11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89" name="Line 1741">
              <a:extLst>
                <a:ext uri="{FF2B5EF4-FFF2-40B4-BE49-F238E27FC236}">
                  <a16:creationId xmlns:a16="http://schemas.microsoft.com/office/drawing/2014/main" id="{C039CB9E-64C6-71F2-0A9F-BCB4E1B080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85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0" name="Line 1742">
              <a:extLst>
                <a:ext uri="{FF2B5EF4-FFF2-40B4-BE49-F238E27FC236}">
                  <a16:creationId xmlns:a16="http://schemas.microsoft.com/office/drawing/2014/main" id="{57CFE66A-B1B0-5701-9C87-8CD6681956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1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1" name="Line 1743">
              <a:extLst>
                <a:ext uri="{FF2B5EF4-FFF2-40B4-BE49-F238E27FC236}">
                  <a16:creationId xmlns:a16="http://schemas.microsoft.com/office/drawing/2014/main" id="{D24DDAB6-5CE8-027C-010C-282B24907B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50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2" name="Line 1744">
              <a:extLst>
                <a:ext uri="{FF2B5EF4-FFF2-40B4-BE49-F238E27FC236}">
                  <a16:creationId xmlns:a16="http://schemas.microsoft.com/office/drawing/2014/main" id="{3B0F4C35-5A70-454E-8350-97851D1F2D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24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3" name="Line 1745">
              <a:extLst>
                <a:ext uri="{FF2B5EF4-FFF2-40B4-BE49-F238E27FC236}">
                  <a16:creationId xmlns:a16="http://schemas.microsoft.com/office/drawing/2014/main" id="{9712DB3C-8426-AFDA-9791-4536AAB80C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64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4" name="Line 1746">
              <a:extLst>
                <a:ext uri="{FF2B5EF4-FFF2-40B4-BE49-F238E27FC236}">
                  <a16:creationId xmlns:a16="http://schemas.microsoft.com/office/drawing/2014/main" id="{CEC62DB9-6757-B170-D262-274D4A82AC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5" name="Line 1747">
              <a:extLst>
                <a:ext uri="{FF2B5EF4-FFF2-40B4-BE49-F238E27FC236}">
                  <a16:creationId xmlns:a16="http://schemas.microsoft.com/office/drawing/2014/main" id="{95AC053C-D2AA-604F-B8E5-9C587F39D7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177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6" name="Line 1748">
              <a:extLst>
                <a:ext uri="{FF2B5EF4-FFF2-40B4-BE49-F238E27FC236}">
                  <a16:creationId xmlns:a16="http://schemas.microsoft.com/office/drawing/2014/main" id="{99C9EC6A-CE2C-5914-14E9-E304D3B6BC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16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7" name="Line 1749">
              <a:extLst>
                <a:ext uri="{FF2B5EF4-FFF2-40B4-BE49-F238E27FC236}">
                  <a16:creationId xmlns:a16="http://schemas.microsoft.com/office/drawing/2014/main" id="{2B6A0274-1346-3963-5541-527C196671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55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8" name="Line 1750">
              <a:extLst>
                <a:ext uri="{FF2B5EF4-FFF2-40B4-BE49-F238E27FC236}">
                  <a16:creationId xmlns:a16="http://schemas.microsoft.com/office/drawing/2014/main" id="{B7E9C8A5-994C-CC5E-9886-A74F030504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29" y="1875"/>
              <a:ext cx="14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999" name="Line 1751">
              <a:extLst>
                <a:ext uri="{FF2B5EF4-FFF2-40B4-BE49-F238E27FC236}">
                  <a16:creationId xmlns:a16="http://schemas.microsoft.com/office/drawing/2014/main" id="{3690664D-EDFB-3C53-3539-B76A009AB5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55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0" name="Line 1752">
              <a:extLst>
                <a:ext uri="{FF2B5EF4-FFF2-40B4-BE49-F238E27FC236}">
                  <a16:creationId xmlns:a16="http://schemas.microsoft.com/office/drawing/2014/main" id="{54579A76-5740-6678-FEE9-7C7D9CE20C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95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1" name="Line 1753">
              <a:extLst>
                <a:ext uri="{FF2B5EF4-FFF2-40B4-BE49-F238E27FC236}">
                  <a16:creationId xmlns:a16="http://schemas.microsoft.com/office/drawing/2014/main" id="{7AB1BACF-5AF0-5CAF-0966-3518E34E81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69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2" name="Line 1754">
              <a:extLst>
                <a:ext uri="{FF2B5EF4-FFF2-40B4-BE49-F238E27FC236}">
                  <a16:creationId xmlns:a16="http://schemas.microsoft.com/office/drawing/2014/main" id="{77A5E16A-4B9D-9519-A3F2-A7D2264A2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0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3" name="Line 1755">
              <a:extLst>
                <a:ext uri="{FF2B5EF4-FFF2-40B4-BE49-F238E27FC236}">
                  <a16:creationId xmlns:a16="http://schemas.microsoft.com/office/drawing/2014/main" id="{4174F8B2-A528-5F16-240B-C80F417C50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47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4" name="Line 1756">
              <a:extLst>
                <a:ext uri="{FF2B5EF4-FFF2-40B4-BE49-F238E27FC236}">
                  <a16:creationId xmlns:a16="http://schemas.microsoft.com/office/drawing/2014/main" id="{42BBBDBD-68B8-EBE0-1140-90F34DFBDC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21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5" name="Line 1757">
              <a:extLst>
                <a:ext uri="{FF2B5EF4-FFF2-40B4-BE49-F238E27FC236}">
                  <a16:creationId xmlns:a16="http://schemas.microsoft.com/office/drawing/2014/main" id="{471D9C3B-BD91-1A39-709E-BE16799BF2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60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6" name="Line 1758">
              <a:extLst>
                <a:ext uri="{FF2B5EF4-FFF2-40B4-BE49-F238E27FC236}">
                  <a16:creationId xmlns:a16="http://schemas.microsoft.com/office/drawing/2014/main" id="{7D01F890-F7F6-658B-6693-CF63B89B11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00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7" name="Line 1759">
              <a:extLst>
                <a:ext uri="{FF2B5EF4-FFF2-40B4-BE49-F238E27FC236}">
                  <a16:creationId xmlns:a16="http://schemas.microsoft.com/office/drawing/2014/main" id="{60DEAF29-C1B4-D691-1CF5-A590858C9F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60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8" name="Line 1760">
              <a:extLst>
                <a:ext uri="{FF2B5EF4-FFF2-40B4-BE49-F238E27FC236}">
                  <a16:creationId xmlns:a16="http://schemas.microsoft.com/office/drawing/2014/main" id="{2DC6EB7C-60FC-E395-880F-2DE0E2D39C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00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09" name="Line 1761">
              <a:extLst>
                <a:ext uri="{FF2B5EF4-FFF2-40B4-BE49-F238E27FC236}">
                  <a16:creationId xmlns:a16="http://schemas.microsoft.com/office/drawing/2014/main" id="{6D06B421-4BCF-E88D-097D-9C0A83B5DD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39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0" name="Line 1762">
              <a:extLst>
                <a:ext uri="{FF2B5EF4-FFF2-40B4-BE49-F238E27FC236}">
                  <a16:creationId xmlns:a16="http://schemas.microsoft.com/office/drawing/2014/main" id="{65AD43DE-8C39-02CD-7AE7-918E10AC5C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13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1" name="Line 1763">
              <a:extLst>
                <a:ext uri="{FF2B5EF4-FFF2-40B4-BE49-F238E27FC236}">
                  <a16:creationId xmlns:a16="http://schemas.microsoft.com/office/drawing/2014/main" id="{430A2DEF-8AE8-DAFF-A57C-58F7DC94C9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5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2" name="Line 1764">
              <a:extLst>
                <a:ext uri="{FF2B5EF4-FFF2-40B4-BE49-F238E27FC236}">
                  <a16:creationId xmlns:a16="http://schemas.microsoft.com/office/drawing/2014/main" id="{CAADAEFC-1598-D23F-D064-76122D5A7A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91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3" name="Line 1765">
              <a:extLst>
                <a:ext uri="{FF2B5EF4-FFF2-40B4-BE49-F238E27FC236}">
                  <a16:creationId xmlns:a16="http://schemas.microsoft.com/office/drawing/2014/main" id="{6AC6CA6E-8196-D229-2B93-CF970CB39E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4" name="Line 1766">
              <a:extLst>
                <a:ext uri="{FF2B5EF4-FFF2-40B4-BE49-F238E27FC236}">
                  <a16:creationId xmlns:a16="http://schemas.microsoft.com/office/drawing/2014/main" id="{28242688-5A2F-9F95-015C-2DCA42110E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5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5" name="Line 1767">
              <a:extLst>
                <a:ext uri="{FF2B5EF4-FFF2-40B4-BE49-F238E27FC236}">
                  <a16:creationId xmlns:a16="http://schemas.microsoft.com/office/drawing/2014/main" id="{0A872A3B-FA53-BC37-DAA8-1BDE8BF5B7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4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6" name="Line 1768">
              <a:extLst>
                <a:ext uri="{FF2B5EF4-FFF2-40B4-BE49-F238E27FC236}">
                  <a16:creationId xmlns:a16="http://schemas.microsoft.com/office/drawing/2014/main" id="{4D545C03-58C9-F316-E049-1EB5D6C356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0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7" name="Line 1769">
              <a:extLst>
                <a:ext uri="{FF2B5EF4-FFF2-40B4-BE49-F238E27FC236}">
                  <a16:creationId xmlns:a16="http://schemas.microsoft.com/office/drawing/2014/main" id="{F3070A84-52D1-89DF-9B98-598F712CE4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44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8" name="Line 1770">
              <a:extLst>
                <a:ext uri="{FF2B5EF4-FFF2-40B4-BE49-F238E27FC236}">
                  <a16:creationId xmlns:a16="http://schemas.microsoft.com/office/drawing/2014/main" id="{0AC1B3A5-1B67-96E7-490C-107A505791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3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19" name="Line 1771">
              <a:extLst>
                <a:ext uri="{FF2B5EF4-FFF2-40B4-BE49-F238E27FC236}">
                  <a16:creationId xmlns:a16="http://schemas.microsoft.com/office/drawing/2014/main" id="{2D7A241A-ACCE-7422-CF71-6E4B1328F5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57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0" name="Line 1772">
              <a:extLst>
                <a:ext uri="{FF2B5EF4-FFF2-40B4-BE49-F238E27FC236}">
                  <a16:creationId xmlns:a16="http://schemas.microsoft.com/office/drawing/2014/main" id="{048F5121-A2EE-6B39-99A2-D2E6D707CB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96" y="1861"/>
              <a:ext cx="27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1" name="Line 1773">
              <a:extLst>
                <a:ext uri="{FF2B5EF4-FFF2-40B4-BE49-F238E27FC236}">
                  <a16:creationId xmlns:a16="http://schemas.microsoft.com/office/drawing/2014/main" id="{A252A2A6-B375-F6B7-5195-87AD1832F6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36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2" name="Line 1774">
              <a:extLst>
                <a:ext uri="{FF2B5EF4-FFF2-40B4-BE49-F238E27FC236}">
                  <a16:creationId xmlns:a16="http://schemas.microsoft.com/office/drawing/2014/main" id="{4DD11FB6-6E16-9CAA-3D24-D282910001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09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3" name="Line 1775">
              <a:extLst>
                <a:ext uri="{FF2B5EF4-FFF2-40B4-BE49-F238E27FC236}">
                  <a16:creationId xmlns:a16="http://schemas.microsoft.com/office/drawing/2014/main" id="{73E9AE65-6336-76AB-8D5C-4C5CD3236E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9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4" name="Line 1776">
              <a:extLst>
                <a:ext uri="{FF2B5EF4-FFF2-40B4-BE49-F238E27FC236}">
                  <a16:creationId xmlns:a16="http://schemas.microsoft.com/office/drawing/2014/main" id="{676DA999-440C-5DC1-7854-F57661E39F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88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5" name="Line 1777">
              <a:extLst>
                <a:ext uri="{FF2B5EF4-FFF2-40B4-BE49-F238E27FC236}">
                  <a16:creationId xmlns:a16="http://schemas.microsoft.com/office/drawing/2014/main" id="{D7D2CD8D-1802-F2FA-667A-4B2610E02A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9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6" name="Line 1778">
              <a:extLst>
                <a:ext uri="{FF2B5EF4-FFF2-40B4-BE49-F238E27FC236}">
                  <a16:creationId xmlns:a16="http://schemas.microsoft.com/office/drawing/2014/main" id="{07F4B596-CDFC-79D3-D658-4EA511E129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88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7" name="Line 1779">
              <a:extLst>
                <a:ext uri="{FF2B5EF4-FFF2-40B4-BE49-F238E27FC236}">
                  <a16:creationId xmlns:a16="http://schemas.microsoft.com/office/drawing/2014/main" id="{5873A166-1908-E53D-9F56-29E92FCB75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27" y="1848"/>
              <a:ext cx="27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8" name="Line 1780">
              <a:extLst>
                <a:ext uri="{FF2B5EF4-FFF2-40B4-BE49-F238E27FC236}">
                  <a16:creationId xmlns:a16="http://schemas.microsoft.com/office/drawing/2014/main" id="{C73EAE4E-77DC-47C9-B216-66923CA012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01" y="1875"/>
              <a:ext cx="26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29" name="Line 1781">
              <a:extLst>
                <a:ext uri="{FF2B5EF4-FFF2-40B4-BE49-F238E27FC236}">
                  <a16:creationId xmlns:a16="http://schemas.microsoft.com/office/drawing/2014/main" id="{3FA540C2-4030-C192-7AC9-DE8A970342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41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0" name="Line 1782">
              <a:extLst>
                <a:ext uri="{FF2B5EF4-FFF2-40B4-BE49-F238E27FC236}">
                  <a16:creationId xmlns:a16="http://schemas.microsoft.com/office/drawing/2014/main" id="{A63165C7-849C-0607-E040-613771F02A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80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1" name="Line 1783">
              <a:extLst>
                <a:ext uri="{FF2B5EF4-FFF2-40B4-BE49-F238E27FC236}">
                  <a16:creationId xmlns:a16="http://schemas.microsoft.com/office/drawing/2014/main" id="{6F50FE13-0535-0B18-6828-F2595BE45A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55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2" name="Line 1784">
              <a:extLst>
                <a:ext uri="{FF2B5EF4-FFF2-40B4-BE49-F238E27FC236}">
                  <a16:creationId xmlns:a16="http://schemas.microsoft.com/office/drawing/2014/main" id="{4906CB2B-72EB-FC57-39FC-452A82FBFC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93" y="1861"/>
              <a:ext cx="25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3" name="Line 1785">
              <a:extLst>
                <a:ext uri="{FF2B5EF4-FFF2-40B4-BE49-F238E27FC236}">
                  <a16:creationId xmlns:a16="http://schemas.microsoft.com/office/drawing/2014/main" id="{7C467EA8-F06C-8B23-AA42-40B2CAB5C8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32" y="1848"/>
              <a:ext cx="26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4" name="Line 1786">
              <a:extLst>
                <a:ext uri="{FF2B5EF4-FFF2-40B4-BE49-F238E27FC236}">
                  <a16:creationId xmlns:a16="http://schemas.microsoft.com/office/drawing/2014/main" id="{AF15C713-3804-42BA-00FF-63B53CFE1D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93" y="1875"/>
              <a:ext cx="25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5" name="Line 1787">
              <a:extLst>
                <a:ext uri="{FF2B5EF4-FFF2-40B4-BE49-F238E27FC236}">
                  <a16:creationId xmlns:a16="http://schemas.microsoft.com/office/drawing/2014/main" id="{825CF07E-5109-97E8-F165-A0AD5A7006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32" y="1861"/>
              <a:ext cx="26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6" name="Line 1788">
              <a:extLst>
                <a:ext uri="{FF2B5EF4-FFF2-40B4-BE49-F238E27FC236}">
                  <a16:creationId xmlns:a16="http://schemas.microsoft.com/office/drawing/2014/main" id="{F5801E5D-F270-54EB-DD77-123121D0D2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72" y="1848"/>
              <a:ext cx="13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7" name="Line 1789">
              <a:extLst>
                <a:ext uri="{FF2B5EF4-FFF2-40B4-BE49-F238E27FC236}">
                  <a16:creationId xmlns:a16="http://schemas.microsoft.com/office/drawing/2014/main" id="{2B26925A-5E0C-3CBC-5388-0CB3F5F59D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72" y="1848"/>
              <a:ext cx="13" cy="1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8" name="Line 1790">
              <a:extLst>
                <a:ext uri="{FF2B5EF4-FFF2-40B4-BE49-F238E27FC236}">
                  <a16:creationId xmlns:a16="http://schemas.microsoft.com/office/drawing/2014/main" id="{78266125-78C8-E671-65E2-368E6F7077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45" y="1875"/>
              <a:ext cx="27" cy="13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39" name="Line 1791">
              <a:extLst>
                <a:ext uri="{FF2B5EF4-FFF2-40B4-BE49-F238E27FC236}">
                  <a16:creationId xmlns:a16="http://schemas.microsoft.com/office/drawing/2014/main" id="{453789B3-FA21-AEB8-2A54-5BEA342CD5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5" y="1861"/>
              <a:ext cx="1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0" name="Line 1792">
              <a:extLst>
                <a:ext uri="{FF2B5EF4-FFF2-40B4-BE49-F238E27FC236}">
                  <a16:creationId xmlns:a16="http://schemas.microsoft.com/office/drawing/2014/main" id="{0D9E7E0B-9DE5-2800-A6E5-0BC687B197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885" y="1861"/>
              <a:ext cx="1" cy="14"/>
            </a:xfrm>
            <a:prstGeom prst="line">
              <a:avLst/>
            </a:prstGeom>
            <a:noFill/>
            <a:ln w="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1" name="Freeform 1793">
              <a:extLst>
                <a:ext uri="{FF2B5EF4-FFF2-40B4-BE49-F238E27FC236}">
                  <a16:creationId xmlns:a16="http://schemas.microsoft.com/office/drawing/2014/main" id="{B375949D-7E0E-B795-A3E0-B7DA5D6989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96" y="1888"/>
              <a:ext cx="159" cy="6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9" y="49"/>
                </a:cxn>
                <a:cxn ang="0">
                  <a:pos x="12" y="49"/>
                </a:cxn>
                <a:cxn ang="0">
                  <a:pos x="3" y="0"/>
                </a:cxn>
              </a:cxnLst>
              <a:rect l="0" t="0" r="r" b="b"/>
              <a:pathLst>
                <a:path w="12" h="49">
                  <a:moveTo>
                    <a:pt x="3" y="0"/>
                  </a:moveTo>
                  <a:lnTo>
                    <a:pt x="0" y="0"/>
                  </a:lnTo>
                  <a:lnTo>
                    <a:pt x="9" y="49"/>
                  </a:lnTo>
                  <a:lnTo>
                    <a:pt x="12" y="49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2" name="Freeform 1794">
              <a:extLst>
                <a:ext uri="{FF2B5EF4-FFF2-40B4-BE49-F238E27FC236}">
                  <a16:creationId xmlns:a16="http://schemas.microsoft.com/office/drawing/2014/main" id="{B69FE94A-E050-F258-8CFD-FE6A136A643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05" y="1888"/>
              <a:ext cx="157" cy="642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2" y="0"/>
                </a:cxn>
                <a:cxn ang="0">
                  <a:pos x="3" y="49"/>
                </a:cxn>
                <a:cxn ang="0">
                  <a:pos x="0" y="49"/>
                </a:cxn>
                <a:cxn ang="0">
                  <a:pos x="9" y="0"/>
                </a:cxn>
              </a:cxnLst>
              <a:rect l="0" t="0" r="r" b="b"/>
              <a:pathLst>
                <a:path w="12" h="49">
                  <a:moveTo>
                    <a:pt x="9" y="0"/>
                  </a:moveTo>
                  <a:lnTo>
                    <a:pt x="12" y="0"/>
                  </a:lnTo>
                  <a:lnTo>
                    <a:pt x="3" y="49"/>
                  </a:lnTo>
                  <a:lnTo>
                    <a:pt x="0" y="49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043" name="Rectangle 1795">
              <a:extLst>
                <a:ext uri="{FF2B5EF4-FFF2-40B4-BE49-F238E27FC236}">
                  <a16:creationId xmlns:a16="http://schemas.microsoft.com/office/drawing/2014/main" id="{AB8B6F8A-B8D8-0112-618F-251E7F56A2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3" y="2307"/>
              <a:ext cx="891" cy="26"/>
            </a:xfrm>
            <a:prstGeom prst="rect">
              <a:avLst/>
            </a:prstGeom>
            <a:noFill/>
            <a:ln w="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439044" name="Object 2">
            <a:extLst>
              <a:ext uri="{FF2B5EF4-FFF2-40B4-BE49-F238E27FC236}">
                <a16:creationId xmlns:a16="http://schemas.microsoft.com/office/drawing/2014/main" id="{4C15D4A6-C403-4FFB-D6C5-2582BD712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4350" y="2314575"/>
          <a:ext cx="220663" cy="16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4196" imgH="198009" progId="Equation.3">
                  <p:embed/>
                </p:oleObj>
              </mc:Choice>
              <mc:Fallback>
                <p:oleObj name="公式" r:id="rId2" imgW="274196" imgH="198009" progId="Equation.3">
                  <p:embed/>
                  <p:pic>
                    <p:nvPicPr>
                      <p:cNvPr id="439044" name="Object 2">
                        <a:extLst>
                          <a:ext uri="{FF2B5EF4-FFF2-40B4-BE49-F238E27FC236}">
                            <a16:creationId xmlns:a16="http://schemas.microsoft.com/office/drawing/2014/main" id="{4C15D4A6-C403-4FFB-D6C5-2582BD712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2314575"/>
                        <a:ext cx="220663" cy="16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5" name="Line 1797">
            <a:extLst>
              <a:ext uri="{FF2B5EF4-FFF2-40B4-BE49-F238E27FC236}">
                <a16:creationId xmlns:a16="http://schemas.microsoft.com/office/drawing/2014/main" id="{87F21259-22D3-DC35-6447-0C35C9BA384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065338" y="2362200"/>
            <a:ext cx="0" cy="5667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46" name="Object 3">
            <a:extLst>
              <a:ext uri="{FF2B5EF4-FFF2-40B4-BE49-F238E27FC236}">
                <a16:creationId xmlns:a16="http://schemas.microsoft.com/office/drawing/2014/main" id="{3A85BDEC-25B4-B99E-09BB-D16255AE5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2751138"/>
          <a:ext cx="21748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2513" imgH="358112" progId="Equation.3">
                  <p:embed/>
                </p:oleObj>
              </mc:Choice>
              <mc:Fallback>
                <p:oleObj name="公式" r:id="rId4" imgW="312513" imgH="358112" progId="Equation.3">
                  <p:embed/>
                  <p:pic>
                    <p:nvPicPr>
                      <p:cNvPr id="439046" name="Object 3">
                        <a:extLst>
                          <a:ext uri="{FF2B5EF4-FFF2-40B4-BE49-F238E27FC236}">
                            <a16:creationId xmlns:a16="http://schemas.microsoft.com/office/drawing/2014/main" id="{3A85BDEC-25B4-B99E-09BB-D16255AE5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751138"/>
                        <a:ext cx="21748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7" name="Line 1799">
            <a:extLst>
              <a:ext uri="{FF2B5EF4-FFF2-40B4-BE49-F238E27FC236}">
                <a16:creationId xmlns:a16="http://schemas.microsoft.com/office/drawing/2014/main" id="{4E7136EA-9BEF-9DE6-77D0-D8C06455C79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900238" y="2551113"/>
            <a:ext cx="0" cy="5667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48" name="Object 4">
            <a:extLst>
              <a:ext uri="{FF2B5EF4-FFF2-40B4-BE49-F238E27FC236}">
                <a16:creationId xmlns:a16="http://schemas.microsoft.com/office/drawing/2014/main" id="{CB03F35F-5A37-F143-878A-5A551E91B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8925" y="2811463"/>
          <a:ext cx="21590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2513" imgH="350631" progId="Equation.3">
                  <p:embed/>
                </p:oleObj>
              </mc:Choice>
              <mc:Fallback>
                <p:oleObj name="公式" r:id="rId6" imgW="312513" imgH="350631" progId="Equation.3">
                  <p:embed/>
                  <p:pic>
                    <p:nvPicPr>
                      <p:cNvPr id="439048" name="Object 4">
                        <a:extLst>
                          <a:ext uri="{FF2B5EF4-FFF2-40B4-BE49-F238E27FC236}">
                            <a16:creationId xmlns:a16="http://schemas.microsoft.com/office/drawing/2014/main" id="{CB03F35F-5A37-F143-878A-5A551E91B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811463"/>
                        <a:ext cx="21590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49" name="Line 1801">
            <a:extLst>
              <a:ext uri="{FF2B5EF4-FFF2-40B4-BE49-F238E27FC236}">
                <a16:creationId xmlns:a16="http://schemas.microsoft.com/office/drawing/2014/main" id="{667FCBBF-80E6-307F-D435-531DEDE9E78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900238" y="1736725"/>
            <a:ext cx="0" cy="5699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50" name="Object 5">
            <a:extLst>
              <a:ext uri="{FF2B5EF4-FFF2-40B4-BE49-F238E27FC236}">
                <a16:creationId xmlns:a16="http://schemas.microsoft.com/office/drawing/2014/main" id="{399F2578-81D6-FD98-D5E9-D762E6BB4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760538"/>
          <a:ext cx="2159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2513" imgH="350631" progId="Equation.3">
                  <p:embed/>
                </p:oleObj>
              </mc:Choice>
              <mc:Fallback>
                <p:oleObj name="公式" r:id="rId8" imgW="312513" imgH="350631" progId="Equation.3">
                  <p:embed/>
                  <p:pic>
                    <p:nvPicPr>
                      <p:cNvPr id="439050" name="Object 5">
                        <a:extLst>
                          <a:ext uri="{FF2B5EF4-FFF2-40B4-BE49-F238E27FC236}">
                            <a16:creationId xmlns:a16="http://schemas.microsoft.com/office/drawing/2014/main" id="{399F2578-81D6-FD98-D5E9-D762E6BB4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760538"/>
                        <a:ext cx="2159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051" name="Rectangle 1803">
            <a:extLst>
              <a:ext uri="{FF2B5EF4-FFF2-40B4-BE49-F238E27FC236}">
                <a16:creationId xmlns:a16="http://schemas.microsoft.com/office/drawing/2014/main" id="{CC533D0B-FF9E-9DEB-7B47-4617D6C9CE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4219575"/>
            <a:ext cx="3536950" cy="1978025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9052" name="Object 6">
            <a:extLst>
              <a:ext uri="{FF2B5EF4-FFF2-40B4-BE49-F238E27FC236}">
                <a16:creationId xmlns:a16="http://schemas.microsoft.com/office/drawing/2014/main" id="{656EE6EA-A92E-2A5B-A74D-6D18FB791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8338" y="4649788"/>
          <a:ext cx="179387" cy="19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3840" imgH="274320" progId="Equation.3">
                  <p:embed/>
                </p:oleObj>
              </mc:Choice>
              <mc:Fallback>
                <p:oleObj name="公式" r:id="rId10" imgW="243840" imgH="274320" progId="Equation.3">
                  <p:embed/>
                  <p:pic>
                    <p:nvPicPr>
                      <p:cNvPr id="439052" name="Object 6">
                        <a:extLst>
                          <a:ext uri="{FF2B5EF4-FFF2-40B4-BE49-F238E27FC236}">
                            <a16:creationId xmlns:a16="http://schemas.microsoft.com/office/drawing/2014/main" id="{656EE6EA-A92E-2A5B-A74D-6D18FB7913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338" y="4649788"/>
                        <a:ext cx="179387" cy="19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053" name="Object 7">
            <a:extLst>
              <a:ext uri="{FF2B5EF4-FFF2-40B4-BE49-F238E27FC236}">
                <a16:creationId xmlns:a16="http://schemas.microsoft.com/office/drawing/2014/main" id="{2F5D6076-0429-B7C5-40D1-F204DAF8C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8975" y="5160963"/>
          <a:ext cx="180975" cy="19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3840" imgH="274320" progId="Equation.3">
                  <p:embed/>
                </p:oleObj>
              </mc:Choice>
              <mc:Fallback>
                <p:oleObj name="公式" r:id="rId12" imgW="243840" imgH="274320" progId="Equation.3">
                  <p:embed/>
                  <p:pic>
                    <p:nvPicPr>
                      <p:cNvPr id="439053" name="Object 7">
                        <a:extLst>
                          <a:ext uri="{FF2B5EF4-FFF2-40B4-BE49-F238E27FC236}">
                            <a16:creationId xmlns:a16="http://schemas.microsoft.com/office/drawing/2014/main" id="{2F5D6076-0429-B7C5-40D1-F204DAF8C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5160963"/>
                        <a:ext cx="180975" cy="19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06">
            <a:extLst>
              <a:ext uri="{FF2B5EF4-FFF2-40B4-BE49-F238E27FC236}">
                <a16:creationId xmlns:a16="http://schemas.microsoft.com/office/drawing/2014/main" id="{C1D55DC1-586F-5DA5-06E1-F18488C380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80275" y="5173663"/>
            <a:ext cx="339725" cy="309562"/>
            <a:chOff x="4728" y="3072"/>
            <a:chExt cx="255" cy="232"/>
          </a:xfrm>
        </p:grpSpPr>
        <p:sp>
          <p:nvSpPr>
            <p:cNvPr id="439055" name="Line 1807">
              <a:extLst>
                <a:ext uri="{FF2B5EF4-FFF2-40B4-BE49-F238E27FC236}">
                  <a16:creationId xmlns:a16="http://schemas.microsoft.com/office/drawing/2014/main" id="{A8C31D63-45B4-8ABF-D88D-D7265D862D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28" y="3072"/>
              <a:ext cx="0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6" name="Object 30">
              <a:extLst>
                <a:ext uri="{FF2B5EF4-FFF2-40B4-BE49-F238E27FC236}">
                  <a16:creationId xmlns:a16="http://schemas.microsoft.com/office/drawing/2014/main" id="{4481BFD1-EE97-DE76-F46D-4DACB10669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4" y="3127"/>
            <a:ext cx="20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96116" imgH="335169" progId="Equation.3">
                    <p:embed/>
                  </p:oleObj>
                </mc:Choice>
                <mc:Fallback>
                  <p:oleObj name="公式" r:id="rId14" imgW="396116" imgH="335169" progId="Equation.3">
                    <p:embed/>
                    <p:pic>
                      <p:nvPicPr>
                        <p:cNvPr id="10556" name="Object 30">
                          <a:extLst>
                            <a:ext uri="{FF2B5EF4-FFF2-40B4-BE49-F238E27FC236}">
                              <a16:creationId xmlns:a16="http://schemas.microsoft.com/office/drawing/2014/main" id="{4481BFD1-EE97-DE76-F46D-4DACB10669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4" y="3127"/>
                          <a:ext cx="209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09">
            <a:extLst>
              <a:ext uri="{FF2B5EF4-FFF2-40B4-BE49-F238E27FC236}">
                <a16:creationId xmlns:a16="http://schemas.microsoft.com/office/drawing/2014/main" id="{80132DE4-3478-E542-2FDE-8F8490DF56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70750" y="4522788"/>
            <a:ext cx="342900" cy="311150"/>
            <a:chOff x="4720" y="2583"/>
            <a:chExt cx="258" cy="233"/>
          </a:xfrm>
        </p:grpSpPr>
        <p:sp>
          <p:nvSpPr>
            <p:cNvPr id="439058" name="Line 1810">
              <a:extLst>
                <a:ext uri="{FF2B5EF4-FFF2-40B4-BE49-F238E27FC236}">
                  <a16:creationId xmlns:a16="http://schemas.microsoft.com/office/drawing/2014/main" id="{14576C92-4166-59F1-00C8-AA44F98E06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20" y="2593"/>
              <a:ext cx="0" cy="22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4" name="Object 29">
              <a:extLst>
                <a:ext uri="{FF2B5EF4-FFF2-40B4-BE49-F238E27FC236}">
                  <a16:creationId xmlns:a16="http://schemas.microsoft.com/office/drawing/2014/main" id="{BEF4D9A1-D7A0-C374-9809-4659C704E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7" y="2583"/>
            <a:ext cx="201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88651" imgH="335169" progId="Equation.3">
                    <p:embed/>
                  </p:oleObj>
                </mc:Choice>
                <mc:Fallback>
                  <p:oleObj name="公式" r:id="rId16" imgW="388651" imgH="335169" progId="Equation.3">
                    <p:embed/>
                    <p:pic>
                      <p:nvPicPr>
                        <p:cNvPr id="10554" name="Object 29">
                          <a:extLst>
                            <a:ext uri="{FF2B5EF4-FFF2-40B4-BE49-F238E27FC236}">
                              <a16:creationId xmlns:a16="http://schemas.microsoft.com/office/drawing/2014/main" id="{BEF4D9A1-D7A0-C374-9809-4659C704E1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" y="2583"/>
                          <a:ext cx="201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812">
            <a:extLst>
              <a:ext uri="{FF2B5EF4-FFF2-40B4-BE49-F238E27FC236}">
                <a16:creationId xmlns:a16="http://schemas.microsoft.com/office/drawing/2014/main" id="{9E1FFEF0-AD1F-773F-11C3-5E963B21D23F}"/>
              </a:ext>
            </a:extLst>
          </p:cNvPr>
          <p:cNvGrpSpPr>
            <a:grpSpLocks/>
          </p:cNvGrpSpPr>
          <p:nvPr/>
        </p:nvGrpSpPr>
        <p:grpSpPr bwMode="auto">
          <a:xfrm>
            <a:off x="7397750" y="4886325"/>
            <a:ext cx="225425" cy="277813"/>
            <a:chOff x="4660" y="3078"/>
            <a:chExt cx="142" cy="175"/>
          </a:xfrm>
        </p:grpSpPr>
        <p:sp>
          <p:nvSpPr>
            <p:cNvPr id="439061" name="Line 1813">
              <a:extLst>
                <a:ext uri="{FF2B5EF4-FFF2-40B4-BE49-F238E27FC236}">
                  <a16:creationId xmlns:a16="http://schemas.microsoft.com/office/drawing/2014/main" id="{53E6CF65-89B4-0A63-F768-FB6E520A72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660" y="3078"/>
              <a:ext cx="0" cy="1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552" name="Object 28">
              <a:extLst>
                <a:ext uri="{FF2B5EF4-FFF2-40B4-BE49-F238E27FC236}">
                  <a16:creationId xmlns:a16="http://schemas.microsoft.com/office/drawing/2014/main" id="{BA79DBB4-F272-7232-72E5-4465FF4229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1" y="3097"/>
            <a:ext cx="101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8058" imgH="243895" progId="Equation.3">
                    <p:embed/>
                  </p:oleObj>
                </mc:Choice>
                <mc:Fallback>
                  <p:oleObj name="公式" r:id="rId18" imgW="198058" imgH="243895" progId="Equation.3">
                    <p:embed/>
                    <p:pic>
                      <p:nvPicPr>
                        <p:cNvPr id="10552" name="Object 28">
                          <a:extLst>
                            <a:ext uri="{FF2B5EF4-FFF2-40B4-BE49-F238E27FC236}">
                              <a16:creationId xmlns:a16="http://schemas.microsoft.com/office/drawing/2014/main" id="{BA79DBB4-F272-7232-72E5-4465FF4229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1" y="3097"/>
                          <a:ext cx="101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815">
            <a:extLst>
              <a:ext uri="{FF2B5EF4-FFF2-40B4-BE49-F238E27FC236}">
                <a16:creationId xmlns:a16="http://schemas.microsoft.com/office/drawing/2014/main" id="{C80B17AD-CFC0-7AEB-9AE2-F51A4B883960}"/>
              </a:ext>
            </a:extLst>
          </p:cNvPr>
          <p:cNvGrpSpPr>
            <a:grpSpLocks/>
          </p:cNvGrpSpPr>
          <p:nvPr/>
        </p:nvGrpSpPr>
        <p:grpSpPr bwMode="auto">
          <a:xfrm>
            <a:off x="6162675" y="4348163"/>
            <a:ext cx="1739900" cy="1328737"/>
            <a:chOff x="3882" y="2739"/>
            <a:chExt cx="1096" cy="837"/>
          </a:xfrm>
        </p:grpSpPr>
        <p:sp>
          <p:nvSpPr>
            <p:cNvPr id="10549" name="Oval 1816">
              <a:extLst>
                <a:ext uri="{FF2B5EF4-FFF2-40B4-BE49-F238E27FC236}">
                  <a16:creationId xmlns:a16="http://schemas.microsoft.com/office/drawing/2014/main" id="{83ED9937-B8C8-90D2-2F7C-0DD446DC07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2" y="2995"/>
              <a:ext cx="95" cy="95"/>
            </a:xfrm>
            <a:prstGeom prst="ellipse">
              <a:avLst/>
            </a:prstGeom>
            <a:noFill/>
            <a:ln w="28575" algn="ctr">
              <a:solidFill>
                <a:srgbClr val="66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  <p:sp>
          <p:nvSpPr>
            <p:cNvPr id="10550" name="AutoShape 1817">
              <a:extLst>
                <a:ext uri="{FF2B5EF4-FFF2-40B4-BE49-F238E27FC236}">
                  <a16:creationId xmlns:a16="http://schemas.microsoft.com/office/drawing/2014/main" id="{3FE65AC1-B75A-262E-3B2E-2EECF14381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1" y="2739"/>
              <a:ext cx="697" cy="837"/>
            </a:xfrm>
            <a:prstGeom prst="wedgeEllipseCallout">
              <a:avLst>
                <a:gd name="adj1" fmla="val -93472"/>
                <a:gd name="adj2" fmla="val -14157"/>
              </a:avLst>
            </a:prstGeom>
            <a:noFill/>
            <a:ln w="28575" algn="ctr">
              <a:solidFill>
                <a:srgbClr val="66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1818">
            <a:extLst>
              <a:ext uri="{FF2B5EF4-FFF2-40B4-BE49-F238E27FC236}">
                <a16:creationId xmlns:a16="http://schemas.microsoft.com/office/drawing/2014/main" id="{C37B20E7-4048-5BAF-5B5D-EEE372FB3E14}"/>
              </a:ext>
            </a:extLst>
          </p:cNvPr>
          <p:cNvGrpSpPr>
            <a:grpSpLocks/>
          </p:cNvGrpSpPr>
          <p:nvPr/>
        </p:nvGrpSpPr>
        <p:grpSpPr bwMode="auto">
          <a:xfrm>
            <a:off x="4773613" y="4386263"/>
            <a:ext cx="1595437" cy="1701800"/>
            <a:chOff x="3007" y="2763"/>
            <a:chExt cx="1005" cy="1072"/>
          </a:xfrm>
        </p:grpSpPr>
        <p:sp>
          <p:nvSpPr>
            <p:cNvPr id="439067" name="Freeform 1819">
              <a:extLst>
                <a:ext uri="{FF2B5EF4-FFF2-40B4-BE49-F238E27FC236}">
                  <a16:creationId xmlns:a16="http://schemas.microsoft.com/office/drawing/2014/main" id="{0C90BD42-3CAC-3113-FB84-D216D6BB23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4" y="3016"/>
              <a:ext cx="11" cy="2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1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1" y="2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lose/>
                </a:path>
              </a:pathLst>
            </a:custGeom>
            <a:noFill/>
            <a:ln w="12700" cmpd="sng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39" name="Group 1820">
              <a:extLst>
                <a:ext uri="{FF2B5EF4-FFF2-40B4-BE49-F238E27FC236}">
                  <a16:creationId xmlns:a16="http://schemas.microsoft.com/office/drawing/2014/main" id="{9087CD54-52B0-746E-2CEE-88C769079C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2763"/>
              <a:ext cx="1005" cy="1072"/>
              <a:chOff x="3007" y="2763"/>
              <a:chExt cx="1005" cy="1072"/>
            </a:xfrm>
          </p:grpSpPr>
          <p:sp>
            <p:nvSpPr>
              <p:cNvPr id="439069" name="Line 1821">
                <a:extLst>
                  <a:ext uri="{FF2B5EF4-FFF2-40B4-BE49-F238E27FC236}">
                    <a16:creationId xmlns:a16="http://schemas.microsoft.com/office/drawing/2014/main" id="{0C722E5D-A535-1FD9-AFBB-850B6073962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774" y="3180"/>
                <a:ext cx="0" cy="329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0441" name="Object 27">
                <a:extLst>
                  <a:ext uri="{FF2B5EF4-FFF2-40B4-BE49-F238E27FC236}">
                    <a16:creationId xmlns:a16="http://schemas.microsoft.com/office/drawing/2014/main" id="{0B1265D8-4FBC-912A-2330-B1AB6A40A1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21" y="3287"/>
              <a:ext cx="100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98058" imgH="243895" progId="Equation.3">
                      <p:embed/>
                    </p:oleObj>
                  </mc:Choice>
                  <mc:Fallback>
                    <p:oleObj name="公式" r:id="rId20" imgW="198058" imgH="243895" progId="Equation.3">
                      <p:embed/>
                      <p:pic>
                        <p:nvPicPr>
                          <p:cNvPr id="10441" name="Object 27">
                            <a:extLst>
                              <a:ext uri="{FF2B5EF4-FFF2-40B4-BE49-F238E27FC236}">
                                <a16:creationId xmlns:a16="http://schemas.microsoft.com/office/drawing/2014/main" id="{0B1265D8-4FBC-912A-2330-B1AB6A40A10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21" y="3287"/>
                            <a:ext cx="100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9071" name="Freeform 1823">
                <a:extLst>
                  <a:ext uri="{FF2B5EF4-FFF2-40B4-BE49-F238E27FC236}">
                    <a16:creationId xmlns:a16="http://schemas.microsoft.com/office/drawing/2014/main" id="{247E28E1-A027-2680-EF81-67088F00EB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93" y="3345"/>
                <a:ext cx="66" cy="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6" y="3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2" name="Freeform 1824">
                <a:extLst>
                  <a:ext uri="{FF2B5EF4-FFF2-40B4-BE49-F238E27FC236}">
                    <a16:creationId xmlns:a16="http://schemas.microsoft.com/office/drawing/2014/main" id="{E927F184-0CFB-C4C8-EC20-D444C42879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81" y="3191"/>
                <a:ext cx="143" cy="1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" y="5"/>
                  </a:cxn>
                  <a:cxn ang="0">
                    <a:pos x="1" y="15"/>
                  </a:cxn>
                  <a:cxn ang="0">
                    <a:pos x="0" y="0"/>
                  </a:cxn>
                </a:cxnLst>
                <a:rect l="0" t="0" r="r" b="b"/>
                <a:pathLst>
                  <a:path w="13" h="15">
                    <a:moveTo>
                      <a:pt x="0" y="0"/>
                    </a:moveTo>
                    <a:lnTo>
                      <a:pt x="13" y="5"/>
                    </a:lnTo>
                    <a:lnTo>
                      <a:pt x="1" y="1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3" name="Freeform 1825">
                <a:extLst>
                  <a:ext uri="{FF2B5EF4-FFF2-40B4-BE49-F238E27FC236}">
                    <a16:creationId xmlns:a16="http://schemas.microsoft.com/office/drawing/2014/main" id="{05AF77FD-A5AD-F419-9B20-D0322844A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41" y="3105"/>
                <a:ext cx="110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0" y="11"/>
                  </a:cxn>
                  <a:cxn ang="0">
                    <a:pos x="0" y="0"/>
                  </a:cxn>
                </a:cxnLst>
                <a:rect l="0" t="0" r="r" b="b"/>
                <a:pathLst>
                  <a:path w="10" h="11">
                    <a:moveTo>
                      <a:pt x="0" y="0"/>
                    </a:moveTo>
                    <a:lnTo>
                      <a:pt x="10" y="4"/>
                    </a:ln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4" name="Freeform 1826">
                <a:extLst>
                  <a:ext uri="{FF2B5EF4-FFF2-40B4-BE49-F238E27FC236}">
                    <a16:creationId xmlns:a16="http://schemas.microsoft.com/office/drawing/2014/main" id="{1374ABE3-825E-EDCE-7A43-72CD7F1B9C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71" y="3026"/>
                <a:ext cx="88" cy="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3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8" y="3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5" name="Freeform 1827">
                <a:extLst>
                  <a:ext uri="{FF2B5EF4-FFF2-40B4-BE49-F238E27FC236}">
                    <a16:creationId xmlns:a16="http://schemas.microsoft.com/office/drawing/2014/main" id="{097F7CC0-D8FC-75EB-5924-7F5CCF1ED4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79" y="2960"/>
                <a:ext cx="66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6" y="3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6" name="Freeform 1828">
                <a:extLst>
                  <a:ext uri="{FF2B5EF4-FFF2-40B4-BE49-F238E27FC236}">
                    <a16:creationId xmlns:a16="http://schemas.microsoft.com/office/drawing/2014/main" id="{6AB45F0F-BEAD-7962-00E5-0E766CE674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2" y="2907"/>
                <a:ext cx="56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2"/>
                  </a:cxn>
                  <a:cxn ang="0">
                    <a:pos x="0" y="6"/>
                  </a:cxn>
                  <a:cxn ang="0">
                    <a:pos x="0" y="0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5" y="2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7" name="Freeform 1829">
                <a:extLst>
                  <a:ext uri="{FF2B5EF4-FFF2-40B4-BE49-F238E27FC236}">
                    <a16:creationId xmlns:a16="http://schemas.microsoft.com/office/drawing/2014/main" id="{1DFF6769-7283-73DF-32A2-4D7D24300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81" y="2913"/>
                <a:ext cx="77" cy="67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0" y="3"/>
                  </a:cxn>
                  <a:cxn ang="0">
                    <a:pos x="7" y="0"/>
                  </a:cxn>
                  <a:cxn ang="0">
                    <a:pos x="7" y="6"/>
                  </a:cxn>
                </a:cxnLst>
                <a:rect l="0" t="0" r="r" b="b"/>
                <a:pathLst>
                  <a:path w="7" h="6">
                    <a:moveTo>
                      <a:pt x="7" y="6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8" name="Freeform 1830">
                <a:extLst>
                  <a:ext uri="{FF2B5EF4-FFF2-40B4-BE49-F238E27FC236}">
                    <a16:creationId xmlns:a16="http://schemas.microsoft.com/office/drawing/2014/main" id="{E791C495-9DD2-E996-E2AB-DCD11DB74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76" y="2969"/>
                <a:ext cx="88" cy="77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0" y="4"/>
                  </a:cxn>
                  <a:cxn ang="0">
                    <a:pos x="8" y="0"/>
                  </a:cxn>
                  <a:cxn ang="0">
                    <a:pos x="8" y="7"/>
                  </a:cxn>
                </a:cxnLst>
                <a:rect l="0" t="0" r="r" b="b"/>
                <a:pathLst>
                  <a:path w="8" h="7">
                    <a:moveTo>
                      <a:pt x="8" y="7"/>
                    </a:moveTo>
                    <a:lnTo>
                      <a:pt x="0" y="4"/>
                    </a:lnTo>
                    <a:lnTo>
                      <a:pt x="8" y="0"/>
                    </a:lnTo>
                    <a:lnTo>
                      <a:pt x="8" y="7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79" name="Freeform 1831">
                <a:extLst>
                  <a:ext uri="{FF2B5EF4-FFF2-40B4-BE49-F238E27FC236}">
                    <a16:creationId xmlns:a16="http://schemas.microsoft.com/office/drawing/2014/main" id="{F0743B81-7883-9CE0-E8E8-0773B900E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45" y="3035"/>
                <a:ext cx="109" cy="99"/>
              </a:xfrm>
              <a:custGeom>
                <a:avLst/>
                <a:gdLst/>
                <a:ahLst/>
                <a:cxnLst>
                  <a:cxn ang="0">
                    <a:pos x="10" y="9"/>
                  </a:cxn>
                  <a:cxn ang="0">
                    <a:pos x="0" y="5"/>
                  </a:cxn>
                  <a:cxn ang="0">
                    <a:pos x="10" y="0"/>
                  </a:cxn>
                  <a:cxn ang="0">
                    <a:pos x="10" y="9"/>
                  </a:cxn>
                </a:cxnLst>
                <a:rect l="0" t="0" r="r" b="b"/>
                <a:pathLst>
                  <a:path w="10" h="9">
                    <a:moveTo>
                      <a:pt x="10" y="9"/>
                    </a:moveTo>
                    <a:lnTo>
                      <a:pt x="0" y="5"/>
                    </a:lnTo>
                    <a:lnTo>
                      <a:pt x="10" y="0"/>
                    </a:lnTo>
                    <a:lnTo>
                      <a:pt x="10" y="9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0" name="Freeform 1832">
                <a:extLst>
                  <a:ext uri="{FF2B5EF4-FFF2-40B4-BE49-F238E27FC236}">
                    <a16:creationId xmlns:a16="http://schemas.microsoft.com/office/drawing/2014/main" id="{1E24AC47-042F-6D02-828D-9937CB9EE0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92" y="3103"/>
                <a:ext cx="132" cy="121"/>
              </a:xfrm>
              <a:custGeom>
                <a:avLst/>
                <a:gdLst/>
                <a:ahLst/>
                <a:cxnLst>
                  <a:cxn ang="0">
                    <a:pos x="12" y="11"/>
                  </a:cxn>
                  <a:cxn ang="0">
                    <a:pos x="0" y="7"/>
                  </a:cxn>
                  <a:cxn ang="0">
                    <a:pos x="12" y="0"/>
                  </a:cxn>
                  <a:cxn ang="0">
                    <a:pos x="12" y="11"/>
                  </a:cxn>
                </a:cxnLst>
                <a:rect l="0" t="0" r="r" b="b"/>
                <a:pathLst>
                  <a:path w="12" h="11">
                    <a:moveTo>
                      <a:pt x="12" y="11"/>
                    </a:moveTo>
                    <a:lnTo>
                      <a:pt x="0" y="7"/>
                    </a:lnTo>
                    <a:lnTo>
                      <a:pt x="12" y="0"/>
                    </a:lnTo>
                    <a:lnTo>
                      <a:pt x="12" y="11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1" name="Freeform 1833">
                <a:extLst>
                  <a:ext uri="{FF2B5EF4-FFF2-40B4-BE49-F238E27FC236}">
                    <a16:creationId xmlns:a16="http://schemas.microsoft.com/office/drawing/2014/main" id="{30C55E36-E8B4-7A15-0798-CC5BA47D06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2" y="2854"/>
                <a:ext cx="77" cy="65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0" y="4"/>
                  </a:cxn>
                  <a:cxn ang="0">
                    <a:pos x="6" y="0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7" y="6"/>
                  </a:cxn>
                </a:cxnLst>
                <a:rect l="0" t="0" r="r" b="b"/>
                <a:pathLst>
                  <a:path w="7" h="6">
                    <a:moveTo>
                      <a:pt x="7" y="6"/>
                    </a:moveTo>
                    <a:lnTo>
                      <a:pt x="0" y="4"/>
                    </a:lnTo>
                    <a:lnTo>
                      <a:pt x="6" y="0"/>
                    </a:lnTo>
                    <a:cubicBezTo>
                      <a:pt x="6" y="1"/>
                      <a:pt x="6" y="2"/>
                      <a:pt x="6" y="3"/>
                    </a:cubicBezTo>
                    <a:cubicBezTo>
                      <a:pt x="7" y="4"/>
                      <a:pt x="7" y="4"/>
                      <a:pt x="7" y="4"/>
                    </a:cubicBezTo>
                    <a:lnTo>
                      <a:pt x="7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2" name="Freeform 1834">
                <a:extLst>
                  <a:ext uri="{FF2B5EF4-FFF2-40B4-BE49-F238E27FC236}">
                    <a16:creationId xmlns:a16="http://schemas.microsoft.com/office/drawing/2014/main" id="{6875291A-FD12-DB85-7E4A-A5B13D817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71" y="2828"/>
                <a:ext cx="726" cy="638"/>
              </a:xfrm>
              <a:custGeom>
                <a:avLst/>
                <a:gdLst/>
                <a:ahLst/>
                <a:cxnLst>
                  <a:cxn ang="0">
                    <a:pos x="0" y="58"/>
                  </a:cxn>
                  <a:cxn ang="0">
                    <a:pos x="66" y="6"/>
                  </a:cxn>
                  <a:cxn ang="0">
                    <a:pos x="66" y="6"/>
                  </a:cxn>
                  <a:cxn ang="0">
                    <a:pos x="61" y="5"/>
                  </a:cxn>
                  <a:cxn ang="0">
                    <a:pos x="62" y="0"/>
                  </a:cxn>
                  <a:cxn ang="0">
                    <a:pos x="62" y="0"/>
                  </a:cxn>
                  <a:cxn ang="0">
                    <a:pos x="3" y="35"/>
                  </a:cxn>
                  <a:cxn ang="0">
                    <a:pos x="5" y="37"/>
                  </a:cxn>
                  <a:cxn ang="0">
                    <a:pos x="4" y="43"/>
                  </a:cxn>
                  <a:cxn ang="0">
                    <a:pos x="0" y="44"/>
                  </a:cxn>
                  <a:cxn ang="0">
                    <a:pos x="0" y="58"/>
                  </a:cxn>
                </a:cxnLst>
                <a:rect l="0" t="0" r="r" b="b"/>
                <a:pathLst>
                  <a:path w="66" h="58">
                    <a:moveTo>
                      <a:pt x="0" y="58"/>
                    </a:moveTo>
                    <a:lnTo>
                      <a:pt x="66" y="6"/>
                    </a:lnTo>
                    <a:lnTo>
                      <a:pt x="66" y="6"/>
                    </a:lnTo>
                    <a:cubicBezTo>
                      <a:pt x="65" y="7"/>
                      <a:pt x="63" y="7"/>
                      <a:pt x="61" y="5"/>
                    </a:cubicBezTo>
                    <a:cubicBezTo>
                      <a:pt x="60" y="4"/>
                      <a:pt x="61" y="2"/>
                      <a:pt x="62" y="0"/>
                    </a:cubicBezTo>
                    <a:lnTo>
                      <a:pt x="62" y="0"/>
                    </a:lnTo>
                    <a:lnTo>
                      <a:pt x="3" y="35"/>
                    </a:lnTo>
                    <a:cubicBezTo>
                      <a:pt x="4" y="36"/>
                      <a:pt x="5" y="36"/>
                      <a:pt x="5" y="37"/>
                    </a:cubicBezTo>
                    <a:cubicBezTo>
                      <a:pt x="7" y="39"/>
                      <a:pt x="6" y="42"/>
                      <a:pt x="4" y="43"/>
                    </a:cubicBezTo>
                    <a:cubicBezTo>
                      <a:pt x="3" y="44"/>
                      <a:pt x="2" y="45"/>
                      <a:pt x="0" y="44"/>
                    </a:cubicBezTo>
                    <a:lnTo>
                      <a:pt x="0" y="58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3" name="Freeform 1835">
                <a:extLst>
                  <a:ext uri="{FF2B5EF4-FFF2-40B4-BE49-F238E27FC236}">
                    <a16:creationId xmlns:a16="http://schemas.microsoft.com/office/drawing/2014/main" id="{F534CF88-9039-6943-BDBB-93202D3AD7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8" y="3202"/>
                <a:ext cx="132" cy="154"/>
              </a:xfrm>
              <a:custGeom>
                <a:avLst/>
                <a:gdLst/>
                <a:ahLst/>
                <a:cxnLst>
                  <a:cxn ang="0">
                    <a:pos x="12" y="14"/>
                  </a:cxn>
                  <a:cxn ang="0">
                    <a:pos x="0" y="9"/>
                  </a:cxn>
                  <a:cxn ang="0">
                    <a:pos x="2" y="9"/>
                  </a:cxn>
                  <a:cxn ang="0">
                    <a:pos x="7" y="9"/>
                  </a:cxn>
                  <a:cxn ang="0">
                    <a:pos x="8" y="3"/>
                  </a:cxn>
                  <a:cxn ang="0">
                    <a:pos x="8" y="2"/>
                  </a:cxn>
                  <a:cxn ang="0">
                    <a:pos x="11" y="0"/>
                  </a:cxn>
                  <a:cxn ang="0">
                    <a:pos x="12" y="14"/>
                  </a:cxn>
                </a:cxnLst>
                <a:rect l="0" t="0" r="r" b="b"/>
                <a:pathLst>
                  <a:path w="12" h="14">
                    <a:moveTo>
                      <a:pt x="12" y="14"/>
                    </a:moveTo>
                    <a:lnTo>
                      <a:pt x="0" y="9"/>
                    </a:lnTo>
                    <a:lnTo>
                      <a:pt x="2" y="9"/>
                    </a:lnTo>
                    <a:cubicBezTo>
                      <a:pt x="3" y="11"/>
                      <a:pt x="6" y="11"/>
                      <a:pt x="7" y="9"/>
                    </a:cubicBezTo>
                    <a:cubicBezTo>
                      <a:pt x="9" y="8"/>
                      <a:pt x="10" y="5"/>
                      <a:pt x="8" y="3"/>
                    </a:cubicBezTo>
                    <a:cubicBezTo>
                      <a:pt x="8" y="3"/>
                      <a:pt x="8" y="3"/>
                      <a:pt x="8" y="2"/>
                    </a:cubicBezTo>
                    <a:lnTo>
                      <a:pt x="11" y="0"/>
                    </a:lnTo>
                    <a:lnTo>
                      <a:pt x="12" y="14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4" name="Freeform 1836">
                <a:extLst>
                  <a:ext uri="{FF2B5EF4-FFF2-40B4-BE49-F238E27FC236}">
                    <a16:creationId xmlns:a16="http://schemas.microsoft.com/office/drawing/2014/main" id="{5EEF1813-47B1-1479-FFEC-AEE52B87F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4" y="3224"/>
                <a:ext cx="165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5" y="4"/>
                  </a:cxn>
                  <a:cxn ang="0">
                    <a:pos x="11" y="7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1" y="0"/>
                    </a:lnTo>
                    <a:cubicBezTo>
                      <a:pt x="13" y="0"/>
                      <a:pt x="15" y="2"/>
                      <a:pt x="15" y="4"/>
                    </a:cubicBezTo>
                    <a:lnTo>
                      <a:pt x="15" y="4"/>
                    </a:lnTo>
                    <a:cubicBezTo>
                      <a:pt x="15" y="6"/>
                      <a:pt x="13" y="7"/>
                      <a:pt x="11" y="7"/>
                    </a:cubicBez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5" name="Freeform 1837">
                <a:extLst>
                  <a:ext uri="{FF2B5EF4-FFF2-40B4-BE49-F238E27FC236}">
                    <a16:creationId xmlns:a16="http://schemas.microsoft.com/office/drawing/2014/main" id="{1ADAD841-A1D9-E994-5842-315643C05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61" y="3378"/>
                <a:ext cx="110" cy="121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5" y="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5" y="8"/>
                  </a:cxn>
                  <a:cxn ang="0">
                    <a:pos x="10" y="6"/>
                  </a:cxn>
                </a:cxnLst>
                <a:rect l="0" t="0" r="r" b="b"/>
                <a:pathLst>
                  <a:path w="10" h="11">
                    <a:moveTo>
                      <a:pt x="10" y="6"/>
                    </a:moveTo>
                    <a:lnTo>
                      <a:pt x="5" y="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5" y="8"/>
                    </a:lnTo>
                    <a:lnTo>
                      <a:pt x="10" y="6"/>
                    </a:lnTo>
                    <a:close/>
                  </a:path>
                </a:pathLst>
              </a:custGeom>
              <a:noFill/>
              <a:ln w="1905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6" name="Freeform 1838">
                <a:extLst>
                  <a:ext uri="{FF2B5EF4-FFF2-40B4-BE49-F238E27FC236}">
                    <a16:creationId xmlns:a16="http://schemas.microsoft.com/office/drawing/2014/main" id="{E0401DF9-3067-D35A-31A9-79598705FEA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847" y="3298"/>
                <a:ext cx="165" cy="197"/>
              </a:xfrm>
              <a:custGeom>
                <a:avLst/>
                <a:gdLst/>
                <a:ahLst/>
                <a:cxnLst>
                  <a:cxn ang="0">
                    <a:pos x="1" y="16"/>
                  </a:cxn>
                  <a:cxn ang="0">
                    <a:pos x="14" y="16"/>
                  </a:cxn>
                  <a:cxn ang="0">
                    <a:pos x="14" y="18"/>
                  </a:cxn>
                  <a:cxn ang="0">
                    <a:pos x="1" y="18"/>
                  </a:cxn>
                  <a:cxn ang="0">
                    <a:pos x="1" y="16"/>
                  </a:cxn>
                  <a:cxn ang="0">
                    <a:pos x="15" y="17"/>
                  </a:cxn>
                  <a:cxn ang="0">
                    <a:pos x="15" y="18"/>
                  </a:cxn>
                  <a:cxn ang="0">
                    <a:pos x="14" y="18"/>
                  </a:cxn>
                  <a:cxn ang="0">
                    <a:pos x="14" y="17"/>
                  </a:cxn>
                  <a:cxn ang="0">
                    <a:pos x="15" y="17"/>
                  </a:cxn>
                  <a:cxn ang="0">
                    <a:pos x="13" y="17"/>
                  </a:cxn>
                  <a:cxn ang="0">
                    <a:pos x="13" y="1"/>
                  </a:cxn>
                  <a:cxn ang="0">
                    <a:pos x="15" y="1"/>
                  </a:cxn>
                  <a:cxn ang="0">
                    <a:pos x="15" y="17"/>
                  </a:cxn>
                  <a:cxn ang="0">
                    <a:pos x="13" y="17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1"/>
                  </a:cxn>
                  <a:cxn ang="0">
                    <a:pos x="14" y="1"/>
                  </a:cxn>
                  <a:cxn ang="0">
                    <a:pos x="14" y="0"/>
                  </a:cxn>
                  <a:cxn ang="0">
                    <a:pos x="14" y="2"/>
                  </a:cxn>
                  <a:cxn ang="0">
                    <a:pos x="1" y="2"/>
                  </a:cxn>
                  <a:cxn ang="0">
                    <a:pos x="1" y="0"/>
                  </a:cxn>
                  <a:cxn ang="0">
                    <a:pos x="14" y="0"/>
                  </a:cxn>
                  <a:cxn ang="0">
                    <a:pos x="14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17"/>
                  </a:cxn>
                  <a:cxn ang="0">
                    <a:pos x="0" y="17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1" y="18"/>
                  </a:cxn>
                  <a:cxn ang="0">
                    <a:pos x="0" y="18"/>
                  </a:cxn>
                  <a:cxn ang="0">
                    <a:pos x="0" y="17"/>
                  </a:cxn>
                  <a:cxn ang="0">
                    <a:pos x="1" y="17"/>
                  </a:cxn>
                  <a:cxn ang="0">
                    <a:pos x="1" y="18"/>
                  </a:cxn>
                </a:cxnLst>
                <a:rect l="0" t="0" r="r" b="b"/>
                <a:pathLst>
                  <a:path w="15" h="18">
                    <a:moveTo>
                      <a:pt x="1" y="16"/>
                    </a:moveTo>
                    <a:lnTo>
                      <a:pt x="14" y="16"/>
                    </a:lnTo>
                    <a:lnTo>
                      <a:pt x="14" y="18"/>
                    </a:lnTo>
                    <a:lnTo>
                      <a:pt x="1" y="18"/>
                    </a:lnTo>
                    <a:lnTo>
                      <a:pt x="1" y="16"/>
                    </a:lnTo>
                    <a:close/>
                    <a:moveTo>
                      <a:pt x="15" y="17"/>
                    </a:moveTo>
                    <a:lnTo>
                      <a:pt x="15" y="18"/>
                    </a:lnTo>
                    <a:lnTo>
                      <a:pt x="14" y="18"/>
                    </a:lnTo>
                    <a:lnTo>
                      <a:pt x="14" y="17"/>
                    </a:lnTo>
                    <a:lnTo>
                      <a:pt x="15" y="17"/>
                    </a:lnTo>
                    <a:close/>
                    <a:moveTo>
                      <a:pt x="13" y="17"/>
                    </a:moveTo>
                    <a:lnTo>
                      <a:pt x="13" y="1"/>
                    </a:lnTo>
                    <a:lnTo>
                      <a:pt x="15" y="1"/>
                    </a:lnTo>
                    <a:lnTo>
                      <a:pt x="15" y="17"/>
                    </a:lnTo>
                    <a:lnTo>
                      <a:pt x="13" y="17"/>
                    </a:lnTo>
                    <a:close/>
                    <a:moveTo>
                      <a:pt x="14" y="0"/>
                    </a:moveTo>
                    <a:lnTo>
                      <a:pt x="15" y="0"/>
                    </a:lnTo>
                    <a:lnTo>
                      <a:pt x="15" y="1"/>
                    </a:lnTo>
                    <a:lnTo>
                      <a:pt x="14" y="1"/>
                    </a:lnTo>
                    <a:lnTo>
                      <a:pt x="14" y="0"/>
                    </a:lnTo>
                    <a:close/>
                    <a:moveTo>
                      <a:pt x="14" y="2"/>
                    </a:moveTo>
                    <a:lnTo>
                      <a:pt x="1" y="2"/>
                    </a:lnTo>
                    <a:lnTo>
                      <a:pt x="1" y="0"/>
                    </a:lnTo>
                    <a:lnTo>
                      <a:pt x="14" y="0"/>
                    </a:lnTo>
                    <a:lnTo>
                      <a:pt x="14" y="2"/>
                    </a:lnTo>
                    <a:close/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close/>
                    <a:moveTo>
                      <a:pt x="2" y="1"/>
                    </a:moveTo>
                    <a:lnTo>
                      <a:pt x="2" y="17"/>
                    </a:lnTo>
                    <a:lnTo>
                      <a:pt x="0" y="17"/>
                    </a:lnTo>
                    <a:lnTo>
                      <a:pt x="0" y="1"/>
                    </a:lnTo>
                    <a:lnTo>
                      <a:pt x="2" y="1"/>
                    </a:lnTo>
                    <a:close/>
                    <a:moveTo>
                      <a:pt x="1" y="18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1" y="17"/>
                    </a:lnTo>
                    <a:lnTo>
                      <a:pt x="1" y="18"/>
                    </a:lnTo>
                    <a:close/>
                  </a:path>
                </a:pathLst>
              </a:custGeom>
              <a:solidFill>
                <a:srgbClr val="008000"/>
              </a:solidFill>
              <a:ln w="19050" cmpd="sng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7" name="Freeform 1839">
                <a:extLst>
                  <a:ext uri="{FF2B5EF4-FFF2-40B4-BE49-F238E27FC236}">
                    <a16:creationId xmlns:a16="http://schemas.microsoft.com/office/drawing/2014/main" id="{A8C6D0DF-DA7D-10CA-25E5-5DF74C6AD0C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849" y="3205"/>
                <a:ext cx="159" cy="8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1"/>
                  </a:cxn>
                  <a:cxn ang="0">
                    <a:pos x="9" y="0"/>
                  </a:cxn>
                  <a:cxn ang="0">
                    <a:pos x="11" y="4"/>
                  </a:cxn>
                  <a:cxn ang="0">
                    <a:pos x="11" y="4"/>
                  </a:cxn>
                  <a:cxn ang="0">
                    <a:pos x="12" y="4"/>
                  </a:cxn>
                  <a:cxn ang="0">
                    <a:pos x="11" y="4"/>
                  </a:cxn>
                  <a:cxn ang="0">
                    <a:pos x="12" y="3"/>
                  </a:cxn>
                  <a:cxn ang="0">
                    <a:pos x="15" y="6"/>
                  </a:cxn>
                  <a:cxn ang="0">
                    <a:pos x="14" y="8"/>
                  </a:cxn>
                  <a:cxn ang="0">
                    <a:pos x="11" y="4"/>
                  </a:cxn>
                  <a:cxn ang="0">
                    <a:pos x="12" y="3"/>
                  </a:cxn>
                  <a:cxn ang="0">
                    <a:pos x="15" y="6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15" y="7"/>
                  </a:cxn>
                  <a:cxn ang="0">
                    <a:pos x="15" y="6"/>
                  </a:cxn>
                  <a:cxn ang="0">
                    <a:pos x="15" y="8"/>
                  </a:cxn>
                  <a:cxn ang="0">
                    <a:pos x="9" y="8"/>
                  </a:cxn>
                  <a:cxn ang="0">
                    <a:pos x="9" y="6"/>
                  </a:cxn>
                  <a:cxn ang="0">
                    <a:pos x="15" y="6"/>
                  </a:cxn>
                  <a:cxn ang="0">
                    <a:pos x="15" y="8"/>
                  </a:cxn>
                  <a:cxn ang="0">
                    <a:pos x="9" y="8"/>
                  </a:cxn>
                  <a:cxn ang="0">
                    <a:pos x="2" y="8"/>
                  </a:cxn>
                  <a:cxn ang="0">
                    <a:pos x="2" y="6"/>
                  </a:cxn>
                  <a:cxn ang="0">
                    <a:pos x="9" y="6"/>
                  </a:cxn>
                  <a:cxn ang="0">
                    <a:pos x="9" y="8"/>
                  </a:cxn>
                  <a:cxn ang="0">
                    <a:pos x="2" y="8"/>
                  </a:cxn>
                  <a:cxn ang="0">
                    <a:pos x="0" y="8"/>
                  </a:cxn>
                  <a:cxn ang="0">
                    <a:pos x="2" y="6"/>
                  </a:cxn>
                  <a:cxn ang="0">
                    <a:pos x="2" y="7"/>
                  </a:cxn>
                  <a:cxn ang="0">
                    <a:pos x="2" y="8"/>
                  </a:cxn>
                  <a:cxn ang="0">
                    <a:pos x="2" y="6"/>
                  </a:cxn>
                  <a:cxn ang="0">
                    <a:pos x="5" y="3"/>
                  </a:cxn>
                  <a:cxn ang="0">
                    <a:pos x="6" y="4"/>
                  </a:cxn>
                  <a:cxn ang="0">
                    <a:pos x="3" y="8"/>
                  </a:cxn>
                  <a:cxn ang="0">
                    <a:pos x="2" y="6"/>
                  </a:cxn>
                  <a:cxn ang="0">
                    <a:pos x="6" y="4"/>
                  </a:cxn>
                  <a:cxn ang="0">
                    <a:pos x="6" y="4"/>
                  </a:cxn>
                  <a:cxn ang="0">
                    <a:pos x="5" y="4"/>
                  </a:cxn>
                  <a:cxn ang="0">
                    <a:pos x="6" y="4"/>
                  </a:cxn>
                  <a:cxn ang="0">
                    <a:pos x="5" y="3"/>
                  </a:cxn>
                  <a:cxn ang="0">
                    <a:pos x="8" y="0"/>
                  </a:cxn>
                  <a:cxn ang="0">
                    <a:pos x="9" y="1"/>
                  </a:cxn>
                  <a:cxn ang="0">
                    <a:pos x="6" y="4"/>
                  </a:cxn>
                  <a:cxn ang="0">
                    <a:pos x="5" y="3"/>
                  </a:cxn>
                  <a:cxn ang="0">
                    <a:pos x="8" y="0"/>
                  </a:cxn>
                  <a:cxn ang="0">
                    <a:pos x="9" y="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9" y="0"/>
                    </a:moveTo>
                    <a:lnTo>
                      <a:pt x="12" y="3"/>
                    </a:lnTo>
                    <a:lnTo>
                      <a:pt x="11" y="4"/>
                    </a:lnTo>
                    <a:lnTo>
                      <a:pt x="8" y="1"/>
                    </a:lnTo>
                    <a:lnTo>
                      <a:pt x="9" y="0"/>
                    </a:lnTo>
                    <a:close/>
                    <a:moveTo>
                      <a:pt x="11" y="4"/>
                    </a:moveTo>
                    <a:lnTo>
                      <a:pt x="11" y="4"/>
                    </a:lnTo>
                    <a:lnTo>
                      <a:pt x="12" y="4"/>
                    </a:lnTo>
                    <a:lnTo>
                      <a:pt x="11" y="4"/>
                    </a:lnTo>
                    <a:close/>
                    <a:moveTo>
                      <a:pt x="12" y="3"/>
                    </a:moveTo>
                    <a:lnTo>
                      <a:pt x="15" y="6"/>
                    </a:lnTo>
                    <a:lnTo>
                      <a:pt x="14" y="8"/>
                    </a:lnTo>
                    <a:lnTo>
                      <a:pt x="11" y="4"/>
                    </a:lnTo>
                    <a:lnTo>
                      <a:pt x="12" y="3"/>
                    </a:lnTo>
                    <a:close/>
                    <a:moveTo>
                      <a:pt x="15" y="6"/>
                    </a:moveTo>
                    <a:lnTo>
                      <a:pt x="17" y="8"/>
                    </a:lnTo>
                    <a:lnTo>
                      <a:pt x="15" y="8"/>
                    </a:lnTo>
                    <a:lnTo>
                      <a:pt x="15" y="7"/>
                    </a:lnTo>
                    <a:lnTo>
                      <a:pt x="15" y="6"/>
                    </a:lnTo>
                    <a:close/>
                    <a:moveTo>
                      <a:pt x="15" y="8"/>
                    </a:moveTo>
                    <a:lnTo>
                      <a:pt x="9" y="8"/>
                    </a:lnTo>
                    <a:lnTo>
                      <a:pt x="9" y="6"/>
                    </a:lnTo>
                    <a:lnTo>
                      <a:pt x="15" y="6"/>
                    </a:lnTo>
                    <a:lnTo>
                      <a:pt x="15" y="8"/>
                    </a:lnTo>
                    <a:close/>
                    <a:moveTo>
                      <a:pt x="9" y="8"/>
                    </a:moveTo>
                    <a:lnTo>
                      <a:pt x="2" y="8"/>
                    </a:lnTo>
                    <a:lnTo>
                      <a:pt x="2" y="6"/>
                    </a:lnTo>
                    <a:lnTo>
                      <a:pt x="9" y="6"/>
                    </a:lnTo>
                    <a:lnTo>
                      <a:pt x="9" y="8"/>
                    </a:lnTo>
                    <a:close/>
                    <a:moveTo>
                      <a:pt x="2" y="8"/>
                    </a:moveTo>
                    <a:lnTo>
                      <a:pt x="0" y="8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close/>
                    <a:moveTo>
                      <a:pt x="2" y="6"/>
                    </a:moveTo>
                    <a:lnTo>
                      <a:pt x="5" y="3"/>
                    </a:lnTo>
                    <a:lnTo>
                      <a:pt x="6" y="4"/>
                    </a:lnTo>
                    <a:lnTo>
                      <a:pt x="3" y="8"/>
                    </a:lnTo>
                    <a:lnTo>
                      <a:pt x="2" y="6"/>
                    </a:lnTo>
                    <a:close/>
                    <a:moveTo>
                      <a:pt x="6" y="4"/>
                    </a:moveTo>
                    <a:lnTo>
                      <a:pt x="6" y="4"/>
                    </a:lnTo>
                    <a:lnTo>
                      <a:pt x="5" y="4"/>
                    </a:lnTo>
                    <a:lnTo>
                      <a:pt x="6" y="4"/>
                    </a:lnTo>
                    <a:close/>
                    <a:moveTo>
                      <a:pt x="5" y="3"/>
                    </a:moveTo>
                    <a:lnTo>
                      <a:pt x="8" y="0"/>
                    </a:lnTo>
                    <a:lnTo>
                      <a:pt x="9" y="1"/>
                    </a:lnTo>
                    <a:lnTo>
                      <a:pt x="6" y="4"/>
                    </a:lnTo>
                    <a:lnTo>
                      <a:pt x="5" y="3"/>
                    </a:lnTo>
                    <a:close/>
                    <a:moveTo>
                      <a:pt x="8" y="0"/>
                    </a:moveTo>
                    <a:lnTo>
                      <a:pt x="9" y="0"/>
                    </a:lnTo>
                    <a:lnTo>
                      <a:pt x="9" y="0"/>
                    </a:lnTo>
                    <a:lnTo>
                      <a:pt x="9" y="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8000"/>
              </a:solidFill>
              <a:ln w="19050" cmpd="sng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8" name="Freeform 1840">
                <a:extLst>
                  <a:ext uri="{FF2B5EF4-FFF2-40B4-BE49-F238E27FC236}">
                    <a16:creationId xmlns:a16="http://schemas.microsoft.com/office/drawing/2014/main" id="{959BF967-35B4-CE6A-87F2-803998EC54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82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89" name="Freeform 1841">
                <a:extLst>
                  <a:ext uri="{FF2B5EF4-FFF2-40B4-BE49-F238E27FC236}">
                    <a16:creationId xmlns:a16="http://schemas.microsoft.com/office/drawing/2014/main" id="{CDF10E20-77ED-5174-339B-D47E70A976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60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0" name="Freeform 1842">
                <a:extLst>
                  <a:ext uri="{FF2B5EF4-FFF2-40B4-BE49-F238E27FC236}">
                    <a16:creationId xmlns:a16="http://schemas.microsoft.com/office/drawing/2014/main" id="{8E1F9F49-B68D-211D-EEB6-25E217F162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49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1" name="Freeform 1843">
                <a:extLst>
                  <a:ext uri="{FF2B5EF4-FFF2-40B4-BE49-F238E27FC236}">
                    <a16:creationId xmlns:a16="http://schemas.microsoft.com/office/drawing/2014/main" id="{93197E35-FB7A-6F90-3C4E-70CBAD546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38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2" name="Freeform 1844">
                <a:extLst>
                  <a:ext uri="{FF2B5EF4-FFF2-40B4-BE49-F238E27FC236}">
                    <a16:creationId xmlns:a16="http://schemas.microsoft.com/office/drawing/2014/main" id="{86643864-8EB9-35F0-B17E-3DCA7F4DD8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06"/>
                <a:ext cx="11" cy="2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3" name="Freeform 1845">
                <a:extLst>
                  <a:ext uri="{FF2B5EF4-FFF2-40B4-BE49-F238E27FC236}">
                    <a16:creationId xmlns:a16="http://schemas.microsoft.com/office/drawing/2014/main" id="{7DDEA422-3EC2-C4BE-0AFC-6928C84DD2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94"/>
                <a:ext cx="11" cy="1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4" name="Freeform 1846">
                <a:extLst>
                  <a:ext uri="{FF2B5EF4-FFF2-40B4-BE49-F238E27FC236}">
                    <a16:creationId xmlns:a16="http://schemas.microsoft.com/office/drawing/2014/main" id="{322635CC-B348-6B46-9683-451354E6A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72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5" name="Freeform 1847">
                <a:extLst>
                  <a:ext uri="{FF2B5EF4-FFF2-40B4-BE49-F238E27FC236}">
                    <a16:creationId xmlns:a16="http://schemas.microsoft.com/office/drawing/2014/main" id="{2624A498-9A68-2922-69DE-07DFF73145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61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6" name="Freeform 1848">
                <a:extLst>
                  <a:ext uri="{FF2B5EF4-FFF2-40B4-BE49-F238E27FC236}">
                    <a16:creationId xmlns:a16="http://schemas.microsoft.com/office/drawing/2014/main" id="{5D192A29-4F09-5EF6-F5EA-C4E8AFECFE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39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7" name="Freeform 1849">
                <a:extLst>
                  <a:ext uri="{FF2B5EF4-FFF2-40B4-BE49-F238E27FC236}">
                    <a16:creationId xmlns:a16="http://schemas.microsoft.com/office/drawing/2014/main" id="{D39D0A77-EC02-5F4B-076D-0DF58FB9F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28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8" name="Freeform 1850">
                <a:extLst>
                  <a:ext uri="{FF2B5EF4-FFF2-40B4-BE49-F238E27FC236}">
                    <a16:creationId xmlns:a16="http://schemas.microsoft.com/office/drawing/2014/main" id="{E2FBD4E3-2A09-0903-D3E3-3E2108A535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918"/>
                <a:ext cx="11" cy="1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099" name="Freeform 1851">
                <a:extLst>
                  <a:ext uri="{FF2B5EF4-FFF2-40B4-BE49-F238E27FC236}">
                    <a16:creationId xmlns:a16="http://schemas.microsoft.com/office/drawing/2014/main" id="{5773812F-1D99-AD5E-2FA2-BA910BDDCF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95"/>
                <a:ext cx="11" cy="2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0" name="Freeform 1852">
                <a:extLst>
                  <a:ext uri="{FF2B5EF4-FFF2-40B4-BE49-F238E27FC236}">
                    <a16:creationId xmlns:a16="http://schemas.microsoft.com/office/drawing/2014/main" id="{F37FBCF6-97DC-CEB3-3B27-8EDBD290DD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84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1" name="Freeform 1853">
                <a:extLst>
                  <a:ext uri="{FF2B5EF4-FFF2-40B4-BE49-F238E27FC236}">
                    <a16:creationId xmlns:a16="http://schemas.microsoft.com/office/drawing/2014/main" id="{86DAC993-1C88-F7B8-D750-1BBC022B7B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2873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2" name="Freeform 1854">
                <a:extLst>
                  <a:ext uri="{FF2B5EF4-FFF2-40B4-BE49-F238E27FC236}">
                    <a16:creationId xmlns:a16="http://schemas.microsoft.com/office/drawing/2014/main" id="{6C3A2962-142E-CC31-20C7-96C4B654F9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203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3" name="Freeform 1855">
                <a:extLst>
                  <a:ext uri="{FF2B5EF4-FFF2-40B4-BE49-F238E27FC236}">
                    <a16:creationId xmlns:a16="http://schemas.microsoft.com/office/drawing/2014/main" id="{27F3288E-BDEA-6333-EDB3-83817E72DA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81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4" name="Freeform 1856">
                <a:extLst>
                  <a:ext uri="{FF2B5EF4-FFF2-40B4-BE49-F238E27FC236}">
                    <a16:creationId xmlns:a16="http://schemas.microsoft.com/office/drawing/2014/main" id="{11C30FC6-E896-C5A4-A876-A7507C100E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70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5" name="Freeform 1857">
                <a:extLst>
                  <a:ext uri="{FF2B5EF4-FFF2-40B4-BE49-F238E27FC236}">
                    <a16:creationId xmlns:a16="http://schemas.microsoft.com/office/drawing/2014/main" id="{D952B9D4-4014-6665-D6FD-2526D7CCE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59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6" name="Freeform 1858">
                <a:extLst>
                  <a:ext uri="{FF2B5EF4-FFF2-40B4-BE49-F238E27FC236}">
                    <a16:creationId xmlns:a16="http://schemas.microsoft.com/office/drawing/2014/main" id="{77C32121-20C0-BABD-2D04-F7579D72B3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37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7" name="Freeform 1859">
                <a:extLst>
                  <a:ext uri="{FF2B5EF4-FFF2-40B4-BE49-F238E27FC236}">
                    <a16:creationId xmlns:a16="http://schemas.microsoft.com/office/drawing/2014/main" id="{3A636F4B-CE64-3C40-F16F-AF4771CCFB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26"/>
                <a:ext cx="11" cy="1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8" name="Freeform 1860">
                <a:extLst>
                  <a:ext uri="{FF2B5EF4-FFF2-40B4-BE49-F238E27FC236}">
                    <a16:creationId xmlns:a16="http://schemas.microsoft.com/office/drawing/2014/main" id="{EE0AF10C-9EC6-C20C-B0AB-021738C62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104"/>
                <a:ext cx="11" cy="2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09" name="Freeform 1861">
                <a:extLst>
                  <a:ext uri="{FF2B5EF4-FFF2-40B4-BE49-F238E27FC236}">
                    <a16:creationId xmlns:a16="http://schemas.microsoft.com/office/drawing/2014/main" id="{3A2D7FDD-8D5B-2ED8-D829-6BB6AE2DAE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24" y="3093"/>
                <a:ext cx="11" cy="22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1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noFill/>
              <a:ln w="12700" cmpd="sng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0481" name="Group 1862">
                <a:extLst>
                  <a:ext uri="{FF2B5EF4-FFF2-40B4-BE49-F238E27FC236}">
                    <a16:creationId xmlns:a16="http://schemas.microsoft.com/office/drawing/2014/main" id="{EADD5612-F5C8-FB96-3DAD-29D706D1322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07" y="2763"/>
                <a:ext cx="48" cy="1072"/>
                <a:chOff x="1450" y="1199"/>
                <a:chExt cx="58" cy="1281"/>
              </a:xfrm>
            </p:grpSpPr>
            <p:sp>
              <p:nvSpPr>
                <p:cNvPr id="439111" name="Line 1863">
                  <a:extLst>
                    <a:ext uri="{FF2B5EF4-FFF2-40B4-BE49-F238E27FC236}">
                      <a16:creationId xmlns:a16="http://schemas.microsoft.com/office/drawing/2014/main" id="{0FE396EF-96D4-279C-AACD-984C0629908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1507" y="1199"/>
                  <a:ext cx="1" cy="1273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12" name="Line 1864">
                  <a:extLst>
                    <a:ext uri="{FF2B5EF4-FFF2-40B4-BE49-F238E27FC236}">
                      <a16:creationId xmlns:a16="http://schemas.microsoft.com/office/drawing/2014/main" id="{2838F8C1-13ED-953F-7962-1258C408740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42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13" name="Line 1865">
                  <a:extLst>
                    <a:ext uri="{FF2B5EF4-FFF2-40B4-BE49-F238E27FC236}">
                      <a16:creationId xmlns:a16="http://schemas.microsoft.com/office/drawing/2014/main" id="{21193624-9237-343B-5CC8-3BC44D5BCBC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68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490" name="Group 1866">
                  <a:extLst>
                    <a:ext uri="{FF2B5EF4-FFF2-40B4-BE49-F238E27FC236}">
                      <a16:creationId xmlns:a16="http://schemas.microsoft.com/office/drawing/2014/main" id="{14FE0EC9-8E74-4708-B3D5-0245DAE9CA5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4" y="1360"/>
                  <a:ext cx="53" cy="92"/>
                  <a:chOff x="1454" y="1369"/>
                  <a:chExt cx="53" cy="92"/>
                </a:xfrm>
              </p:grpSpPr>
              <p:sp>
                <p:nvSpPr>
                  <p:cNvPr id="439115" name="Line 1867">
                    <a:extLst>
                      <a:ext uri="{FF2B5EF4-FFF2-40B4-BE49-F238E27FC236}">
                        <a16:creationId xmlns:a16="http://schemas.microsoft.com/office/drawing/2014/main" id="{25FA7BB7-C7F7-18ED-B0AA-BA9B6FAF677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16" name="Line 1868">
                    <a:extLst>
                      <a:ext uri="{FF2B5EF4-FFF2-40B4-BE49-F238E27FC236}">
                        <a16:creationId xmlns:a16="http://schemas.microsoft.com/office/drawing/2014/main" id="{9CADBF86-09F6-3E58-93A3-76D7ED6BBC2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17" name="Line 1869">
                    <a:extLst>
                      <a:ext uri="{FF2B5EF4-FFF2-40B4-BE49-F238E27FC236}">
                        <a16:creationId xmlns:a16="http://schemas.microsoft.com/office/drawing/2014/main" id="{B377CBE2-045A-8976-2F00-48C42A844A6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2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491" name="Group 1870">
                  <a:extLst>
                    <a:ext uri="{FF2B5EF4-FFF2-40B4-BE49-F238E27FC236}">
                      <a16:creationId xmlns:a16="http://schemas.microsoft.com/office/drawing/2014/main" id="{85FBE586-E909-389D-8211-CBA04468BF0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4" y="1203"/>
                  <a:ext cx="53" cy="92"/>
                  <a:chOff x="1454" y="1251"/>
                  <a:chExt cx="53" cy="92"/>
                </a:xfrm>
              </p:grpSpPr>
              <p:sp>
                <p:nvSpPr>
                  <p:cNvPr id="439119" name="Line 1871">
                    <a:extLst>
                      <a:ext uri="{FF2B5EF4-FFF2-40B4-BE49-F238E27FC236}">
                        <a16:creationId xmlns:a16="http://schemas.microsoft.com/office/drawing/2014/main" id="{F49F2589-01C6-7D1D-F9B9-7A773D07CEC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3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0" name="Line 1872">
                    <a:extLst>
                      <a:ext uri="{FF2B5EF4-FFF2-40B4-BE49-F238E27FC236}">
                        <a16:creationId xmlns:a16="http://schemas.microsoft.com/office/drawing/2014/main" id="{3AB334AA-8374-87A2-B719-65199D9EFA9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1" name="Line 1873">
                    <a:extLst>
                      <a:ext uri="{FF2B5EF4-FFF2-40B4-BE49-F238E27FC236}">
                        <a16:creationId xmlns:a16="http://schemas.microsoft.com/office/drawing/2014/main" id="{868E97A0-6AEC-FF19-A448-9B129D8A3B5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22" name="Line 1874">
                  <a:extLst>
                    <a:ext uri="{FF2B5EF4-FFF2-40B4-BE49-F238E27FC236}">
                      <a16:creationId xmlns:a16="http://schemas.microsoft.com/office/drawing/2014/main" id="{4EE4BA39-02ED-3844-0FE0-3C31D75CBC1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2393"/>
                  <a:ext cx="53" cy="39"/>
                </a:xfrm>
                <a:prstGeom prst="line">
                  <a:avLst/>
                </a:prstGeom>
                <a:noFill/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23" name="Line 1875">
                  <a:extLst>
                    <a:ext uri="{FF2B5EF4-FFF2-40B4-BE49-F238E27FC236}">
                      <a16:creationId xmlns:a16="http://schemas.microsoft.com/office/drawing/2014/main" id="{62FA0508-36D5-BBB1-6B8B-7EEC83671BD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2419"/>
                  <a:ext cx="53" cy="39"/>
                </a:xfrm>
                <a:prstGeom prst="line">
                  <a:avLst/>
                </a:prstGeom>
                <a:noFill/>
                <a:ln w="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494" name="Group 1876">
                  <a:extLst>
                    <a:ext uri="{FF2B5EF4-FFF2-40B4-BE49-F238E27FC236}">
                      <a16:creationId xmlns:a16="http://schemas.microsoft.com/office/drawing/2014/main" id="{7AF52FCF-3047-C708-C3DA-347D9FE8EE9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1282"/>
                  <a:ext cx="53" cy="92"/>
                  <a:chOff x="1590" y="1387"/>
                  <a:chExt cx="53" cy="92"/>
                </a:xfrm>
              </p:grpSpPr>
              <p:sp>
                <p:nvSpPr>
                  <p:cNvPr id="439125" name="Line 1877">
                    <a:extLst>
                      <a:ext uri="{FF2B5EF4-FFF2-40B4-BE49-F238E27FC236}">
                        <a16:creationId xmlns:a16="http://schemas.microsoft.com/office/drawing/2014/main" id="{778E3939-7FA1-94BD-2E02-085B98D08AA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39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6" name="Line 1878">
                    <a:extLst>
                      <a:ext uri="{FF2B5EF4-FFF2-40B4-BE49-F238E27FC236}">
                        <a16:creationId xmlns:a16="http://schemas.microsoft.com/office/drawing/2014/main" id="{1544852C-FD8A-C5FB-66C4-8755FE6DC01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27" name="Line 1879">
                    <a:extLst>
                      <a:ext uri="{FF2B5EF4-FFF2-40B4-BE49-F238E27FC236}">
                        <a16:creationId xmlns:a16="http://schemas.microsoft.com/office/drawing/2014/main" id="{75444618-46AF-C846-D4CE-C5AD74BD8E1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3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28" name="Line 1880">
                  <a:extLst>
                    <a:ext uri="{FF2B5EF4-FFF2-40B4-BE49-F238E27FC236}">
                      <a16:creationId xmlns:a16="http://schemas.microsoft.com/office/drawing/2014/main" id="{7CEE9AAA-5FD4-353F-FA7E-36CBCA62709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547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29" name="Line 1881">
                  <a:extLst>
                    <a:ext uri="{FF2B5EF4-FFF2-40B4-BE49-F238E27FC236}">
                      <a16:creationId xmlns:a16="http://schemas.microsoft.com/office/drawing/2014/main" id="{59885DCE-2986-BBAD-D2AF-42DB768CD6B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520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0" name="Line 1882">
                  <a:extLst>
                    <a:ext uri="{FF2B5EF4-FFF2-40B4-BE49-F238E27FC236}">
                      <a16:creationId xmlns:a16="http://schemas.microsoft.com/office/drawing/2014/main" id="{9E09878C-A6F0-02AF-A3F4-48AC1B224B8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4" y="1494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1" name="Line 1883">
                  <a:extLst>
                    <a:ext uri="{FF2B5EF4-FFF2-40B4-BE49-F238E27FC236}">
                      <a16:creationId xmlns:a16="http://schemas.microsoft.com/office/drawing/2014/main" id="{B48E6177-0903-622A-F7C9-95243A60CF0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08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32" name="Line 1884">
                  <a:extLst>
                    <a:ext uri="{FF2B5EF4-FFF2-40B4-BE49-F238E27FC236}">
                      <a16:creationId xmlns:a16="http://schemas.microsoft.com/office/drawing/2014/main" id="{4D99BB6A-DB69-8A1F-31E0-A853AA751E3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35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00" name="Group 1885">
                  <a:extLst>
                    <a:ext uri="{FF2B5EF4-FFF2-40B4-BE49-F238E27FC236}">
                      <a16:creationId xmlns:a16="http://schemas.microsoft.com/office/drawing/2014/main" id="{606F52C5-3D0B-678E-23FA-851DBF12C10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5" y="1727"/>
                  <a:ext cx="53" cy="92"/>
                  <a:chOff x="1454" y="1369"/>
                  <a:chExt cx="53" cy="92"/>
                </a:xfrm>
              </p:grpSpPr>
              <p:sp>
                <p:nvSpPr>
                  <p:cNvPr id="439134" name="Line 1886">
                    <a:extLst>
                      <a:ext uri="{FF2B5EF4-FFF2-40B4-BE49-F238E27FC236}">
                        <a16:creationId xmlns:a16="http://schemas.microsoft.com/office/drawing/2014/main" id="{9566736A-AE23-1FE2-5D66-BE554897637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5" name="Line 1887">
                    <a:extLst>
                      <a:ext uri="{FF2B5EF4-FFF2-40B4-BE49-F238E27FC236}">
                        <a16:creationId xmlns:a16="http://schemas.microsoft.com/office/drawing/2014/main" id="{D28593B0-5CBB-65FE-9603-89E00864A04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6" name="Line 1888">
                    <a:extLst>
                      <a:ext uri="{FF2B5EF4-FFF2-40B4-BE49-F238E27FC236}">
                        <a16:creationId xmlns:a16="http://schemas.microsoft.com/office/drawing/2014/main" id="{6CE76074-0053-83A7-F8F8-65AA1833127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2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1" name="Group 1889">
                  <a:extLst>
                    <a:ext uri="{FF2B5EF4-FFF2-40B4-BE49-F238E27FC236}">
                      <a16:creationId xmlns:a16="http://schemas.microsoft.com/office/drawing/2014/main" id="{2DF6008B-8D6B-A9F5-4638-2B95833771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5" y="1570"/>
                  <a:ext cx="53" cy="92"/>
                  <a:chOff x="1454" y="1251"/>
                  <a:chExt cx="53" cy="92"/>
                </a:xfrm>
              </p:grpSpPr>
              <p:sp>
                <p:nvSpPr>
                  <p:cNvPr id="439138" name="Line 1890">
                    <a:extLst>
                      <a:ext uri="{FF2B5EF4-FFF2-40B4-BE49-F238E27FC236}">
                        <a16:creationId xmlns:a16="http://schemas.microsoft.com/office/drawing/2014/main" id="{867162D3-E2CC-D0C1-B238-9C6E0365CAD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3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39" name="Line 1891">
                    <a:extLst>
                      <a:ext uri="{FF2B5EF4-FFF2-40B4-BE49-F238E27FC236}">
                        <a16:creationId xmlns:a16="http://schemas.microsoft.com/office/drawing/2014/main" id="{B82AC2D3-B024-E421-232D-6211343C7F6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0" name="Line 1892">
                    <a:extLst>
                      <a:ext uri="{FF2B5EF4-FFF2-40B4-BE49-F238E27FC236}">
                        <a16:creationId xmlns:a16="http://schemas.microsoft.com/office/drawing/2014/main" id="{EFC5984D-1F92-2737-8A1E-5529E0896D2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47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2" name="Group 1893">
                  <a:extLst>
                    <a:ext uri="{FF2B5EF4-FFF2-40B4-BE49-F238E27FC236}">
                      <a16:creationId xmlns:a16="http://schemas.microsoft.com/office/drawing/2014/main" id="{E172CD49-CF37-D311-E4B4-F4E591D764C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3" y="1649"/>
                  <a:ext cx="53" cy="92"/>
                  <a:chOff x="1590" y="1387"/>
                  <a:chExt cx="53" cy="92"/>
                </a:xfrm>
              </p:grpSpPr>
              <p:sp>
                <p:nvSpPr>
                  <p:cNvPr id="439142" name="Line 1894">
                    <a:extLst>
                      <a:ext uri="{FF2B5EF4-FFF2-40B4-BE49-F238E27FC236}">
                        <a16:creationId xmlns:a16="http://schemas.microsoft.com/office/drawing/2014/main" id="{51B57650-E933-C71F-CD24-AB6877A4F8C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3" name="Line 1895">
                    <a:extLst>
                      <a:ext uri="{FF2B5EF4-FFF2-40B4-BE49-F238E27FC236}">
                        <a16:creationId xmlns:a16="http://schemas.microsoft.com/office/drawing/2014/main" id="{63A4E78C-2918-75F0-56A4-90FBADB42E7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415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44" name="Line 1896">
                    <a:extLst>
                      <a:ext uri="{FF2B5EF4-FFF2-40B4-BE49-F238E27FC236}">
                        <a16:creationId xmlns:a16="http://schemas.microsoft.com/office/drawing/2014/main" id="{5E966B20-AC2C-046B-3281-6EB81450B86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87" y="1391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45" name="Line 1897">
                  <a:extLst>
                    <a:ext uri="{FF2B5EF4-FFF2-40B4-BE49-F238E27FC236}">
                      <a16:creationId xmlns:a16="http://schemas.microsoft.com/office/drawing/2014/main" id="{354AC135-D89C-CC21-A4C8-DDC8C23CE95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914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6" name="Line 1898">
                  <a:extLst>
                    <a:ext uri="{FF2B5EF4-FFF2-40B4-BE49-F238E27FC236}">
                      <a16:creationId xmlns:a16="http://schemas.microsoft.com/office/drawing/2014/main" id="{243508EA-6AB5-5CE3-68E7-C66FE0EDA04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87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7" name="Line 1899">
                  <a:extLst>
                    <a:ext uri="{FF2B5EF4-FFF2-40B4-BE49-F238E27FC236}">
                      <a16:creationId xmlns:a16="http://schemas.microsoft.com/office/drawing/2014/main" id="{BFAE385F-5FF6-718A-E57C-21D0A7520E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5" y="1861"/>
                  <a:ext cx="53" cy="39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8" name="Line 1900">
                  <a:extLst>
                    <a:ext uri="{FF2B5EF4-FFF2-40B4-BE49-F238E27FC236}">
                      <a16:creationId xmlns:a16="http://schemas.microsoft.com/office/drawing/2014/main" id="{4EAC1BD3-37FE-5B94-5CEE-24F2FF5C1E1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181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49" name="Line 1901">
                  <a:extLst>
                    <a:ext uri="{FF2B5EF4-FFF2-40B4-BE49-F238E27FC236}">
                      <a16:creationId xmlns:a16="http://schemas.microsoft.com/office/drawing/2014/main" id="{A5C6005F-48BB-DD0F-78EA-D3CD9098C1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08"/>
                  <a:ext cx="53" cy="38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08" name="Group 1902">
                  <a:extLst>
                    <a:ext uri="{FF2B5EF4-FFF2-40B4-BE49-F238E27FC236}">
                      <a16:creationId xmlns:a16="http://schemas.microsoft.com/office/drawing/2014/main" id="{7652153F-EFC1-3B3F-96FA-2649C9D1978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2099"/>
                  <a:ext cx="53" cy="92"/>
                  <a:chOff x="1454" y="1369"/>
                  <a:chExt cx="53" cy="92"/>
                </a:xfrm>
              </p:grpSpPr>
              <p:sp>
                <p:nvSpPr>
                  <p:cNvPr id="439151" name="Line 1903">
                    <a:extLst>
                      <a:ext uri="{FF2B5EF4-FFF2-40B4-BE49-F238E27FC236}">
                        <a16:creationId xmlns:a16="http://schemas.microsoft.com/office/drawing/2014/main" id="{6A3E9CED-AB72-C538-D42D-61261C8CB77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96"/>
                    <a:ext cx="53" cy="37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2" name="Line 1904">
                    <a:extLst>
                      <a:ext uri="{FF2B5EF4-FFF2-40B4-BE49-F238E27FC236}">
                        <a16:creationId xmlns:a16="http://schemas.microsoft.com/office/drawing/2014/main" id="{37DBD74D-4B4A-5B90-476A-2B2FF90E666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69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3" name="Line 1905">
                    <a:extLst>
                      <a:ext uri="{FF2B5EF4-FFF2-40B4-BE49-F238E27FC236}">
                        <a16:creationId xmlns:a16="http://schemas.microsoft.com/office/drawing/2014/main" id="{0BAE63E4-109E-B00F-A940-757D9793D28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421"/>
                    <a:ext cx="53" cy="36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09" name="Group 1906">
                  <a:extLst>
                    <a:ext uri="{FF2B5EF4-FFF2-40B4-BE49-F238E27FC236}">
                      <a16:creationId xmlns:a16="http://schemas.microsoft.com/office/drawing/2014/main" id="{1B1283B7-7F02-1507-A4A0-6E8F177DD0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2" y="1942"/>
                  <a:ext cx="53" cy="92"/>
                  <a:chOff x="1454" y="1251"/>
                  <a:chExt cx="53" cy="92"/>
                </a:xfrm>
              </p:grpSpPr>
              <p:sp>
                <p:nvSpPr>
                  <p:cNvPr id="439155" name="Line 1907">
                    <a:extLst>
                      <a:ext uri="{FF2B5EF4-FFF2-40B4-BE49-F238E27FC236}">
                        <a16:creationId xmlns:a16="http://schemas.microsoft.com/office/drawing/2014/main" id="{2714A3D7-41AD-86E0-B9EE-EE4EA4EFE0E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304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6" name="Line 1908">
                    <a:extLst>
                      <a:ext uri="{FF2B5EF4-FFF2-40B4-BE49-F238E27FC236}">
                        <a16:creationId xmlns:a16="http://schemas.microsoft.com/office/drawing/2014/main" id="{7D3F62EA-96EC-5926-07F1-0315DC77D7C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79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57" name="Line 1909">
                    <a:extLst>
                      <a:ext uri="{FF2B5EF4-FFF2-40B4-BE49-F238E27FC236}">
                        <a16:creationId xmlns:a16="http://schemas.microsoft.com/office/drawing/2014/main" id="{5CBD55AB-6B2F-EF8B-8D75-D0D11E9DE7C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4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10" name="Group 1910">
                  <a:extLst>
                    <a:ext uri="{FF2B5EF4-FFF2-40B4-BE49-F238E27FC236}">
                      <a16:creationId xmlns:a16="http://schemas.microsoft.com/office/drawing/2014/main" id="{7DA8D3EC-C94F-E534-8278-505F4AD6005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0" y="2021"/>
                  <a:ext cx="53" cy="92"/>
                  <a:chOff x="1590" y="1387"/>
                  <a:chExt cx="53" cy="92"/>
                </a:xfrm>
              </p:grpSpPr>
              <p:sp>
                <p:nvSpPr>
                  <p:cNvPr id="439159" name="Line 1911">
                    <a:extLst>
                      <a:ext uri="{FF2B5EF4-FFF2-40B4-BE49-F238E27FC236}">
                        <a16:creationId xmlns:a16="http://schemas.microsoft.com/office/drawing/2014/main" id="{A53082C8-FF6C-E319-1CF5-06C0C056372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0" name="Line 1912">
                    <a:extLst>
                      <a:ext uri="{FF2B5EF4-FFF2-40B4-BE49-F238E27FC236}">
                        <a16:creationId xmlns:a16="http://schemas.microsoft.com/office/drawing/2014/main" id="{6F4407C2-427D-0B7C-2C8B-68FBD248B233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1" name="Line 1913">
                    <a:extLst>
                      <a:ext uri="{FF2B5EF4-FFF2-40B4-BE49-F238E27FC236}">
                        <a16:creationId xmlns:a16="http://schemas.microsoft.com/office/drawing/2014/main" id="{6AD1FE58-7A0C-E16A-18EB-7F6AB4DE2AF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7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439162" name="Line 1914">
                  <a:extLst>
                    <a:ext uri="{FF2B5EF4-FFF2-40B4-BE49-F238E27FC236}">
                      <a16:creationId xmlns:a16="http://schemas.microsoft.com/office/drawing/2014/main" id="{7EFC6E2F-2D08-BA3A-77AB-48BCB51583F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86"/>
                  <a:ext cx="53" cy="37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63" name="Line 1915">
                  <a:extLst>
                    <a:ext uri="{FF2B5EF4-FFF2-40B4-BE49-F238E27FC236}">
                      <a16:creationId xmlns:a16="http://schemas.microsoft.com/office/drawing/2014/main" id="{BF5BCDCF-4B00-6830-139D-7F687A5022C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59"/>
                  <a:ext cx="53" cy="41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9164" name="Line 1916">
                  <a:extLst>
                    <a:ext uri="{FF2B5EF4-FFF2-40B4-BE49-F238E27FC236}">
                      <a16:creationId xmlns:a16="http://schemas.microsoft.com/office/drawing/2014/main" id="{B61C66DB-2524-4A21-8E72-1AE3A083E09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452" y="2233"/>
                  <a:ext cx="53" cy="42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10514" name="Group 1917">
                  <a:extLst>
                    <a:ext uri="{FF2B5EF4-FFF2-40B4-BE49-F238E27FC236}">
                      <a16:creationId xmlns:a16="http://schemas.microsoft.com/office/drawing/2014/main" id="{4D945034-B6D6-A3F2-9F07-0E3299823BC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3" y="2309"/>
                  <a:ext cx="53" cy="92"/>
                  <a:chOff x="1454" y="1251"/>
                  <a:chExt cx="53" cy="92"/>
                </a:xfrm>
              </p:grpSpPr>
              <p:sp>
                <p:nvSpPr>
                  <p:cNvPr id="439166" name="Line 1918">
                    <a:extLst>
                      <a:ext uri="{FF2B5EF4-FFF2-40B4-BE49-F238E27FC236}">
                        <a16:creationId xmlns:a16="http://schemas.microsoft.com/office/drawing/2014/main" id="{77EDCCFD-81F5-5A93-B3BC-8E57434C71C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304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7" name="Line 1919">
                    <a:extLst>
                      <a:ext uri="{FF2B5EF4-FFF2-40B4-BE49-F238E27FC236}">
                        <a16:creationId xmlns:a16="http://schemas.microsoft.com/office/drawing/2014/main" id="{FE2C93D7-C588-1462-F507-8D6C44CB587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277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68" name="Line 1920">
                    <a:extLst>
                      <a:ext uri="{FF2B5EF4-FFF2-40B4-BE49-F238E27FC236}">
                        <a16:creationId xmlns:a16="http://schemas.microsoft.com/office/drawing/2014/main" id="{8D5B87B8-1E70-FEE5-2459-249C72003D5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451" y="1251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515" name="Group 1921">
                  <a:extLst>
                    <a:ext uri="{FF2B5EF4-FFF2-40B4-BE49-F238E27FC236}">
                      <a16:creationId xmlns:a16="http://schemas.microsoft.com/office/drawing/2014/main" id="{1BE1D871-FE1C-310F-55E0-A15166C836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451" y="2388"/>
                  <a:ext cx="53" cy="92"/>
                  <a:chOff x="1590" y="1387"/>
                  <a:chExt cx="53" cy="92"/>
                </a:xfrm>
              </p:grpSpPr>
              <p:sp>
                <p:nvSpPr>
                  <p:cNvPr id="439170" name="Line 1922">
                    <a:extLst>
                      <a:ext uri="{FF2B5EF4-FFF2-40B4-BE49-F238E27FC236}">
                        <a16:creationId xmlns:a16="http://schemas.microsoft.com/office/drawing/2014/main" id="{7759BFE0-F66B-8050-A59E-2D100658CE2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40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71" name="Line 1923">
                    <a:extLst>
                      <a:ext uri="{FF2B5EF4-FFF2-40B4-BE49-F238E27FC236}">
                        <a16:creationId xmlns:a16="http://schemas.microsoft.com/office/drawing/2014/main" id="{D3827F1C-EE02-8469-905F-EC05C7E14A6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413"/>
                    <a:ext cx="53" cy="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9172" name="Line 1924">
                    <a:extLst>
                      <a:ext uri="{FF2B5EF4-FFF2-40B4-BE49-F238E27FC236}">
                        <a16:creationId xmlns:a16="http://schemas.microsoft.com/office/drawing/2014/main" id="{1F677A5E-DAF7-E473-7A4D-868955017AC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1590" y="1387"/>
                    <a:ext cx="53" cy="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  <p:sp>
            <p:nvSpPr>
              <p:cNvPr id="439173" name="Oval 1925">
                <a:extLst>
                  <a:ext uri="{FF2B5EF4-FFF2-40B4-BE49-F238E27FC236}">
                    <a16:creationId xmlns:a16="http://schemas.microsoft.com/office/drawing/2014/main" id="{39FEBF65-86B6-4B1B-DA5A-1C842A54B7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73" y="3256"/>
                <a:ext cx="20" cy="19"/>
              </a:xfrm>
              <a:prstGeom prst="ellips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4" name="Oval 1926">
                <a:extLst>
                  <a:ext uri="{FF2B5EF4-FFF2-40B4-BE49-F238E27FC236}">
                    <a16:creationId xmlns:a16="http://schemas.microsoft.com/office/drawing/2014/main" id="{40C79BF1-00DE-5950-995B-F7D49AF6F4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79" y="2848"/>
                <a:ext cx="19" cy="19"/>
              </a:xfrm>
              <a:prstGeom prst="ellipse">
                <a:avLst/>
              </a:prstGeom>
              <a:noFill/>
              <a:ln w="1270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5" name="Oval 1927">
                <a:extLst>
                  <a:ext uri="{FF2B5EF4-FFF2-40B4-BE49-F238E27FC236}">
                    <a16:creationId xmlns:a16="http://schemas.microsoft.com/office/drawing/2014/main" id="{C78DDABF-DF1E-8452-C6BD-BB07F18B67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39" y="2811"/>
                <a:ext cx="95" cy="95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6" name="Oval 1928">
                <a:extLst>
                  <a:ext uri="{FF2B5EF4-FFF2-40B4-BE49-F238E27FC236}">
                    <a16:creationId xmlns:a16="http://schemas.microsoft.com/office/drawing/2014/main" id="{B4984A10-2A7C-BAB5-CEA6-8182B36E4E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36" y="3216"/>
                <a:ext cx="94" cy="94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77" name="Oval 1929">
                <a:extLst>
                  <a:ext uri="{FF2B5EF4-FFF2-40B4-BE49-F238E27FC236}">
                    <a16:creationId xmlns:a16="http://schemas.microsoft.com/office/drawing/2014/main" id="{05F42A33-E639-936B-A7C8-AFEA3845FC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54" y="2826"/>
                <a:ext cx="66" cy="66"/>
              </a:xfrm>
              <a:prstGeom prst="ellipse">
                <a:avLst/>
              </a:prstGeom>
              <a:noFill/>
              <a:ln w="19050" algn="ctr">
                <a:solidFill>
                  <a:srgbClr val="000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1" name="Group 1930">
            <a:extLst>
              <a:ext uri="{FF2B5EF4-FFF2-40B4-BE49-F238E27FC236}">
                <a16:creationId xmlns:a16="http://schemas.microsoft.com/office/drawing/2014/main" id="{F0F2D2F3-70A5-8584-7EBD-5E188EDEF026}"/>
              </a:ext>
            </a:extLst>
          </p:cNvPr>
          <p:cNvGrpSpPr>
            <a:grpSpLocks/>
          </p:cNvGrpSpPr>
          <p:nvPr/>
        </p:nvGrpSpPr>
        <p:grpSpPr bwMode="auto">
          <a:xfrm>
            <a:off x="6904038" y="4816475"/>
            <a:ext cx="422275" cy="368300"/>
            <a:chOff x="4349" y="3034"/>
            <a:chExt cx="266" cy="232"/>
          </a:xfrm>
        </p:grpSpPr>
        <p:graphicFrame>
          <p:nvGraphicFramePr>
            <p:cNvPr id="10430" name="Object 26">
              <a:extLst>
                <a:ext uri="{FF2B5EF4-FFF2-40B4-BE49-F238E27FC236}">
                  <a16:creationId xmlns:a16="http://schemas.microsoft.com/office/drawing/2014/main" id="{C3A82A86-085A-A724-E40E-8DA06B4203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9" y="3074"/>
            <a:ext cx="177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49362" imgH="297263" progId="Equation.3">
                    <p:embed/>
                  </p:oleObj>
                </mc:Choice>
                <mc:Fallback>
                  <p:oleObj name="公式" r:id="rId22" imgW="449362" imgH="297263" progId="Equation.3">
                    <p:embed/>
                    <p:pic>
                      <p:nvPicPr>
                        <p:cNvPr id="10430" name="Object 26">
                          <a:extLst>
                            <a:ext uri="{FF2B5EF4-FFF2-40B4-BE49-F238E27FC236}">
                              <a16:creationId xmlns:a16="http://schemas.microsoft.com/office/drawing/2014/main" id="{C3A82A86-085A-A724-E40E-8DA06B4203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9" y="3074"/>
                          <a:ext cx="177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431" name="Group 1932">
              <a:extLst>
                <a:ext uri="{FF2B5EF4-FFF2-40B4-BE49-F238E27FC236}">
                  <a16:creationId xmlns:a16="http://schemas.microsoft.com/office/drawing/2014/main" id="{3EB42C39-5EAF-6DF1-9CA3-249C8A5C29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9" y="3034"/>
              <a:ext cx="66" cy="232"/>
              <a:chOff x="4549" y="3034"/>
              <a:chExt cx="66" cy="232"/>
            </a:xfrm>
          </p:grpSpPr>
          <p:sp>
            <p:nvSpPr>
              <p:cNvPr id="439181" name="Freeform 1933">
                <a:extLst>
                  <a:ext uri="{FF2B5EF4-FFF2-40B4-BE49-F238E27FC236}">
                    <a16:creationId xmlns:a16="http://schemas.microsoft.com/office/drawing/2014/main" id="{2AAC435D-5357-DD71-64BA-1777614B725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217"/>
                <a:ext cx="66" cy="4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" y="3"/>
                  </a:cxn>
                  <a:cxn ang="0">
                    <a:pos x="0" y="3"/>
                  </a:cxn>
                  <a:cxn ang="0">
                    <a:pos x="2" y="3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2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1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1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6" y="2"/>
                  </a:cxn>
                  <a:cxn ang="0">
                    <a:pos x="7" y="3"/>
                  </a:cxn>
                  <a:cxn ang="0">
                    <a:pos x="4" y="4"/>
                  </a:cxn>
                  <a:cxn ang="0">
                    <a:pos x="7" y="3"/>
                  </a:cxn>
                  <a:cxn ang="0">
                    <a:pos x="3" y="6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2" y="4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3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3"/>
                    </a:moveTo>
                    <a:lnTo>
                      <a:pt x="0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3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0"/>
                      <a:pt x="4" y="0"/>
                    </a:cubicBezTo>
                    <a:lnTo>
                      <a:pt x="4" y="1"/>
                    </a:lnTo>
                    <a:cubicBezTo>
                      <a:pt x="3" y="1"/>
                      <a:pt x="2" y="2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1"/>
                    </a:lnTo>
                    <a:cubicBezTo>
                      <a:pt x="5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0"/>
                    </a:cubicBezTo>
                    <a:lnTo>
                      <a:pt x="6" y="1"/>
                    </a:lnTo>
                    <a:cubicBezTo>
                      <a:pt x="6" y="1"/>
                      <a:pt x="5" y="1"/>
                      <a:pt x="5" y="1"/>
                    </a:cubicBezTo>
                    <a:lnTo>
                      <a:pt x="5" y="0"/>
                    </a:lnTo>
                    <a:close/>
                    <a:moveTo>
                      <a:pt x="7" y="0"/>
                    </a:moveTo>
                    <a:cubicBezTo>
                      <a:pt x="7" y="0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1"/>
                      <a:pt x="6" y="1"/>
                    </a:cubicBezTo>
                    <a:lnTo>
                      <a:pt x="7" y="0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7" y="3"/>
                    </a:cubicBezTo>
                    <a:lnTo>
                      <a:pt x="6" y="3"/>
                    </a:lnTo>
                    <a:cubicBezTo>
                      <a:pt x="6" y="3"/>
                      <a:pt x="6" y="2"/>
                      <a:pt x="6" y="2"/>
                    </a:cubicBezTo>
                    <a:lnTo>
                      <a:pt x="8" y="3"/>
                    </a:lnTo>
                    <a:close/>
                    <a:moveTo>
                      <a:pt x="7" y="3"/>
                    </a:moveTo>
                    <a:cubicBezTo>
                      <a:pt x="7" y="4"/>
                      <a:pt x="6" y="5"/>
                      <a:pt x="4" y="6"/>
                    </a:cubicBezTo>
                    <a:lnTo>
                      <a:pt x="4" y="4"/>
                    </a:lnTo>
                    <a:cubicBezTo>
                      <a:pt x="5" y="4"/>
                      <a:pt x="6" y="3"/>
                      <a:pt x="6" y="3"/>
                    </a:cubicBezTo>
                    <a:lnTo>
                      <a:pt x="7" y="3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4"/>
                    </a:lnTo>
                    <a:cubicBezTo>
                      <a:pt x="3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5"/>
                    </a:cubicBezTo>
                    <a:lnTo>
                      <a:pt x="2" y="4"/>
                    </a:lnTo>
                    <a:cubicBezTo>
                      <a:pt x="2" y="4"/>
                      <a:pt x="3" y="4"/>
                      <a:pt x="3" y="4"/>
                    </a:cubicBezTo>
                    <a:lnTo>
                      <a:pt x="3" y="6"/>
                    </a:lnTo>
                    <a:close/>
                    <a:moveTo>
                      <a:pt x="1" y="5"/>
                    </a:moveTo>
                    <a:lnTo>
                      <a:pt x="1" y="5"/>
                    </a:lnTo>
                    <a:lnTo>
                      <a:pt x="2" y="5"/>
                    </a:lnTo>
                    <a:lnTo>
                      <a:pt x="1" y="5"/>
                    </a:lnTo>
                    <a:close/>
                    <a:moveTo>
                      <a:pt x="1" y="5"/>
                    </a:moveTo>
                    <a:cubicBezTo>
                      <a:pt x="1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1" y="5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3"/>
                    </a:cubicBezTo>
                    <a:lnTo>
                      <a:pt x="2" y="3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2" name="Freeform 1934">
                <a:extLst>
                  <a:ext uri="{FF2B5EF4-FFF2-40B4-BE49-F238E27FC236}">
                    <a16:creationId xmlns:a16="http://schemas.microsoft.com/office/drawing/2014/main" id="{36AFEC0C-3EC1-47D9-B478-AF1DFE35DDE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75"/>
                <a:ext cx="66" cy="5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3" y="7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0" y="5"/>
                  </a:cxn>
                </a:cxnLst>
                <a:rect l="0" t="0" r="r" b="b"/>
                <a:pathLst>
                  <a:path w="8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4"/>
                    </a:cubicBezTo>
                    <a:lnTo>
                      <a:pt x="1" y="3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1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2"/>
                      <a:pt x="8" y="2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4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7"/>
                      <a:pt x="3" y="7"/>
                      <a:pt x="3" y="7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7"/>
                    </a:moveTo>
                    <a:cubicBezTo>
                      <a:pt x="2" y="7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7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5"/>
                    </a:cubicBezTo>
                    <a:lnTo>
                      <a:pt x="2" y="4"/>
                    </a:lnTo>
                    <a:cubicBezTo>
                      <a:pt x="2" y="5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0" y="5"/>
                    </a:moveTo>
                    <a:cubicBezTo>
                      <a:pt x="0" y="5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3" name="Freeform 1935">
                <a:extLst>
                  <a:ext uri="{FF2B5EF4-FFF2-40B4-BE49-F238E27FC236}">
                    <a16:creationId xmlns:a16="http://schemas.microsoft.com/office/drawing/2014/main" id="{988B9DDD-5A29-3AA1-AF68-27E332BF95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42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2" y="4"/>
                  </a:cxn>
                  <a:cxn ang="0">
                    <a:pos x="1" y="2"/>
                  </a:cxn>
                  <a:cxn ang="0">
                    <a:pos x="4" y="2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5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3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4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5"/>
                    </a:cubicBezTo>
                    <a:lnTo>
                      <a:pt x="1" y="6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4" name="Freeform 1936">
                <a:extLst>
                  <a:ext uri="{FF2B5EF4-FFF2-40B4-BE49-F238E27FC236}">
                    <a16:creationId xmlns:a16="http://schemas.microsoft.com/office/drawing/2014/main" id="{CF771B88-9471-11BA-8942-439C67B8A28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109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3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2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1" y="2"/>
                  </a:cxn>
                  <a:cxn ang="0">
                    <a:pos x="5" y="0"/>
                  </a:cxn>
                  <a:cxn ang="0">
                    <a:pos x="4" y="1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7" y="4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4" y="4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4"/>
                  </a:cxn>
                  <a:cxn ang="0">
                    <a:pos x="3" y="6"/>
                  </a:cxn>
                  <a:cxn ang="0">
                    <a:pos x="2" y="4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3"/>
                      <a:pt x="0" y="3"/>
                      <a:pt x="0" y="3"/>
                    </a:cubicBezTo>
                    <a:lnTo>
                      <a:pt x="2" y="3"/>
                    </a:lnTo>
                    <a:cubicBezTo>
                      <a:pt x="2" y="3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2"/>
                      <a:pt x="1" y="2"/>
                    </a:cubicBezTo>
                    <a:lnTo>
                      <a:pt x="2" y="3"/>
                    </a:lnTo>
                    <a:cubicBezTo>
                      <a:pt x="2" y="3"/>
                      <a:pt x="2" y="3"/>
                      <a:pt x="2" y="3"/>
                    </a:cubicBezTo>
                    <a:lnTo>
                      <a:pt x="0" y="3"/>
                    </a:lnTo>
                    <a:close/>
                    <a:moveTo>
                      <a:pt x="1" y="2"/>
                    </a:moveTo>
                    <a:cubicBezTo>
                      <a:pt x="1" y="1"/>
                      <a:pt x="2" y="0"/>
                      <a:pt x="4" y="0"/>
                    </a:cubicBezTo>
                    <a:lnTo>
                      <a:pt x="4" y="1"/>
                    </a:lnTo>
                    <a:cubicBezTo>
                      <a:pt x="3" y="2"/>
                      <a:pt x="2" y="2"/>
                      <a:pt x="2" y="3"/>
                    </a:cubicBezTo>
                    <a:lnTo>
                      <a:pt x="1" y="2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1"/>
                    </a:lnTo>
                    <a:cubicBezTo>
                      <a:pt x="5" y="1"/>
                      <a:pt x="4" y="1"/>
                      <a:pt x="4" y="1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0"/>
                    </a:cubicBezTo>
                    <a:lnTo>
                      <a:pt x="6" y="2"/>
                    </a:lnTo>
                    <a:cubicBezTo>
                      <a:pt x="6" y="1"/>
                      <a:pt x="5" y="1"/>
                      <a:pt x="5" y="1"/>
                    </a:cubicBezTo>
                    <a:lnTo>
                      <a:pt x="5" y="0"/>
                    </a:lnTo>
                    <a:close/>
                    <a:moveTo>
                      <a:pt x="7" y="0"/>
                    </a:moveTo>
                    <a:lnTo>
                      <a:pt x="7" y="0"/>
                    </a:lnTo>
                    <a:lnTo>
                      <a:pt x="6" y="1"/>
                    </a:lnTo>
                    <a:lnTo>
                      <a:pt x="7" y="0"/>
                    </a:lnTo>
                    <a:close/>
                    <a:moveTo>
                      <a:pt x="7" y="0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0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2"/>
                    </a:moveTo>
                    <a:lnTo>
                      <a:pt x="8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8" y="2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3"/>
                      <a:pt x="8" y="3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2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4"/>
                    </a:lnTo>
                    <a:cubicBezTo>
                      <a:pt x="5" y="4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4"/>
                    </a:lnTo>
                    <a:cubicBezTo>
                      <a:pt x="3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4"/>
                    </a:lnTo>
                    <a:cubicBezTo>
                      <a:pt x="2" y="4"/>
                      <a:pt x="3" y="4"/>
                      <a:pt x="3" y="4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1" y="6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5" name="Freeform 1937">
                <a:extLst>
                  <a:ext uri="{FF2B5EF4-FFF2-40B4-BE49-F238E27FC236}">
                    <a16:creationId xmlns:a16="http://schemas.microsoft.com/office/drawing/2014/main" id="{C2549006-7C50-DFE3-A035-313D0E9DAFB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068"/>
                <a:ext cx="66" cy="5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7" y="1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3" y="7"/>
                  </a:cxn>
                  <a:cxn ang="0">
                    <a:pos x="1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2" y="4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0" y="5"/>
                  </a:cxn>
                </a:cxnLst>
                <a:rect l="0" t="0" r="r" b="b"/>
                <a:pathLst>
                  <a:path w="8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1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4"/>
                    </a:cubicBezTo>
                    <a:lnTo>
                      <a:pt x="1" y="3"/>
                    </a:lnTo>
                    <a:close/>
                    <a:moveTo>
                      <a:pt x="4" y="1"/>
                    </a:moveTo>
                    <a:cubicBezTo>
                      <a:pt x="4" y="1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1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1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lnTo>
                      <a:pt x="7" y="1"/>
                    </a:lnTo>
                    <a:lnTo>
                      <a:pt x="6" y="2"/>
                    </a:lnTo>
                    <a:lnTo>
                      <a:pt x="7" y="1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2"/>
                      <a:pt x="8" y="2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7" y="4"/>
                    </a:cubicBezTo>
                    <a:lnTo>
                      <a:pt x="6" y="4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4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7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4"/>
                    </a:cubicBezTo>
                    <a:lnTo>
                      <a:pt x="7" y="4"/>
                    </a:lnTo>
                    <a:close/>
                    <a:moveTo>
                      <a:pt x="4" y="7"/>
                    </a:moveTo>
                    <a:cubicBezTo>
                      <a:pt x="4" y="7"/>
                      <a:pt x="3" y="7"/>
                      <a:pt x="3" y="7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7"/>
                    </a:lnTo>
                    <a:close/>
                    <a:moveTo>
                      <a:pt x="3" y="7"/>
                    </a:moveTo>
                    <a:cubicBezTo>
                      <a:pt x="2" y="7"/>
                      <a:pt x="2" y="7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7"/>
                    </a:lnTo>
                    <a:close/>
                    <a:moveTo>
                      <a:pt x="1" y="6"/>
                    </a:moveTo>
                    <a:lnTo>
                      <a:pt x="1" y="6"/>
                    </a:lnTo>
                    <a:lnTo>
                      <a:pt x="2" y="6"/>
                    </a:lnTo>
                    <a:lnTo>
                      <a:pt x="1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5"/>
                    </a:cubicBezTo>
                    <a:lnTo>
                      <a:pt x="2" y="4"/>
                    </a:lnTo>
                    <a:cubicBezTo>
                      <a:pt x="2" y="5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2" y="4"/>
                    </a:moveTo>
                    <a:lnTo>
                      <a:pt x="2" y="4"/>
                    </a:lnTo>
                    <a:lnTo>
                      <a:pt x="1" y="5"/>
                    </a:lnTo>
                    <a:lnTo>
                      <a:pt x="2" y="4"/>
                    </a:lnTo>
                    <a:close/>
                    <a:moveTo>
                      <a:pt x="0" y="5"/>
                    </a:moveTo>
                    <a:cubicBezTo>
                      <a:pt x="0" y="5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39186" name="Freeform 1938">
                <a:extLst>
                  <a:ext uri="{FF2B5EF4-FFF2-40B4-BE49-F238E27FC236}">
                    <a16:creationId xmlns:a16="http://schemas.microsoft.com/office/drawing/2014/main" id="{AA7202DF-DCA7-C4AE-EF4F-075B9883EBA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549" y="3034"/>
                <a:ext cx="66" cy="4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4" y="2"/>
                  </a:cxn>
                  <a:cxn ang="0">
                    <a:pos x="1" y="3"/>
                  </a:cxn>
                  <a:cxn ang="0">
                    <a:pos x="5" y="0"/>
                  </a:cxn>
                  <a:cxn ang="0">
                    <a:pos x="4" y="2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5" y="0"/>
                  </a:cxn>
                  <a:cxn ang="0">
                    <a:pos x="8" y="2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8" y="2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6" y="3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4" y="5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4" y="5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2" y="5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0" y="4"/>
                  </a:cxn>
                </a:cxnLst>
                <a:rect l="0" t="0" r="r" b="b"/>
                <a:pathLst>
                  <a:path w="8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3"/>
                      <a:pt x="0" y="3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lnTo>
                      <a:pt x="2" y="3"/>
                    </a:lnTo>
                    <a:cubicBezTo>
                      <a:pt x="2" y="3"/>
                      <a:pt x="2" y="4"/>
                      <a:pt x="2" y="4"/>
                    </a:cubicBezTo>
                    <a:lnTo>
                      <a:pt x="0" y="3"/>
                    </a:lnTo>
                    <a:close/>
                    <a:moveTo>
                      <a:pt x="1" y="3"/>
                    </a:moveTo>
                    <a:cubicBezTo>
                      <a:pt x="1" y="2"/>
                      <a:pt x="2" y="1"/>
                      <a:pt x="4" y="0"/>
                    </a:cubicBezTo>
                    <a:lnTo>
                      <a:pt x="4" y="2"/>
                    </a:lnTo>
                    <a:cubicBezTo>
                      <a:pt x="3" y="2"/>
                      <a:pt x="2" y="3"/>
                      <a:pt x="2" y="3"/>
                    </a:cubicBezTo>
                    <a:lnTo>
                      <a:pt x="1" y="3"/>
                    </a:lnTo>
                    <a:close/>
                    <a:moveTo>
                      <a:pt x="4" y="0"/>
                    </a:moveTo>
                    <a:cubicBezTo>
                      <a:pt x="4" y="0"/>
                      <a:pt x="5" y="0"/>
                      <a:pt x="5" y="0"/>
                    </a:cubicBezTo>
                    <a:lnTo>
                      <a:pt x="5" y="2"/>
                    </a:lnTo>
                    <a:cubicBezTo>
                      <a:pt x="5" y="2"/>
                      <a:pt x="4" y="2"/>
                      <a:pt x="4" y="2"/>
                    </a:cubicBezTo>
                    <a:lnTo>
                      <a:pt x="4" y="0"/>
                    </a:lnTo>
                    <a:close/>
                    <a:moveTo>
                      <a:pt x="5" y="0"/>
                    </a:moveTo>
                    <a:cubicBezTo>
                      <a:pt x="6" y="0"/>
                      <a:pt x="6" y="0"/>
                      <a:pt x="7" y="1"/>
                    </a:cubicBezTo>
                    <a:lnTo>
                      <a:pt x="6" y="2"/>
                    </a:lnTo>
                    <a:cubicBezTo>
                      <a:pt x="6" y="2"/>
                      <a:pt x="5" y="2"/>
                      <a:pt x="5" y="2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7" y="1"/>
                      <a:pt x="8" y="1"/>
                      <a:pt x="8" y="2"/>
                    </a:cubicBezTo>
                    <a:lnTo>
                      <a:pt x="6" y="2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7" y="1"/>
                    </a:lnTo>
                    <a:close/>
                    <a:moveTo>
                      <a:pt x="8" y="2"/>
                    </a:moveTo>
                    <a:cubicBezTo>
                      <a:pt x="8" y="2"/>
                      <a:pt x="8" y="2"/>
                      <a:pt x="8" y="3"/>
                    </a:cubicBezTo>
                    <a:lnTo>
                      <a:pt x="6" y="3"/>
                    </a:lnTo>
                    <a:cubicBezTo>
                      <a:pt x="6" y="2"/>
                      <a:pt x="6" y="2"/>
                      <a:pt x="6" y="2"/>
                    </a:cubicBezTo>
                    <a:lnTo>
                      <a:pt x="8" y="2"/>
                    </a:lnTo>
                    <a:close/>
                    <a:moveTo>
                      <a:pt x="8" y="3"/>
                    </a:moveTo>
                    <a:lnTo>
                      <a:pt x="8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3"/>
                      <a:pt x="8" y="3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8" y="3"/>
                    </a:moveTo>
                    <a:cubicBezTo>
                      <a:pt x="8" y="3"/>
                      <a:pt x="8" y="4"/>
                      <a:pt x="7" y="4"/>
                    </a:cubicBezTo>
                    <a:lnTo>
                      <a:pt x="6" y="3"/>
                    </a:lnTo>
                    <a:cubicBezTo>
                      <a:pt x="6" y="3"/>
                      <a:pt x="6" y="3"/>
                      <a:pt x="6" y="3"/>
                    </a:cubicBezTo>
                    <a:lnTo>
                      <a:pt x="8" y="3"/>
                    </a:lnTo>
                    <a:close/>
                    <a:moveTo>
                      <a:pt x="7" y="4"/>
                    </a:moveTo>
                    <a:cubicBezTo>
                      <a:pt x="7" y="5"/>
                      <a:pt x="6" y="6"/>
                      <a:pt x="4" y="6"/>
                    </a:cubicBezTo>
                    <a:lnTo>
                      <a:pt x="4" y="5"/>
                    </a:lnTo>
                    <a:cubicBezTo>
                      <a:pt x="5" y="5"/>
                      <a:pt x="6" y="4"/>
                      <a:pt x="6" y="3"/>
                    </a:cubicBezTo>
                    <a:lnTo>
                      <a:pt x="7" y="4"/>
                    </a:lnTo>
                    <a:close/>
                    <a:moveTo>
                      <a:pt x="4" y="6"/>
                    </a:moveTo>
                    <a:cubicBezTo>
                      <a:pt x="4" y="6"/>
                      <a:pt x="3" y="6"/>
                      <a:pt x="3" y="6"/>
                    </a:cubicBezTo>
                    <a:lnTo>
                      <a:pt x="3" y="5"/>
                    </a:lnTo>
                    <a:cubicBezTo>
                      <a:pt x="3" y="5"/>
                      <a:pt x="4" y="5"/>
                      <a:pt x="4" y="5"/>
                    </a:cubicBezTo>
                    <a:lnTo>
                      <a:pt x="4" y="6"/>
                    </a:lnTo>
                    <a:close/>
                    <a:moveTo>
                      <a:pt x="3" y="6"/>
                    </a:moveTo>
                    <a:cubicBezTo>
                      <a:pt x="2" y="6"/>
                      <a:pt x="2" y="6"/>
                      <a:pt x="1" y="6"/>
                    </a:cubicBezTo>
                    <a:lnTo>
                      <a:pt x="2" y="5"/>
                    </a:lnTo>
                    <a:cubicBezTo>
                      <a:pt x="2" y="5"/>
                      <a:pt x="3" y="5"/>
                      <a:pt x="3" y="5"/>
                    </a:cubicBezTo>
                    <a:lnTo>
                      <a:pt x="3" y="6"/>
                    </a:lnTo>
                    <a:close/>
                    <a:moveTo>
                      <a:pt x="1" y="6"/>
                    </a:moveTo>
                    <a:cubicBezTo>
                      <a:pt x="1" y="6"/>
                      <a:pt x="0" y="5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5"/>
                      <a:pt x="2" y="5"/>
                    </a:cubicBezTo>
                    <a:lnTo>
                      <a:pt x="1" y="6"/>
                    </a:lnTo>
                    <a:close/>
                    <a:moveTo>
                      <a:pt x="2" y="4"/>
                    </a:moveTo>
                    <a:lnTo>
                      <a:pt x="2" y="4"/>
                    </a:lnTo>
                    <a:lnTo>
                      <a:pt x="1" y="4"/>
                    </a:lnTo>
                    <a:lnTo>
                      <a:pt x="2" y="4"/>
                    </a:lnTo>
                    <a:close/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lnTo>
                      <a:pt x="2" y="4"/>
                    </a:lnTo>
                    <a:cubicBezTo>
                      <a:pt x="2" y="4"/>
                      <a:pt x="2" y="4"/>
                      <a:pt x="2" y="4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80"/>
              </a:solidFill>
              <a:ln w="9525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439187" name="Rectangle 1939">
            <a:extLst>
              <a:ext uri="{FF2B5EF4-FFF2-40B4-BE49-F238E27FC236}">
                <a16:creationId xmlns:a16="http://schemas.microsoft.com/office/drawing/2014/main" id="{CB122D44-2163-3ABF-7E06-8AC435E3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1654175"/>
            <a:ext cx="4730750" cy="1955800"/>
          </a:xfrm>
          <a:prstGeom prst="rect">
            <a:avLst/>
          </a:prstGeom>
          <a:solidFill>
            <a:srgbClr val="66FFFF">
              <a:alpha val="7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3" name="Group 1940">
            <a:extLst>
              <a:ext uri="{FF2B5EF4-FFF2-40B4-BE49-F238E27FC236}">
                <a16:creationId xmlns:a16="http://schemas.microsoft.com/office/drawing/2014/main" id="{F7B3C7A4-EB27-0AA5-DCCF-EBEE04AD0F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66013" y="2120900"/>
            <a:ext cx="849312" cy="276225"/>
            <a:chOff x="3064" y="1542"/>
            <a:chExt cx="652" cy="212"/>
          </a:xfrm>
        </p:grpSpPr>
        <p:sp>
          <p:nvSpPr>
            <p:cNvPr id="439189" name="Line 1941">
              <a:extLst>
                <a:ext uri="{FF2B5EF4-FFF2-40B4-BE49-F238E27FC236}">
                  <a16:creationId xmlns:a16="http://schemas.microsoft.com/office/drawing/2014/main" id="{E3AD2EAD-E274-C99C-D471-FB464197A5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64" y="1648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9" name="Object 25">
              <a:extLst>
                <a:ext uri="{FF2B5EF4-FFF2-40B4-BE49-F238E27FC236}">
                  <a16:creationId xmlns:a16="http://schemas.microsoft.com/office/drawing/2014/main" id="{D7746403-3643-FD46-193E-C5B102D2B1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5" y="1542"/>
            <a:ext cx="17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19978" imgH="411480" progId="Equation.3">
                    <p:embed/>
                  </p:oleObj>
                </mc:Choice>
                <mc:Fallback>
                  <p:oleObj name="公式" r:id="rId24" imgW="319978" imgH="411480" progId="Equation.3">
                    <p:embed/>
                    <p:pic>
                      <p:nvPicPr>
                        <p:cNvPr id="10429" name="Object 25">
                          <a:extLst>
                            <a:ext uri="{FF2B5EF4-FFF2-40B4-BE49-F238E27FC236}">
                              <a16:creationId xmlns:a16="http://schemas.microsoft.com/office/drawing/2014/main" id="{D7746403-3643-FD46-193E-C5B102D2B1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" y="1542"/>
                          <a:ext cx="17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1943">
            <a:extLst>
              <a:ext uri="{FF2B5EF4-FFF2-40B4-BE49-F238E27FC236}">
                <a16:creationId xmlns:a16="http://schemas.microsoft.com/office/drawing/2014/main" id="{5A7CA045-6E7D-8D63-4B72-9E84DCA615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466013" y="2924175"/>
            <a:ext cx="849312" cy="274638"/>
            <a:chOff x="3048" y="2110"/>
            <a:chExt cx="652" cy="212"/>
          </a:xfrm>
        </p:grpSpPr>
        <p:sp>
          <p:nvSpPr>
            <p:cNvPr id="439192" name="Line 1944">
              <a:extLst>
                <a:ext uri="{FF2B5EF4-FFF2-40B4-BE49-F238E27FC236}">
                  <a16:creationId xmlns:a16="http://schemas.microsoft.com/office/drawing/2014/main" id="{189AFEE2-B1DD-D3CF-EE1F-8380FE444A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48" y="2199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7" name="Object 24">
              <a:extLst>
                <a:ext uri="{FF2B5EF4-FFF2-40B4-BE49-F238E27FC236}">
                  <a16:creationId xmlns:a16="http://schemas.microsoft.com/office/drawing/2014/main" id="{E2A3B281-1AC7-A50E-FFD5-4D6C865027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29" y="2110"/>
            <a:ext cx="171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19978" imgH="411480" progId="Equation.3">
                    <p:embed/>
                  </p:oleObj>
                </mc:Choice>
                <mc:Fallback>
                  <p:oleObj name="公式" r:id="rId26" imgW="319978" imgH="411480" progId="Equation.3">
                    <p:embed/>
                    <p:pic>
                      <p:nvPicPr>
                        <p:cNvPr id="10427" name="Object 24">
                          <a:extLst>
                            <a:ext uri="{FF2B5EF4-FFF2-40B4-BE49-F238E27FC236}">
                              <a16:creationId xmlns:a16="http://schemas.microsoft.com/office/drawing/2014/main" id="{E2A3B281-1AC7-A50E-FFD5-4D6C865027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9" y="2110"/>
                          <a:ext cx="171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946">
            <a:extLst>
              <a:ext uri="{FF2B5EF4-FFF2-40B4-BE49-F238E27FC236}">
                <a16:creationId xmlns:a16="http://schemas.microsoft.com/office/drawing/2014/main" id="{502641A2-C343-33F2-0D62-7BC5F8FC20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59550" y="2517775"/>
            <a:ext cx="900113" cy="230188"/>
            <a:chOff x="2336" y="1862"/>
            <a:chExt cx="690" cy="178"/>
          </a:xfrm>
        </p:grpSpPr>
        <p:sp>
          <p:nvSpPr>
            <p:cNvPr id="439195" name="Line 1947">
              <a:extLst>
                <a:ext uri="{FF2B5EF4-FFF2-40B4-BE49-F238E27FC236}">
                  <a16:creationId xmlns:a16="http://schemas.microsoft.com/office/drawing/2014/main" id="{4B19E999-BD38-7C6E-444A-470253A645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36" y="1944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5" name="Object 23">
              <a:extLst>
                <a:ext uri="{FF2B5EF4-FFF2-40B4-BE49-F238E27FC236}">
                  <a16:creationId xmlns:a16="http://schemas.microsoft.com/office/drawing/2014/main" id="{FE680363-4370-E0A2-9525-9D4DB7D2CE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7" y="1862"/>
            <a:ext cx="199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388651" imgH="335169" progId="Equation.3">
                    <p:embed/>
                  </p:oleObj>
                </mc:Choice>
                <mc:Fallback>
                  <p:oleObj name="公式" r:id="rId28" imgW="388651" imgH="335169" progId="Equation.3">
                    <p:embed/>
                    <p:pic>
                      <p:nvPicPr>
                        <p:cNvPr id="10425" name="Object 23">
                          <a:extLst>
                            <a:ext uri="{FF2B5EF4-FFF2-40B4-BE49-F238E27FC236}">
                              <a16:creationId xmlns:a16="http://schemas.microsoft.com/office/drawing/2014/main" id="{FE680363-4370-E0A2-9525-9D4DB7D2CE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1862"/>
                          <a:ext cx="199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1949">
            <a:extLst>
              <a:ext uri="{FF2B5EF4-FFF2-40B4-BE49-F238E27FC236}">
                <a16:creationId xmlns:a16="http://schemas.microsoft.com/office/drawing/2014/main" id="{C6F02C63-F4B6-5C76-87E3-50C379F894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99075" y="3051175"/>
            <a:ext cx="590550" cy="311150"/>
            <a:chOff x="1400" y="2232"/>
            <a:chExt cx="453" cy="240"/>
          </a:xfrm>
        </p:grpSpPr>
        <p:sp>
          <p:nvSpPr>
            <p:cNvPr id="439198" name="Line 1950">
              <a:extLst>
                <a:ext uri="{FF2B5EF4-FFF2-40B4-BE49-F238E27FC236}">
                  <a16:creationId xmlns:a16="http://schemas.microsoft.com/office/drawing/2014/main" id="{CA0C6DA6-4AF3-EBC2-9675-7AE1120EA6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00" y="223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23" name="Object 22">
              <a:extLst>
                <a:ext uri="{FF2B5EF4-FFF2-40B4-BE49-F238E27FC236}">
                  <a16:creationId xmlns:a16="http://schemas.microsoft.com/office/drawing/2014/main" id="{E535B488-5390-88CA-5B7E-C2D3909861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0" y="2296"/>
            <a:ext cx="183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50333" imgH="335169" progId="Equation.3">
                    <p:embed/>
                  </p:oleObj>
                </mc:Choice>
                <mc:Fallback>
                  <p:oleObj name="公式" r:id="rId30" imgW="350333" imgH="335169" progId="Equation.3">
                    <p:embed/>
                    <p:pic>
                      <p:nvPicPr>
                        <p:cNvPr id="10423" name="Object 22">
                          <a:extLst>
                            <a:ext uri="{FF2B5EF4-FFF2-40B4-BE49-F238E27FC236}">
                              <a16:creationId xmlns:a16="http://schemas.microsoft.com/office/drawing/2014/main" id="{E535B488-5390-88CA-5B7E-C2D3909861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" y="2296"/>
                          <a:ext cx="183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1952">
            <a:extLst>
              <a:ext uri="{FF2B5EF4-FFF2-40B4-BE49-F238E27FC236}">
                <a16:creationId xmlns:a16="http://schemas.microsoft.com/office/drawing/2014/main" id="{985C1DF2-C619-5C00-4AD6-9F1BD89510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41838" y="1965325"/>
            <a:ext cx="3094037" cy="192088"/>
            <a:chOff x="2546" y="1094"/>
            <a:chExt cx="2376" cy="147"/>
          </a:xfrm>
        </p:grpSpPr>
        <p:graphicFrame>
          <p:nvGraphicFramePr>
            <p:cNvPr id="10420" name="Object 20">
              <a:extLst>
                <a:ext uri="{FF2B5EF4-FFF2-40B4-BE49-F238E27FC236}">
                  <a16:creationId xmlns:a16="http://schemas.microsoft.com/office/drawing/2014/main" id="{AAB91171-9606-CCE8-4189-A9754DC0F8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6" y="109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243840" imgH="274320" progId="Equation.3">
                    <p:embed/>
                  </p:oleObj>
                </mc:Choice>
                <mc:Fallback>
                  <p:oleObj name="公式" r:id="rId32" imgW="243840" imgH="274320" progId="Equation.3">
                    <p:embed/>
                    <p:pic>
                      <p:nvPicPr>
                        <p:cNvPr id="10420" name="Object 20">
                          <a:extLst>
                            <a:ext uri="{FF2B5EF4-FFF2-40B4-BE49-F238E27FC236}">
                              <a16:creationId xmlns:a16="http://schemas.microsoft.com/office/drawing/2014/main" id="{AAB91171-9606-CCE8-4189-A9754DC0F8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109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1" name="Object 21">
              <a:extLst>
                <a:ext uri="{FF2B5EF4-FFF2-40B4-BE49-F238E27FC236}">
                  <a16:creationId xmlns:a16="http://schemas.microsoft.com/office/drawing/2014/main" id="{117DDA73-2804-8EC7-2C3E-A82BD8421C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6" y="109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43840" imgH="274320" progId="Equation.3">
                    <p:embed/>
                  </p:oleObj>
                </mc:Choice>
                <mc:Fallback>
                  <p:oleObj name="公式" r:id="rId34" imgW="243840" imgH="274320" progId="Equation.3">
                    <p:embed/>
                    <p:pic>
                      <p:nvPicPr>
                        <p:cNvPr id="10421" name="Object 21">
                          <a:extLst>
                            <a:ext uri="{FF2B5EF4-FFF2-40B4-BE49-F238E27FC236}">
                              <a16:creationId xmlns:a16="http://schemas.microsoft.com/office/drawing/2014/main" id="{117DDA73-2804-8EC7-2C3E-A82BD8421C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" y="109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1955">
            <a:extLst>
              <a:ext uri="{FF2B5EF4-FFF2-40B4-BE49-F238E27FC236}">
                <a16:creationId xmlns:a16="http://schemas.microsoft.com/office/drawing/2014/main" id="{9588642A-28B2-7B65-B2A2-46B3801454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14863" y="3162300"/>
            <a:ext cx="3021012" cy="212725"/>
            <a:chOff x="2602" y="2014"/>
            <a:chExt cx="2320" cy="163"/>
          </a:xfrm>
        </p:grpSpPr>
        <p:graphicFrame>
          <p:nvGraphicFramePr>
            <p:cNvPr id="10418" name="Object 18">
              <a:extLst>
                <a:ext uri="{FF2B5EF4-FFF2-40B4-BE49-F238E27FC236}">
                  <a16:creationId xmlns:a16="http://schemas.microsoft.com/office/drawing/2014/main" id="{67E4D996-DEC2-66B1-BA06-2C0CE18716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2" y="2030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43840" imgH="274320" progId="Equation.3">
                    <p:embed/>
                  </p:oleObj>
                </mc:Choice>
                <mc:Fallback>
                  <p:oleObj name="公式" r:id="rId36" imgW="243840" imgH="274320" progId="Equation.3">
                    <p:embed/>
                    <p:pic>
                      <p:nvPicPr>
                        <p:cNvPr id="10418" name="Object 18">
                          <a:extLst>
                            <a:ext uri="{FF2B5EF4-FFF2-40B4-BE49-F238E27FC236}">
                              <a16:creationId xmlns:a16="http://schemas.microsoft.com/office/drawing/2014/main" id="{67E4D996-DEC2-66B1-BA06-2C0CE18716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2" y="2030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9" name="Object 19">
              <a:extLst>
                <a:ext uri="{FF2B5EF4-FFF2-40B4-BE49-F238E27FC236}">
                  <a16:creationId xmlns:a16="http://schemas.microsoft.com/office/drawing/2014/main" id="{556541BE-A45E-0D1B-BFBF-0574D9D396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6" y="2014"/>
            <a:ext cx="136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43840" imgH="274320" progId="Equation.3">
                    <p:embed/>
                  </p:oleObj>
                </mc:Choice>
                <mc:Fallback>
                  <p:oleObj name="公式" r:id="rId38" imgW="243840" imgH="274320" progId="Equation.3">
                    <p:embed/>
                    <p:pic>
                      <p:nvPicPr>
                        <p:cNvPr id="10419" name="Object 19">
                          <a:extLst>
                            <a:ext uri="{FF2B5EF4-FFF2-40B4-BE49-F238E27FC236}">
                              <a16:creationId xmlns:a16="http://schemas.microsoft.com/office/drawing/2014/main" id="{556541BE-A45E-0D1B-BFBF-0574D9D396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6" y="2014"/>
                          <a:ext cx="136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1958">
            <a:extLst>
              <a:ext uri="{FF2B5EF4-FFF2-40B4-BE49-F238E27FC236}">
                <a16:creationId xmlns:a16="http://schemas.microsoft.com/office/drawing/2014/main" id="{AA48746E-7D32-530C-3CB6-453B1A9ECE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30825" y="1978025"/>
            <a:ext cx="185738" cy="1260475"/>
            <a:chOff x="3152" y="1104"/>
            <a:chExt cx="142" cy="968"/>
          </a:xfrm>
        </p:grpSpPr>
        <p:sp>
          <p:nvSpPr>
            <p:cNvPr id="439207" name="Line 1959">
              <a:extLst>
                <a:ext uri="{FF2B5EF4-FFF2-40B4-BE49-F238E27FC236}">
                  <a16:creationId xmlns:a16="http://schemas.microsoft.com/office/drawing/2014/main" id="{CB7A5BC7-631A-5156-64B4-41C8EF4C9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52" y="1104"/>
              <a:ext cx="0" cy="968"/>
            </a:xfrm>
            <a:prstGeom prst="line">
              <a:avLst/>
            </a:prstGeom>
            <a:noFill/>
            <a:ln w="15875">
              <a:solidFill>
                <a:srgbClr val="66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15" name="Object 15">
              <a:extLst>
                <a:ext uri="{FF2B5EF4-FFF2-40B4-BE49-F238E27FC236}">
                  <a16:creationId xmlns:a16="http://schemas.microsoft.com/office/drawing/2014/main" id="{4A2D5EC4-AC90-0BCE-57AF-C2D37104F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" y="1127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198058" imgH="198009" progId="Equation.3">
                    <p:embed/>
                  </p:oleObj>
                </mc:Choice>
                <mc:Fallback>
                  <p:oleObj name="公式" r:id="rId40" imgW="198058" imgH="198009" progId="Equation.3">
                    <p:embed/>
                    <p:pic>
                      <p:nvPicPr>
                        <p:cNvPr id="10415" name="Object 15">
                          <a:extLst>
                            <a:ext uri="{FF2B5EF4-FFF2-40B4-BE49-F238E27FC236}">
                              <a16:creationId xmlns:a16="http://schemas.microsoft.com/office/drawing/2014/main" id="{4A2D5EC4-AC90-0BCE-57AF-C2D37104FB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" y="1127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6" name="Object 16">
              <a:extLst>
                <a:ext uri="{FF2B5EF4-FFF2-40B4-BE49-F238E27FC236}">
                  <a16:creationId xmlns:a16="http://schemas.microsoft.com/office/drawing/2014/main" id="{AD3A569E-B9F1-08DD-7B86-9650167DB4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4" y="1431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98058" imgH="198009" progId="Equation.3">
                    <p:embed/>
                  </p:oleObj>
                </mc:Choice>
                <mc:Fallback>
                  <p:oleObj name="公式" r:id="rId42" imgW="198058" imgH="198009" progId="Equation.3">
                    <p:embed/>
                    <p:pic>
                      <p:nvPicPr>
                        <p:cNvPr id="10416" name="Object 16">
                          <a:extLst>
                            <a:ext uri="{FF2B5EF4-FFF2-40B4-BE49-F238E27FC236}">
                              <a16:creationId xmlns:a16="http://schemas.microsoft.com/office/drawing/2014/main" id="{AD3A569E-B9F1-08DD-7B86-9650167DB4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4" y="1431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7" name="Object 17">
              <a:extLst>
                <a:ext uri="{FF2B5EF4-FFF2-40B4-BE49-F238E27FC236}">
                  <a16:creationId xmlns:a16="http://schemas.microsoft.com/office/drawing/2014/main" id="{44131652-6D17-92CF-D2E2-7A797D67B2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" y="1783"/>
            <a:ext cx="11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198058" imgH="198009" progId="Equation.3">
                    <p:embed/>
                  </p:oleObj>
                </mc:Choice>
                <mc:Fallback>
                  <p:oleObj name="公式" r:id="rId44" imgW="198058" imgH="198009" progId="Equation.3">
                    <p:embed/>
                    <p:pic>
                      <p:nvPicPr>
                        <p:cNvPr id="10417" name="Object 17">
                          <a:extLst>
                            <a:ext uri="{FF2B5EF4-FFF2-40B4-BE49-F238E27FC236}">
                              <a16:creationId xmlns:a16="http://schemas.microsoft.com/office/drawing/2014/main" id="{44131652-6D17-92CF-D2E2-7A797D67B2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" y="1783"/>
                          <a:ext cx="11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1963">
            <a:extLst>
              <a:ext uri="{FF2B5EF4-FFF2-40B4-BE49-F238E27FC236}">
                <a16:creationId xmlns:a16="http://schemas.microsoft.com/office/drawing/2014/main" id="{053C6362-1470-ABFD-0F84-37A86DED3C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99213" y="1968500"/>
            <a:ext cx="180975" cy="1270000"/>
            <a:chOff x="3972" y="1096"/>
            <a:chExt cx="140" cy="976"/>
          </a:xfrm>
        </p:grpSpPr>
        <p:sp>
          <p:nvSpPr>
            <p:cNvPr id="439212" name="Line 1964">
              <a:extLst>
                <a:ext uri="{FF2B5EF4-FFF2-40B4-BE49-F238E27FC236}">
                  <a16:creationId xmlns:a16="http://schemas.microsoft.com/office/drawing/2014/main" id="{F2BFF21C-6D0F-0668-5852-44DE252F00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12" y="1105"/>
              <a:ext cx="0" cy="967"/>
            </a:xfrm>
            <a:prstGeom prst="line">
              <a:avLst/>
            </a:prstGeom>
            <a:noFill/>
            <a:ln w="15875">
              <a:solidFill>
                <a:srgbClr val="6699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11" name="Object 12">
              <a:extLst>
                <a:ext uri="{FF2B5EF4-FFF2-40B4-BE49-F238E27FC236}">
                  <a16:creationId xmlns:a16="http://schemas.microsoft.com/office/drawing/2014/main" id="{CDF72456-9781-E0F0-533D-C262278865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0" y="1096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167702" imgH="297263" progId="Equation.3">
                    <p:embed/>
                  </p:oleObj>
                </mc:Choice>
                <mc:Fallback>
                  <p:oleObj name="公式" r:id="rId46" imgW="167702" imgH="297263" progId="Equation.3">
                    <p:embed/>
                    <p:pic>
                      <p:nvPicPr>
                        <p:cNvPr id="10411" name="Object 12">
                          <a:extLst>
                            <a:ext uri="{FF2B5EF4-FFF2-40B4-BE49-F238E27FC236}">
                              <a16:creationId xmlns:a16="http://schemas.microsoft.com/office/drawing/2014/main" id="{CDF72456-9781-E0F0-533D-C262278865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0" y="1096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2" name="Object 13">
              <a:extLst>
                <a:ext uri="{FF2B5EF4-FFF2-40B4-BE49-F238E27FC236}">
                  <a16:creationId xmlns:a16="http://schemas.microsoft.com/office/drawing/2014/main" id="{7F61D0F4-DD5B-C7D7-A428-50A62992CC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2" y="1384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167702" imgH="297263" progId="Equation.3">
                    <p:embed/>
                  </p:oleObj>
                </mc:Choice>
                <mc:Fallback>
                  <p:oleObj name="公式" r:id="rId48" imgW="167702" imgH="297263" progId="Equation.3">
                    <p:embed/>
                    <p:pic>
                      <p:nvPicPr>
                        <p:cNvPr id="10412" name="Object 13">
                          <a:extLst>
                            <a:ext uri="{FF2B5EF4-FFF2-40B4-BE49-F238E27FC236}">
                              <a16:creationId xmlns:a16="http://schemas.microsoft.com/office/drawing/2014/main" id="{7F61D0F4-DD5B-C7D7-A428-50A62992CC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1384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3" name="Object 14">
              <a:extLst>
                <a:ext uri="{FF2B5EF4-FFF2-40B4-BE49-F238E27FC236}">
                  <a16:creationId xmlns:a16="http://schemas.microsoft.com/office/drawing/2014/main" id="{A21C7592-3BB0-91D2-E30E-0CC4A1FB65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0" y="1744"/>
            <a:ext cx="100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167702" imgH="297263" progId="Equation.3">
                    <p:embed/>
                  </p:oleObj>
                </mc:Choice>
                <mc:Fallback>
                  <p:oleObj name="公式" r:id="rId50" imgW="167702" imgH="297263" progId="Equation.3">
                    <p:embed/>
                    <p:pic>
                      <p:nvPicPr>
                        <p:cNvPr id="10413" name="Object 14">
                          <a:extLst>
                            <a:ext uri="{FF2B5EF4-FFF2-40B4-BE49-F238E27FC236}">
                              <a16:creationId xmlns:a16="http://schemas.microsoft.com/office/drawing/2014/main" id="{A21C7592-3BB0-91D2-E30E-0CC4A1FB65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0" y="1744"/>
                          <a:ext cx="100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1968">
            <a:extLst>
              <a:ext uri="{FF2B5EF4-FFF2-40B4-BE49-F238E27FC236}">
                <a16:creationId xmlns:a16="http://schemas.microsoft.com/office/drawing/2014/main" id="{88110599-F924-E2F8-CAA2-EA25AA22DE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65563" y="2098675"/>
            <a:ext cx="825500" cy="277813"/>
            <a:chOff x="259" y="1533"/>
            <a:chExt cx="634" cy="213"/>
          </a:xfrm>
        </p:grpSpPr>
        <p:sp>
          <p:nvSpPr>
            <p:cNvPr id="439217" name="Line 1969">
              <a:extLst>
                <a:ext uri="{FF2B5EF4-FFF2-40B4-BE49-F238E27FC236}">
                  <a16:creationId xmlns:a16="http://schemas.microsoft.com/office/drawing/2014/main" id="{10435690-72AE-9D01-106B-7066734601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439" y="1647"/>
              <a:ext cx="4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9" name="Object 11">
              <a:extLst>
                <a:ext uri="{FF2B5EF4-FFF2-40B4-BE49-F238E27FC236}">
                  <a16:creationId xmlns:a16="http://schemas.microsoft.com/office/drawing/2014/main" id="{51EDDFC4-41DF-F1F4-9F8A-BA83DD4449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" y="1533"/>
            <a:ext cx="152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2" imgW="282158" imgH="411480" progId="Equation.3">
                    <p:embed/>
                  </p:oleObj>
                </mc:Choice>
                <mc:Fallback>
                  <p:oleObj name="公式" r:id="rId52" imgW="282158" imgH="411480" progId="Equation.3">
                    <p:embed/>
                    <p:pic>
                      <p:nvPicPr>
                        <p:cNvPr id="10409" name="Object 11">
                          <a:extLst>
                            <a:ext uri="{FF2B5EF4-FFF2-40B4-BE49-F238E27FC236}">
                              <a16:creationId xmlns:a16="http://schemas.microsoft.com/office/drawing/2014/main" id="{51EDDFC4-41DF-F1F4-9F8A-BA83DD4449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1533"/>
                          <a:ext cx="152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2" name="Group 1971">
            <a:extLst>
              <a:ext uri="{FF2B5EF4-FFF2-40B4-BE49-F238E27FC236}">
                <a16:creationId xmlns:a16="http://schemas.microsoft.com/office/drawing/2014/main" id="{0C641CBE-A2DF-D91B-DE33-A6BDAE41BA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08688" y="3051175"/>
            <a:ext cx="588962" cy="322263"/>
            <a:chOff x="1944" y="2232"/>
            <a:chExt cx="453" cy="248"/>
          </a:xfrm>
        </p:grpSpPr>
        <p:sp>
          <p:nvSpPr>
            <p:cNvPr id="439220" name="Line 1972">
              <a:extLst>
                <a:ext uri="{FF2B5EF4-FFF2-40B4-BE49-F238E27FC236}">
                  <a16:creationId xmlns:a16="http://schemas.microsoft.com/office/drawing/2014/main" id="{1D063E0E-9B1D-66CE-2D5D-655FD1F525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1944" y="223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7" name="Object 10">
              <a:extLst>
                <a:ext uri="{FF2B5EF4-FFF2-40B4-BE49-F238E27FC236}">
                  <a16:creationId xmlns:a16="http://schemas.microsoft.com/office/drawing/2014/main" id="{6DD3778F-3312-3F1F-D351-E1C64ECE6E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1" y="2302"/>
            <a:ext cx="20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4" imgW="388651" imgH="335169" progId="Equation.3">
                    <p:embed/>
                  </p:oleObj>
                </mc:Choice>
                <mc:Fallback>
                  <p:oleObj name="公式" r:id="rId54" imgW="388651" imgH="335169" progId="Equation.3">
                    <p:embed/>
                    <p:pic>
                      <p:nvPicPr>
                        <p:cNvPr id="10407" name="Object 10">
                          <a:extLst>
                            <a:ext uri="{FF2B5EF4-FFF2-40B4-BE49-F238E27FC236}">
                              <a16:creationId xmlns:a16="http://schemas.microsoft.com/office/drawing/2014/main" id="{6DD3778F-3312-3F1F-D351-E1C64ECE6E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2302"/>
                          <a:ext cx="20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3" name="Group 1974">
            <a:extLst>
              <a:ext uri="{FF2B5EF4-FFF2-40B4-BE49-F238E27FC236}">
                <a16:creationId xmlns:a16="http://schemas.microsoft.com/office/drawing/2014/main" id="{162900B0-3926-5376-879F-4D218825364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40238" y="2508250"/>
            <a:ext cx="917575" cy="230188"/>
            <a:chOff x="709" y="1847"/>
            <a:chExt cx="704" cy="177"/>
          </a:xfrm>
        </p:grpSpPr>
        <p:sp>
          <p:nvSpPr>
            <p:cNvPr id="439223" name="Line 1975">
              <a:extLst>
                <a:ext uri="{FF2B5EF4-FFF2-40B4-BE49-F238E27FC236}">
                  <a16:creationId xmlns:a16="http://schemas.microsoft.com/office/drawing/2014/main" id="{21CADB4E-C6ED-6DED-EACF-37C48509A8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960" y="1943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5" name="Object 9">
              <a:extLst>
                <a:ext uri="{FF2B5EF4-FFF2-40B4-BE49-F238E27FC236}">
                  <a16:creationId xmlns:a16="http://schemas.microsoft.com/office/drawing/2014/main" id="{172CA024-D2F7-EF3D-FBF1-D61401D5A7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9" y="1847"/>
            <a:ext cx="182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6" imgW="350333" imgH="335169" progId="Equation.3">
                    <p:embed/>
                  </p:oleObj>
                </mc:Choice>
                <mc:Fallback>
                  <p:oleObj name="公式" r:id="rId56" imgW="350333" imgH="335169" progId="Equation.3">
                    <p:embed/>
                    <p:pic>
                      <p:nvPicPr>
                        <p:cNvPr id="10405" name="Object 9">
                          <a:extLst>
                            <a:ext uri="{FF2B5EF4-FFF2-40B4-BE49-F238E27FC236}">
                              <a16:creationId xmlns:a16="http://schemas.microsoft.com/office/drawing/2014/main" id="{172CA024-D2F7-EF3D-FBF1-D61401D5A7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" y="1847"/>
                          <a:ext cx="182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6" name="Group 1977">
            <a:extLst>
              <a:ext uri="{FF2B5EF4-FFF2-40B4-BE49-F238E27FC236}">
                <a16:creationId xmlns:a16="http://schemas.microsoft.com/office/drawing/2014/main" id="{65215E32-8B48-EA8B-E1C9-A3760B53E0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76675" y="2892425"/>
            <a:ext cx="835025" cy="276225"/>
            <a:chOff x="291" y="2070"/>
            <a:chExt cx="642" cy="212"/>
          </a:xfrm>
        </p:grpSpPr>
        <p:sp>
          <p:nvSpPr>
            <p:cNvPr id="439226" name="Line 1978">
              <a:extLst>
                <a:ext uri="{FF2B5EF4-FFF2-40B4-BE49-F238E27FC236}">
                  <a16:creationId xmlns:a16="http://schemas.microsoft.com/office/drawing/2014/main" id="{07E361F7-ED77-26D4-E542-F5499A286E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0800000">
              <a:off x="480" y="2192"/>
              <a:ext cx="45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0403" name="Object 8">
              <a:extLst>
                <a:ext uri="{FF2B5EF4-FFF2-40B4-BE49-F238E27FC236}">
                  <a16:creationId xmlns:a16="http://schemas.microsoft.com/office/drawing/2014/main" id="{1740BDA6-C47A-C9A1-2BAD-11FBB86923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" y="2070"/>
            <a:ext cx="153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8" imgW="282158" imgH="411480" progId="Equation.3">
                    <p:embed/>
                  </p:oleObj>
                </mc:Choice>
                <mc:Fallback>
                  <p:oleObj name="公式" r:id="rId58" imgW="282158" imgH="411480" progId="Equation.3">
                    <p:embed/>
                    <p:pic>
                      <p:nvPicPr>
                        <p:cNvPr id="10403" name="Object 8">
                          <a:extLst>
                            <a:ext uri="{FF2B5EF4-FFF2-40B4-BE49-F238E27FC236}">
                              <a16:creationId xmlns:a16="http://schemas.microsoft.com/office/drawing/2014/main" id="{1740BDA6-C47A-C9A1-2BAD-11FBB86923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" y="2070"/>
                          <a:ext cx="153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557" name="Group 1980">
            <a:extLst>
              <a:ext uri="{FF2B5EF4-FFF2-40B4-BE49-F238E27FC236}">
                <a16:creationId xmlns:a16="http://schemas.microsoft.com/office/drawing/2014/main" id="{2B77DC80-7404-E768-A823-3E2B0F53E0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1063" y="2185988"/>
            <a:ext cx="2781300" cy="130175"/>
            <a:chOff x="1925" y="2647"/>
            <a:chExt cx="2136" cy="100"/>
          </a:xfrm>
        </p:grpSpPr>
        <p:sp>
          <p:nvSpPr>
            <p:cNvPr id="439229" name="Freeform 1981">
              <a:extLst>
                <a:ext uri="{FF2B5EF4-FFF2-40B4-BE49-F238E27FC236}">
                  <a16:creationId xmlns:a16="http://schemas.microsoft.com/office/drawing/2014/main" id="{9239F0B5-4F61-175D-DEF5-3C2301FF5AC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6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0" name="Freeform 1982">
              <a:extLst>
                <a:ext uri="{FF2B5EF4-FFF2-40B4-BE49-F238E27FC236}">
                  <a16:creationId xmlns:a16="http://schemas.microsoft.com/office/drawing/2014/main" id="{949956AC-68AB-17AB-609E-BAE73B1A9FB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9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1" name="Freeform 1983">
              <a:extLst>
                <a:ext uri="{FF2B5EF4-FFF2-40B4-BE49-F238E27FC236}">
                  <a16:creationId xmlns:a16="http://schemas.microsoft.com/office/drawing/2014/main" id="{FA86473B-473F-28F2-383C-65B06CA27B8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43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1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2" name="Freeform 1984">
              <a:extLst>
                <a:ext uri="{FF2B5EF4-FFF2-40B4-BE49-F238E27FC236}">
                  <a16:creationId xmlns:a16="http://schemas.microsoft.com/office/drawing/2014/main" id="{B92558D4-07B3-101F-7518-28B2092011E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7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3" name="Freeform 1985">
              <a:extLst>
                <a:ext uri="{FF2B5EF4-FFF2-40B4-BE49-F238E27FC236}">
                  <a16:creationId xmlns:a16="http://schemas.microsoft.com/office/drawing/2014/main" id="{7CE69E53-8397-4C4C-292F-C2600070831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1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4" name="Freeform 1986">
              <a:extLst>
                <a:ext uri="{FF2B5EF4-FFF2-40B4-BE49-F238E27FC236}">
                  <a16:creationId xmlns:a16="http://schemas.microsoft.com/office/drawing/2014/main" id="{83035069-65A2-DD96-2BD9-BC04B331CA1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4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5" name="Freeform 1987">
              <a:extLst>
                <a:ext uri="{FF2B5EF4-FFF2-40B4-BE49-F238E27FC236}">
                  <a16:creationId xmlns:a16="http://schemas.microsoft.com/office/drawing/2014/main" id="{E8FE135C-35E1-35CE-52B2-EE0A8345E0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7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6" name="Freeform 1988">
              <a:extLst>
                <a:ext uri="{FF2B5EF4-FFF2-40B4-BE49-F238E27FC236}">
                  <a16:creationId xmlns:a16="http://schemas.microsoft.com/office/drawing/2014/main" id="{63941050-4E0F-AFB4-B161-122A217A8F1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2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7" name="Freeform 1989">
              <a:extLst>
                <a:ext uri="{FF2B5EF4-FFF2-40B4-BE49-F238E27FC236}">
                  <a16:creationId xmlns:a16="http://schemas.microsoft.com/office/drawing/2014/main" id="{DB3B822F-19A6-3B4B-CC50-E050694E06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5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8" name="Freeform 1990">
              <a:extLst>
                <a:ext uri="{FF2B5EF4-FFF2-40B4-BE49-F238E27FC236}">
                  <a16:creationId xmlns:a16="http://schemas.microsoft.com/office/drawing/2014/main" id="{38323732-809F-FB63-1E61-6CAF62CC7AF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8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39" name="Freeform 1991">
              <a:extLst>
                <a:ext uri="{FF2B5EF4-FFF2-40B4-BE49-F238E27FC236}">
                  <a16:creationId xmlns:a16="http://schemas.microsoft.com/office/drawing/2014/main" id="{FD87F308-8F57-CB8E-93E6-C056BFDC7DF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2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0" name="Freeform 1992">
              <a:extLst>
                <a:ext uri="{FF2B5EF4-FFF2-40B4-BE49-F238E27FC236}">
                  <a16:creationId xmlns:a16="http://schemas.microsoft.com/office/drawing/2014/main" id="{22752ABA-9957-D00A-F4F6-29250298110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56" y="2647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6" y="6"/>
                  </a:moveTo>
                  <a:cubicBezTo>
                    <a:pt x="6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2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1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1" name="Freeform 1993">
              <a:extLst>
                <a:ext uri="{FF2B5EF4-FFF2-40B4-BE49-F238E27FC236}">
                  <a16:creationId xmlns:a16="http://schemas.microsoft.com/office/drawing/2014/main" id="{D3D3FD2C-9E64-9BB5-00D0-A33D1C84973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0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2" name="Freeform 1994">
              <a:extLst>
                <a:ext uri="{FF2B5EF4-FFF2-40B4-BE49-F238E27FC236}">
                  <a16:creationId xmlns:a16="http://schemas.microsoft.com/office/drawing/2014/main" id="{92D60CD6-60E0-5CA2-5969-AA363E24C76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3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3" name="Freeform 1995">
              <a:extLst>
                <a:ext uri="{FF2B5EF4-FFF2-40B4-BE49-F238E27FC236}">
                  <a16:creationId xmlns:a16="http://schemas.microsoft.com/office/drawing/2014/main" id="{94EF0593-B406-F27B-F99B-399E99C4DF9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6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4" name="Freeform 1996">
              <a:extLst>
                <a:ext uri="{FF2B5EF4-FFF2-40B4-BE49-F238E27FC236}">
                  <a16:creationId xmlns:a16="http://schemas.microsoft.com/office/drawing/2014/main" id="{D44B5B34-9D16-FE1A-373E-0FC4B4C8237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0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5" name="Freeform 1997">
              <a:extLst>
                <a:ext uri="{FF2B5EF4-FFF2-40B4-BE49-F238E27FC236}">
                  <a16:creationId xmlns:a16="http://schemas.microsoft.com/office/drawing/2014/main" id="{D8E4FDE1-2E50-2F78-5B45-717D467ABD2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4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6" name="Freeform 1998">
              <a:extLst>
                <a:ext uri="{FF2B5EF4-FFF2-40B4-BE49-F238E27FC236}">
                  <a16:creationId xmlns:a16="http://schemas.microsoft.com/office/drawing/2014/main" id="{792DB700-6893-EA5A-ECF2-4155A10890E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7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7" name="Freeform 1999">
              <a:extLst>
                <a:ext uri="{FF2B5EF4-FFF2-40B4-BE49-F238E27FC236}">
                  <a16:creationId xmlns:a16="http://schemas.microsoft.com/office/drawing/2014/main" id="{D4121CB1-16BB-23E0-F5C6-2BC7B41CB5C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14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8" name="Freeform 2000">
              <a:extLst>
                <a:ext uri="{FF2B5EF4-FFF2-40B4-BE49-F238E27FC236}">
                  <a16:creationId xmlns:a16="http://schemas.microsoft.com/office/drawing/2014/main" id="{E47CA1E2-C119-E834-E130-9617626EAE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4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49" name="Freeform 2001">
              <a:extLst>
                <a:ext uri="{FF2B5EF4-FFF2-40B4-BE49-F238E27FC236}">
                  <a16:creationId xmlns:a16="http://schemas.microsoft.com/office/drawing/2014/main" id="{0568878F-6DCC-79A3-5C3F-8659201E1F3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81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0" name="Freeform 2002">
              <a:extLst>
                <a:ext uri="{FF2B5EF4-FFF2-40B4-BE49-F238E27FC236}">
                  <a16:creationId xmlns:a16="http://schemas.microsoft.com/office/drawing/2014/main" id="{CC7C18F6-DA1B-5797-5C46-3C0794F642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2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1" name="Freeform 2003">
              <a:extLst>
                <a:ext uri="{FF2B5EF4-FFF2-40B4-BE49-F238E27FC236}">
                  <a16:creationId xmlns:a16="http://schemas.microsoft.com/office/drawing/2014/main" id="{8C133823-5B68-0A22-0B9B-97A5C776BBF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2" name="Freeform 2004">
              <a:extLst>
                <a:ext uri="{FF2B5EF4-FFF2-40B4-BE49-F238E27FC236}">
                  <a16:creationId xmlns:a16="http://schemas.microsoft.com/office/drawing/2014/main" id="{B7598C68-6AD0-4DAE-90BD-EC62DF8A001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9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3" name="Freeform 2005">
              <a:extLst>
                <a:ext uri="{FF2B5EF4-FFF2-40B4-BE49-F238E27FC236}">
                  <a16:creationId xmlns:a16="http://schemas.microsoft.com/office/drawing/2014/main" id="{C4F79A8A-F860-0ECF-EF36-DD450379129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2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4" name="Freeform 2006">
              <a:extLst>
                <a:ext uri="{FF2B5EF4-FFF2-40B4-BE49-F238E27FC236}">
                  <a16:creationId xmlns:a16="http://schemas.microsoft.com/office/drawing/2014/main" id="{D65AC4BF-64B4-67C4-25A0-BA6D45F4279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71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2"/>
                  </a:moveTo>
                  <a:lnTo>
                    <a:pt x="1" y="2"/>
                  </a:lnTo>
                  <a:lnTo>
                    <a:pt x="1" y="1"/>
                  </a:lnTo>
                  <a:lnTo>
                    <a:pt x="1" y="2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5" name="Freeform 2007">
              <a:extLst>
                <a:ext uri="{FF2B5EF4-FFF2-40B4-BE49-F238E27FC236}">
                  <a16:creationId xmlns:a16="http://schemas.microsoft.com/office/drawing/2014/main" id="{39FD7EBC-90B7-785E-BC8D-2C68A6FA83F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0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6" name="Freeform 2008">
              <a:extLst>
                <a:ext uri="{FF2B5EF4-FFF2-40B4-BE49-F238E27FC236}">
                  <a16:creationId xmlns:a16="http://schemas.microsoft.com/office/drawing/2014/main" id="{C27574D9-D85F-0A74-B778-8E4A30793CD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3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7" name="Freeform 2009">
              <a:extLst>
                <a:ext uri="{FF2B5EF4-FFF2-40B4-BE49-F238E27FC236}">
                  <a16:creationId xmlns:a16="http://schemas.microsoft.com/office/drawing/2014/main" id="{156DB2A6-82E7-A904-BA5F-24E995A3055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7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8" name="Freeform 2010">
              <a:extLst>
                <a:ext uri="{FF2B5EF4-FFF2-40B4-BE49-F238E27FC236}">
                  <a16:creationId xmlns:a16="http://schemas.microsoft.com/office/drawing/2014/main" id="{38FF40A5-4B0F-2F1F-2B52-449AF9FEECD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0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59" name="Freeform 2011">
              <a:extLst>
                <a:ext uri="{FF2B5EF4-FFF2-40B4-BE49-F238E27FC236}">
                  <a16:creationId xmlns:a16="http://schemas.microsoft.com/office/drawing/2014/main" id="{A023BF63-04CA-ED8A-D354-33B2FD13813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25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0" name="Freeform 2012">
              <a:extLst>
                <a:ext uri="{FF2B5EF4-FFF2-40B4-BE49-F238E27FC236}">
                  <a16:creationId xmlns:a16="http://schemas.microsoft.com/office/drawing/2014/main" id="{8473B4F2-90B8-A86F-5C07-8DF06DE3FC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59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1" name="Freeform 2013">
              <a:extLst>
                <a:ext uri="{FF2B5EF4-FFF2-40B4-BE49-F238E27FC236}">
                  <a16:creationId xmlns:a16="http://schemas.microsoft.com/office/drawing/2014/main" id="{EE4A48CC-2F46-1415-F0D7-CD79A804ECA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9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2" name="Freeform 2014">
              <a:extLst>
                <a:ext uri="{FF2B5EF4-FFF2-40B4-BE49-F238E27FC236}">
                  <a16:creationId xmlns:a16="http://schemas.microsoft.com/office/drawing/2014/main" id="{D7F1AAF8-3B82-B41A-6434-AB71D5F4853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2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4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3" name="Freeform 2015">
              <a:extLst>
                <a:ext uri="{FF2B5EF4-FFF2-40B4-BE49-F238E27FC236}">
                  <a16:creationId xmlns:a16="http://schemas.microsoft.com/office/drawing/2014/main" id="{F66CA55A-2E71-E482-24C4-6E8D12AF1D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7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4" name="Freeform 2016">
              <a:extLst>
                <a:ext uri="{FF2B5EF4-FFF2-40B4-BE49-F238E27FC236}">
                  <a16:creationId xmlns:a16="http://schemas.microsoft.com/office/drawing/2014/main" id="{289F49E5-6A9A-EA8B-747A-AA671A4ABAD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0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5" name="Freeform 2017">
              <a:extLst>
                <a:ext uri="{FF2B5EF4-FFF2-40B4-BE49-F238E27FC236}">
                  <a16:creationId xmlns:a16="http://schemas.microsoft.com/office/drawing/2014/main" id="{98B91CB5-72F0-6A96-B391-AF09BCCDF97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3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6" name="Freeform 2018">
              <a:extLst>
                <a:ext uri="{FF2B5EF4-FFF2-40B4-BE49-F238E27FC236}">
                  <a16:creationId xmlns:a16="http://schemas.microsoft.com/office/drawing/2014/main" id="{46FBFC6C-70A7-98DF-4362-C0DFB13C36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7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7" name="Freeform 2019">
              <a:extLst>
                <a:ext uri="{FF2B5EF4-FFF2-40B4-BE49-F238E27FC236}">
                  <a16:creationId xmlns:a16="http://schemas.microsoft.com/office/drawing/2014/main" id="{7A5ED4F2-8A7D-2A35-C810-B0E4A0EFB6B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16" y="2647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1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8" name="Freeform 2020">
              <a:extLst>
                <a:ext uri="{FF2B5EF4-FFF2-40B4-BE49-F238E27FC236}">
                  <a16:creationId xmlns:a16="http://schemas.microsoft.com/office/drawing/2014/main" id="{CE951681-6E35-5A07-A57A-55E3E326951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4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69" name="Freeform 2021">
              <a:extLst>
                <a:ext uri="{FF2B5EF4-FFF2-40B4-BE49-F238E27FC236}">
                  <a16:creationId xmlns:a16="http://schemas.microsoft.com/office/drawing/2014/main" id="{D00828F0-C1EC-D1E4-67FF-3C529850622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8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0" name="Freeform 2022">
              <a:extLst>
                <a:ext uri="{FF2B5EF4-FFF2-40B4-BE49-F238E27FC236}">
                  <a16:creationId xmlns:a16="http://schemas.microsoft.com/office/drawing/2014/main" id="{6C44C3C6-6369-3BB7-AA8F-F92D0C17419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1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1" name="Freeform 2023">
              <a:extLst>
                <a:ext uri="{FF2B5EF4-FFF2-40B4-BE49-F238E27FC236}">
                  <a16:creationId xmlns:a16="http://schemas.microsoft.com/office/drawing/2014/main" id="{173DF58B-5AD3-703D-ADA2-A979751AAB7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50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2" name="Freeform 2024">
              <a:extLst>
                <a:ext uri="{FF2B5EF4-FFF2-40B4-BE49-F238E27FC236}">
                  <a16:creationId xmlns:a16="http://schemas.microsoft.com/office/drawing/2014/main" id="{FA89D617-64C6-9EAA-2DE6-BED397FF46F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9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3" name="Freeform 2025">
              <a:extLst>
                <a:ext uri="{FF2B5EF4-FFF2-40B4-BE49-F238E27FC236}">
                  <a16:creationId xmlns:a16="http://schemas.microsoft.com/office/drawing/2014/main" id="{FD6B4368-0DB9-C5F7-73F0-07996DA623C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2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2" y="1"/>
                  </a:lnTo>
                  <a:lnTo>
                    <a:pt x="2" y="2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4" name="Freeform 2026">
              <a:extLst>
                <a:ext uri="{FF2B5EF4-FFF2-40B4-BE49-F238E27FC236}">
                  <a16:creationId xmlns:a16="http://schemas.microsoft.com/office/drawing/2014/main" id="{59E06F39-C96D-4174-94CC-C475098C7E9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6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5" name="Freeform 2027">
              <a:extLst>
                <a:ext uri="{FF2B5EF4-FFF2-40B4-BE49-F238E27FC236}">
                  <a16:creationId xmlns:a16="http://schemas.microsoft.com/office/drawing/2014/main" id="{2F68AA59-3CC4-A3EA-8E4A-462012E8F4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96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6" name="Freeform 2028">
              <a:extLst>
                <a:ext uri="{FF2B5EF4-FFF2-40B4-BE49-F238E27FC236}">
                  <a16:creationId xmlns:a16="http://schemas.microsoft.com/office/drawing/2014/main" id="{A6089E32-C24D-25C7-0A3C-D913E2C336F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28" y="2647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1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6" y="6"/>
                  </a:moveTo>
                  <a:cubicBezTo>
                    <a:pt x="6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7"/>
                  </a:move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7" name="Freeform 2029">
              <a:extLst>
                <a:ext uri="{FF2B5EF4-FFF2-40B4-BE49-F238E27FC236}">
                  <a16:creationId xmlns:a16="http://schemas.microsoft.com/office/drawing/2014/main" id="{A852761F-2F7F-8767-258D-A8730977AF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74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8" name="Freeform 2030">
              <a:extLst>
                <a:ext uri="{FF2B5EF4-FFF2-40B4-BE49-F238E27FC236}">
                  <a16:creationId xmlns:a16="http://schemas.microsoft.com/office/drawing/2014/main" id="{B0FADF61-5016-E067-A2A1-959A6A8105E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07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79" name="Freeform 2031">
              <a:extLst>
                <a:ext uri="{FF2B5EF4-FFF2-40B4-BE49-F238E27FC236}">
                  <a16:creationId xmlns:a16="http://schemas.microsoft.com/office/drawing/2014/main" id="{B3766A02-5DC4-3B83-81AB-EEB9D330D26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4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0" name="Freeform 2032">
              <a:extLst>
                <a:ext uri="{FF2B5EF4-FFF2-40B4-BE49-F238E27FC236}">
                  <a16:creationId xmlns:a16="http://schemas.microsoft.com/office/drawing/2014/main" id="{2E55D57C-A9CE-8442-6EC5-113EC56653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74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1" name="Freeform 2033">
              <a:extLst>
                <a:ext uri="{FF2B5EF4-FFF2-40B4-BE49-F238E27FC236}">
                  <a16:creationId xmlns:a16="http://schemas.microsoft.com/office/drawing/2014/main" id="{03F4D201-EF82-0EBA-5191-A8F4627E11A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19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4" y="4"/>
                  </a:lnTo>
                  <a:close/>
                  <a:moveTo>
                    <a:pt x="5" y="6"/>
                  </a:moveTo>
                  <a:cubicBezTo>
                    <a:pt x="5" y="6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2"/>
                  </a:lnTo>
                  <a:cubicBezTo>
                    <a:pt x="1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2" name="Freeform 2034">
              <a:extLst>
                <a:ext uri="{FF2B5EF4-FFF2-40B4-BE49-F238E27FC236}">
                  <a16:creationId xmlns:a16="http://schemas.microsoft.com/office/drawing/2014/main" id="{C2877A58-07F4-333F-90EE-8A58245EE70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52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3" name="Freeform 2035">
              <a:extLst>
                <a:ext uri="{FF2B5EF4-FFF2-40B4-BE49-F238E27FC236}">
                  <a16:creationId xmlns:a16="http://schemas.microsoft.com/office/drawing/2014/main" id="{21B2BE93-B474-FD6A-1E67-DE116D94CE1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86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4" name="Freeform 2036">
              <a:extLst>
                <a:ext uri="{FF2B5EF4-FFF2-40B4-BE49-F238E27FC236}">
                  <a16:creationId xmlns:a16="http://schemas.microsoft.com/office/drawing/2014/main" id="{96FB4D7B-B990-31EC-9D76-0BD83812A66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20" y="2647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5" name="Freeform 2037">
              <a:extLst>
                <a:ext uri="{FF2B5EF4-FFF2-40B4-BE49-F238E27FC236}">
                  <a16:creationId xmlns:a16="http://schemas.microsoft.com/office/drawing/2014/main" id="{0A3D3013-0746-5E79-EEE4-3A647ABDB97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53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4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4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5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4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2" y="3"/>
                  </a:lnTo>
                  <a:cubicBezTo>
                    <a:pt x="2" y="4"/>
                    <a:pt x="2" y="4"/>
                    <a:pt x="2" y="4"/>
                  </a:cubicBezTo>
                  <a:lnTo>
                    <a:pt x="1" y="5"/>
                  </a:lnTo>
                  <a:close/>
                  <a:moveTo>
                    <a:pt x="0" y="3"/>
                  </a:moveTo>
                  <a:cubicBezTo>
                    <a:pt x="0" y="3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1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6" name="Freeform 2038">
              <a:extLst>
                <a:ext uri="{FF2B5EF4-FFF2-40B4-BE49-F238E27FC236}">
                  <a16:creationId xmlns:a16="http://schemas.microsoft.com/office/drawing/2014/main" id="{C724E63A-3132-6A56-356B-BE8FF918D51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98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1" y="8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87" name="Freeform 2039">
              <a:extLst>
                <a:ext uri="{FF2B5EF4-FFF2-40B4-BE49-F238E27FC236}">
                  <a16:creationId xmlns:a16="http://schemas.microsoft.com/office/drawing/2014/main" id="{D9B0382F-4365-1A45-1217-6BA98100D3E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31" y="2647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5" y="8"/>
                </a:cxn>
                <a:cxn ang="0">
                  <a:pos x="3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3" y="8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5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4"/>
                  </a:lnTo>
                  <a:close/>
                  <a:moveTo>
                    <a:pt x="5" y="6"/>
                  </a:moveTo>
                  <a:cubicBezTo>
                    <a:pt x="5" y="6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4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3"/>
                  </a:cubicBezTo>
                  <a:lnTo>
                    <a:pt x="1" y="3"/>
                  </a:lnTo>
                  <a:cubicBezTo>
                    <a:pt x="1" y="4"/>
                    <a:pt x="1" y="4"/>
                    <a:pt x="1" y="4"/>
                  </a:cubicBezTo>
                  <a:lnTo>
                    <a:pt x="0" y="5"/>
                  </a:lnTo>
                  <a:close/>
                  <a:moveTo>
                    <a:pt x="0" y="3"/>
                  </a:moveTo>
                  <a:cubicBezTo>
                    <a:pt x="0" y="3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1"/>
                    <a:pt x="1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3558" name="Group 2040">
            <a:extLst>
              <a:ext uri="{FF2B5EF4-FFF2-40B4-BE49-F238E27FC236}">
                <a16:creationId xmlns:a16="http://schemas.microsoft.com/office/drawing/2014/main" id="{093E79AA-30A2-F583-7684-70A5289B9F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05350" y="2971800"/>
            <a:ext cx="2781300" cy="130175"/>
            <a:chOff x="1936" y="3251"/>
            <a:chExt cx="2136" cy="100"/>
          </a:xfrm>
        </p:grpSpPr>
        <p:sp>
          <p:nvSpPr>
            <p:cNvPr id="439289" name="Freeform 2041">
              <a:extLst>
                <a:ext uri="{FF2B5EF4-FFF2-40B4-BE49-F238E27FC236}">
                  <a16:creationId xmlns:a16="http://schemas.microsoft.com/office/drawing/2014/main" id="{1EB7734C-782D-BD27-F6F1-CF92F7DFEF6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36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0" name="Freeform 2042">
              <a:extLst>
                <a:ext uri="{FF2B5EF4-FFF2-40B4-BE49-F238E27FC236}">
                  <a16:creationId xmlns:a16="http://schemas.microsoft.com/office/drawing/2014/main" id="{6B7AF38D-AECC-AF32-6EDA-7F71CE300E9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0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1" name="Freeform 2043">
              <a:extLst>
                <a:ext uri="{FF2B5EF4-FFF2-40B4-BE49-F238E27FC236}">
                  <a16:creationId xmlns:a16="http://schemas.microsoft.com/office/drawing/2014/main" id="{E5478D81-AC77-E408-F0C5-C4142E278EF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03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2" name="Freeform 2044">
              <a:extLst>
                <a:ext uri="{FF2B5EF4-FFF2-40B4-BE49-F238E27FC236}">
                  <a16:creationId xmlns:a16="http://schemas.microsoft.com/office/drawing/2014/main" id="{579BED8C-E051-2E13-A21B-226BA69FAD1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37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3" name="Freeform 2045">
              <a:extLst>
                <a:ext uri="{FF2B5EF4-FFF2-40B4-BE49-F238E27FC236}">
                  <a16:creationId xmlns:a16="http://schemas.microsoft.com/office/drawing/2014/main" id="{49DB4322-D563-B830-8C98-B5FC309026A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082" y="3262"/>
              <a:ext cx="55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4" name="Freeform 2046">
              <a:extLst>
                <a:ext uri="{FF2B5EF4-FFF2-40B4-BE49-F238E27FC236}">
                  <a16:creationId xmlns:a16="http://schemas.microsoft.com/office/drawing/2014/main" id="{2BC81AEB-F077-DF93-B183-D6101543AA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15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5" y="4"/>
                </a:cxn>
                <a:cxn ang="0">
                  <a:pos x="2" y="2"/>
                </a:cxn>
                <a:cxn ang="0">
                  <a:pos x="5" y="4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4" y="7"/>
                </a:cxn>
                <a:cxn ang="0">
                  <a:pos x="3" y="5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9295" name="Freeform 2047">
              <a:extLst>
                <a:ext uri="{FF2B5EF4-FFF2-40B4-BE49-F238E27FC236}">
                  <a16:creationId xmlns:a16="http://schemas.microsoft.com/office/drawing/2014/main" id="{128DF569-5E83-7B08-26C6-0F29ED29EB7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49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6" name="Freeform 2048">
              <a:extLst>
                <a:ext uri="{FF2B5EF4-FFF2-40B4-BE49-F238E27FC236}">
                  <a16:creationId xmlns:a16="http://schemas.microsoft.com/office/drawing/2014/main" id="{E90F36D3-2B63-BF7B-CA22-036664E1621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182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3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7" name="Freeform 2049">
              <a:extLst>
                <a:ext uri="{FF2B5EF4-FFF2-40B4-BE49-F238E27FC236}">
                  <a16:creationId xmlns:a16="http://schemas.microsoft.com/office/drawing/2014/main" id="{BBE2E190-BC66-ECD7-4112-2CFCEC35796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16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3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3" y="1"/>
                  </a:lnTo>
                  <a:lnTo>
                    <a:pt x="4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8" name="Freeform 2050">
              <a:extLst>
                <a:ext uri="{FF2B5EF4-FFF2-40B4-BE49-F238E27FC236}">
                  <a16:creationId xmlns:a16="http://schemas.microsoft.com/office/drawing/2014/main" id="{431426B1-1D6C-2B4D-E40A-3EA2F63E0A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60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4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899" name="Freeform 2051">
              <a:extLst>
                <a:ext uri="{FF2B5EF4-FFF2-40B4-BE49-F238E27FC236}">
                  <a16:creationId xmlns:a16="http://schemas.microsoft.com/office/drawing/2014/main" id="{CFAA1D18-BB21-8162-ABEF-F44EE0D7744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94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0" name="Freeform 2052">
              <a:extLst>
                <a:ext uri="{FF2B5EF4-FFF2-40B4-BE49-F238E27FC236}">
                  <a16:creationId xmlns:a16="http://schemas.microsoft.com/office/drawing/2014/main" id="{1FB6EF2F-D76C-83FF-FEF7-153F151DF3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29" y="3262"/>
              <a:ext cx="55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3" y="1"/>
                  </a:lnTo>
                  <a:lnTo>
                    <a:pt x="2" y="2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1" name="Freeform 2053">
              <a:extLst>
                <a:ext uri="{FF2B5EF4-FFF2-40B4-BE49-F238E27FC236}">
                  <a16:creationId xmlns:a16="http://schemas.microsoft.com/office/drawing/2014/main" id="{7F049D52-F341-6825-84AE-C815C5B3DCB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361" y="3262"/>
              <a:ext cx="56" cy="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4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4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2" name="Freeform 2054">
              <a:extLst>
                <a:ext uri="{FF2B5EF4-FFF2-40B4-BE49-F238E27FC236}">
                  <a16:creationId xmlns:a16="http://schemas.microsoft.com/office/drawing/2014/main" id="{F2C5C82D-71D0-C120-4B20-6664CD43845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67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3" name="Freeform 2055">
              <a:extLst>
                <a:ext uri="{FF2B5EF4-FFF2-40B4-BE49-F238E27FC236}">
                  <a16:creationId xmlns:a16="http://schemas.microsoft.com/office/drawing/2014/main" id="{2351E0CA-32F6-EB2F-86ED-5034682A6E1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01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4" name="Freeform 2056">
              <a:extLst>
                <a:ext uri="{FF2B5EF4-FFF2-40B4-BE49-F238E27FC236}">
                  <a16:creationId xmlns:a16="http://schemas.microsoft.com/office/drawing/2014/main" id="{C0E7E1DC-1E95-1493-75CE-05C04D7788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36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5" name="Freeform 2057">
              <a:extLst>
                <a:ext uri="{FF2B5EF4-FFF2-40B4-BE49-F238E27FC236}">
                  <a16:creationId xmlns:a16="http://schemas.microsoft.com/office/drawing/2014/main" id="{D5F91856-387C-725E-E8D5-7EF02C9F9BD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6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1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1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6" name="Freeform 2058">
              <a:extLst>
                <a:ext uri="{FF2B5EF4-FFF2-40B4-BE49-F238E27FC236}">
                  <a16:creationId xmlns:a16="http://schemas.microsoft.com/office/drawing/2014/main" id="{A912E05A-C9F7-4374-2DCC-DF9FA8742DA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1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5" y="5"/>
                </a:cxn>
                <a:cxn ang="0">
                  <a:pos x="2" y="2"/>
                </a:cxn>
                <a:cxn ang="0">
                  <a:pos x="5" y="5"/>
                </a:cxn>
                <a:cxn ang="0">
                  <a:pos x="3" y="6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3" y="6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2" y="7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7" name="Freeform 2059">
              <a:extLst>
                <a:ext uri="{FF2B5EF4-FFF2-40B4-BE49-F238E27FC236}">
                  <a16:creationId xmlns:a16="http://schemas.microsoft.com/office/drawing/2014/main" id="{652EA565-4943-EB13-561A-E48943FFE72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47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8" name="Freeform 2060">
              <a:extLst>
                <a:ext uri="{FF2B5EF4-FFF2-40B4-BE49-F238E27FC236}">
                  <a16:creationId xmlns:a16="http://schemas.microsoft.com/office/drawing/2014/main" id="{2BE53F37-CAEE-1092-A00A-42ABCABB15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57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09" name="Freeform 2061">
              <a:extLst>
                <a:ext uri="{FF2B5EF4-FFF2-40B4-BE49-F238E27FC236}">
                  <a16:creationId xmlns:a16="http://schemas.microsoft.com/office/drawing/2014/main" id="{299009CA-0467-31CE-25A9-3193504257A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14" y="3251"/>
              <a:ext cx="55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5" y="5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0" name="Freeform 2062">
              <a:extLst>
                <a:ext uri="{FF2B5EF4-FFF2-40B4-BE49-F238E27FC236}">
                  <a16:creationId xmlns:a16="http://schemas.microsoft.com/office/drawing/2014/main" id="{6B99B3BF-FC34-1BF0-4548-DD1ACD2AA3E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57" y="3251"/>
              <a:ext cx="56" cy="1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1" y="0"/>
                  </a:lnTo>
                  <a:close/>
                  <a:moveTo>
                    <a:pt x="2" y="1"/>
                  </a:moveTo>
                  <a:cubicBezTo>
                    <a:pt x="2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4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4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6"/>
                    <a:pt x="3" y="5"/>
                    <a:pt x="3" y="5"/>
                  </a:cubicBezTo>
                  <a:lnTo>
                    <a:pt x="4" y="5"/>
                  </a:lnTo>
                  <a:close/>
                  <a:moveTo>
                    <a:pt x="5" y="6"/>
                  </a:moveTo>
                  <a:cubicBezTo>
                    <a:pt x="5" y="7"/>
                    <a:pt x="4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2"/>
                  </a:lnTo>
                  <a:cubicBezTo>
                    <a:pt x="1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1" name="Freeform 2063">
              <a:extLst>
                <a:ext uri="{FF2B5EF4-FFF2-40B4-BE49-F238E27FC236}">
                  <a16:creationId xmlns:a16="http://schemas.microsoft.com/office/drawing/2014/main" id="{079083C7-124A-8C43-2B93-56AF6EF33D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69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2" name="Freeform 2064">
              <a:extLst>
                <a:ext uri="{FF2B5EF4-FFF2-40B4-BE49-F238E27FC236}">
                  <a16:creationId xmlns:a16="http://schemas.microsoft.com/office/drawing/2014/main" id="{411C41F5-6FE7-71C5-CC40-3262FF54961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25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3" name="Freeform 2065">
              <a:extLst>
                <a:ext uri="{FF2B5EF4-FFF2-40B4-BE49-F238E27FC236}">
                  <a16:creationId xmlns:a16="http://schemas.microsoft.com/office/drawing/2014/main" id="{F8207072-F056-1E42-6FCF-3795CE865C6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9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2"/>
                  </a:moveTo>
                  <a:lnTo>
                    <a:pt x="2" y="2"/>
                  </a:lnTo>
                  <a:lnTo>
                    <a:pt x="3" y="1"/>
                  </a:lnTo>
                  <a:lnTo>
                    <a:pt x="2" y="2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2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4" name="Freeform 2066">
              <a:extLst>
                <a:ext uri="{FF2B5EF4-FFF2-40B4-BE49-F238E27FC236}">
                  <a16:creationId xmlns:a16="http://schemas.microsoft.com/office/drawing/2014/main" id="{EC9CB693-F819-E8F1-71B4-911340DBB37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92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5" y="5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5" y="8"/>
                </a:cxn>
                <a:cxn ang="0">
                  <a:pos x="3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2" y="4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lnTo>
                    <a:pt x="3" y="1"/>
                  </a:ln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6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lnTo>
                    <a:pt x="2" y="8"/>
                  </a:lnTo>
                  <a:lnTo>
                    <a:pt x="3" y="8"/>
                  </a:ln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5" name="Freeform 2067">
              <a:extLst>
                <a:ext uri="{FF2B5EF4-FFF2-40B4-BE49-F238E27FC236}">
                  <a16:creationId xmlns:a16="http://schemas.microsoft.com/office/drawing/2014/main" id="{58059AD5-EE53-954F-2019-EC8CD685BB4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37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3" y="7"/>
                </a:cxn>
                <a:cxn ang="0">
                  <a:pos x="1" y="8"/>
                </a:cxn>
                <a:cxn ang="0">
                  <a:pos x="1" y="5"/>
                </a:cxn>
                <a:cxn ang="0">
                  <a:pos x="1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2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1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1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1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6" name="Freeform 2068">
              <a:extLst>
                <a:ext uri="{FF2B5EF4-FFF2-40B4-BE49-F238E27FC236}">
                  <a16:creationId xmlns:a16="http://schemas.microsoft.com/office/drawing/2014/main" id="{60D09BBA-C20F-7280-6E31-39739AF864B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71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7" name="Freeform 2069">
              <a:extLst>
                <a:ext uri="{FF2B5EF4-FFF2-40B4-BE49-F238E27FC236}">
                  <a16:creationId xmlns:a16="http://schemas.microsoft.com/office/drawing/2014/main" id="{1A2E3699-1849-3C2D-FF58-AE7963BE614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04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4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3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3" y="4"/>
                    <a:pt x="3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3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9"/>
                  </a:moveTo>
                  <a:lnTo>
                    <a:pt x="2" y="9"/>
                  </a:lnTo>
                  <a:lnTo>
                    <a:pt x="3" y="8"/>
                  </a:lnTo>
                  <a:lnTo>
                    <a:pt x="2" y="9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0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8" name="Freeform 2070">
              <a:extLst>
                <a:ext uri="{FF2B5EF4-FFF2-40B4-BE49-F238E27FC236}">
                  <a16:creationId xmlns:a16="http://schemas.microsoft.com/office/drawing/2014/main" id="{A952EA08-AE69-0F04-D53A-45398699789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38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5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3" y="1"/>
                    <a:pt x="4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5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3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1" y="8"/>
                    <a:pt x="1" y="6"/>
                    <a:pt x="0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1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19" name="Freeform 2071">
              <a:extLst>
                <a:ext uri="{FF2B5EF4-FFF2-40B4-BE49-F238E27FC236}">
                  <a16:creationId xmlns:a16="http://schemas.microsoft.com/office/drawing/2014/main" id="{72E6A5F8-3B26-0EA4-5A8D-F3F07B0DAB1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71" y="3251"/>
              <a:ext cx="67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5"/>
                </a:cxn>
                <a:cxn ang="0">
                  <a:pos x="4" y="1"/>
                </a:cxn>
                <a:cxn ang="0">
                  <a:pos x="6" y="6"/>
                </a:cxn>
                <a:cxn ang="0">
                  <a:pos x="4" y="5"/>
                </a:cxn>
                <a:cxn ang="0">
                  <a:pos x="6" y="6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4" y="9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3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1"/>
                    <a:pt x="3" y="1"/>
                  </a:cubicBezTo>
                  <a:lnTo>
                    <a:pt x="3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3" y="1"/>
                  </a:moveTo>
                  <a:cubicBezTo>
                    <a:pt x="3" y="1"/>
                    <a:pt x="4" y="1"/>
                    <a:pt x="4" y="1"/>
                  </a:cubicBezTo>
                  <a:lnTo>
                    <a:pt x="3" y="2"/>
                  </a:lnTo>
                  <a:cubicBezTo>
                    <a:pt x="3" y="2"/>
                    <a:pt x="3" y="2"/>
                    <a:pt x="3" y="2"/>
                  </a:cubicBezTo>
                  <a:lnTo>
                    <a:pt x="3" y="1"/>
                  </a:lnTo>
                  <a:close/>
                  <a:moveTo>
                    <a:pt x="4" y="1"/>
                  </a:moveTo>
                  <a:lnTo>
                    <a:pt x="4" y="1"/>
                  </a:lnTo>
                  <a:lnTo>
                    <a:pt x="3" y="2"/>
                  </a:lnTo>
                  <a:lnTo>
                    <a:pt x="4" y="1"/>
                  </a:lnTo>
                  <a:close/>
                  <a:moveTo>
                    <a:pt x="4" y="1"/>
                  </a:moveTo>
                  <a:cubicBezTo>
                    <a:pt x="4" y="2"/>
                    <a:pt x="5" y="3"/>
                    <a:pt x="5" y="5"/>
                  </a:cubicBezTo>
                  <a:lnTo>
                    <a:pt x="4" y="5"/>
                  </a:lnTo>
                  <a:cubicBezTo>
                    <a:pt x="4" y="4"/>
                    <a:pt x="3" y="3"/>
                    <a:pt x="3" y="2"/>
                  </a:cubicBezTo>
                  <a:lnTo>
                    <a:pt x="4" y="1"/>
                  </a:lnTo>
                  <a:close/>
                  <a:moveTo>
                    <a:pt x="5" y="5"/>
                  </a:moveTo>
                  <a:cubicBezTo>
                    <a:pt x="5" y="5"/>
                    <a:pt x="6" y="5"/>
                    <a:pt x="6" y="6"/>
                  </a:cubicBezTo>
                  <a:lnTo>
                    <a:pt x="4" y="6"/>
                  </a:lnTo>
                  <a:cubicBezTo>
                    <a:pt x="4" y="5"/>
                    <a:pt x="4" y="5"/>
                    <a:pt x="4" y="5"/>
                  </a:cubicBezTo>
                  <a:lnTo>
                    <a:pt x="5" y="5"/>
                  </a:lnTo>
                  <a:close/>
                  <a:moveTo>
                    <a:pt x="6" y="6"/>
                  </a:moveTo>
                  <a:cubicBezTo>
                    <a:pt x="6" y="7"/>
                    <a:pt x="5" y="7"/>
                    <a:pt x="5" y="8"/>
                  </a:cubicBezTo>
                  <a:lnTo>
                    <a:pt x="4" y="7"/>
                  </a:lnTo>
                  <a:cubicBezTo>
                    <a:pt x="4" y="7"/>
                    <a:pt x="4" y="6"/>
                    <a:pt x="4" y="6"/>
                  </a:cubicBezTo>
                  <a:lnTo>
                    <a:pt x="6" y="6"/>
                  </a:lnTo>
                  <a:close/>
                  <a:moveTo>
                    <a:pt x="5" y="8"/>
                  </a:moveTo>
                  <a:cubicBezTo>
                    <a:pt x="5" y="8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8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close/>
                  <a:moveTo>
                    <a:pt x="4" y="9"/>
                  </a:moveTo>
                  <a:lnTo>
                    <a:pt x="4" y="9"/>
                  </a:lnTo>
                  <a:lnTo>
                    <a:pt x="4" y="8"/>
                  </a:lnTo>
                  <a:lnTo>
                    <a:pt x="4" y="9"/>
                  </a:lnTo>
                  <a:close/>
                  <a:moveTo>
                    <a:pt x="4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2" y="8"/>
                  </a:moveTo>
                  <a:cubicBezTo>
                    <a:pt x="2" y="8"/>
                    <a:pt x="1" y="6"/>
                    <a:pt x="1" y="5"/>
                  </a:cubicBezTo>
                  <a:lnTo>
                    <a:pt x="2" y="5"/>
                  </a:lnTo>
                  <a:cubicBezTo>
                    <a:pt x="2" y="6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5"/>
                  </a:moveTo>
                  <a:cubicBezTo>
                    <a:pt x="1" y="4"/>
                    <a:pt x="0" y="4"/>
                    <a:pt x="0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5"/>
                  </a:cubicBezTo>
                  <a:lnTo>
                    <a:pt x="1" y="5"/>
                  </a:lnTo>
                  <a:close/>
                  <a:moveTo>
                    <a:pt x="0" y="4"/>
                  </a:moveTo>
                  <a:cubicBezTo>
                    <a:pt x="0" y="3"/>
                    <a:pt x="1" y="2"/>
                    <a:pt x="1" y="2"/>
                  </a:cubicBezTo>
                  <a:lnTo>
                    <a:pt x="2" y="2"/>
                  </a:lnTo>
                  <a:cubicBezTo>
                    <a:pt x="2" y="3"/>
                    <a:pt x="2" y="3"/>
                    <a:pt x="2" y="4"/>
                  </a:cubicBezTo>
                  <a:lnTo>
                    <a:pt x="0" y="4"/>
                  </a:lnTo>
                  <a:close/>
                  <a:moveTo>
                    <a:pt x="1" y="2"/>
                  </a:moveTo>
                  <a:cubicBezTo>
                    <a:pt x="1" y="1"/>
                    <a:pt x="2" y="1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2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0" name="Freeform 2072">
              <a:extLst>
                <a:ext uri="{FF2B5EF4-FFF2-40B4-BE49-F238E27FC236}">
                  <a16:creationId xmlns:a16="http://schemas.microsoft.com/office/drawing/2014/main" id="{4ECB68CD-1D13-8EA8-7858-1F70361B2C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16" y="3251"/>
              <a:ext cx="56" cy="10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5"/>
                </a:cxn>
                <a:cxn ang="0">
                  <a:pos x="3" y="1"/>
                </a:cxn>
                <a:cxn ang="0">
                  <a:pos x="5" y="6"/>
                </a:cxn>
                <a:cxn ang="0">
                  <a:pos x="3" y="5"/>
                </a:cxn>
                <a:cxn ang="0">
                  <a:pos x="5" y="6"/>
                </a:cxn>
                <a:cxn ang="0">
                  <a:pos x="3" y="7"/>
                </a:cxn>
                <a:cxn ang="0">
                  <a:pos x="5" y="6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8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1"/>
                    <a:pt x="2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0"/>
                  </a:lnTo>
                  <a:close/>
                  <a:moveTo>
                    <a:pt x="2" y="1"/>
                  </a:moveTo>
                  <a:cubicBezTo>
                    <a:pt x="3" y="1"/>
                    <a:pt x="3" y="1"/>
                    <a:pt x="3" y="1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2" y="1"/>
                  </a:lnTo>
                  <a:close/>
                  <a:moveTo>
                    <a:pt x="3" y="1"/>
                  </a:moveTo>
                  <a:cubicBezTo>
                    <a:pt x="4" y="2"/>
                    <a:pt x="4" y="3"/>
                    <a:pt x="5" y="5"/>
                  </a:cubicBezTo>
                  <a:lnTo>
                    <a:pt x="3" y="5"/>
                  </a:lnTo>
                  <a:cubicBezTo>
                    <a:pt x="3" y="4"/>
                    <a:pt x="2" y="3"/>
                    <a:pt x="2" y="2"/>
                  </a:cubicBezTo>
                  <a:lnTo>
                    <a:pt x="3" y="1"/>
                  </a:lnTo>
                  <a:close/>
                  <a:moveTo>
                    <a:pt x="5" y="5"/>
                  </a:moveTo>
                  <a:cubicBezTo>
                    <a:pt x="5" y="5"/>
                    <a:pt x="5" y="5"/>
                    <a:pt x="5" y="6"/>
                  </a:cubicBezTo>
                  <a:lnTo>
                    <a:pt x="3" y="6"/>
                  </a:lnTo>
                  <a:cubicBezTo>
                    <a:pt x="3" y="5"/>
                    <a:pt x="3" y="5"/>
                    <a:pt x="3" y="5"/>
                  </a:cubicBezTo>
                  <a:lnTo>
                    <a:pt x="5" y="5"/>
                  </a:lnTo>
                  <a:close/>
                  <a:moveTo>
                    <a:pt x="5" y="6"/>
                  </a:moveTo>
                  <a:cubicBezTo>
                    <a:pt x="5" y="7"/>
                    <a:pt x="5" y="7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6"/>
                    <a:pt x="3" y="6"/>
                  </a:cubicBezTo>
                  <a:lnTo>
                    <a:pt x="5" y="6"/>
                  </a:lnTo>
                  <a:close/>
                  <a:moveTo>
                    <a:pt x="4" y="8"/>
                  </a:moveTo>
                  <a:cubicBezTo>
                    <a:pt x="4" y="8"/>
                    <a:pt x="4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close/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2" y="9"/>
                    <a:pt x="2" y="9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9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2" y="8"/>
                  </a:lnTo>
                  <a:lnTo>
                    <a:pt x="3" y="7"/>
                  </a:lnTo>
                  <a:close/>
                  <a:moveTo>
                    <a:pt x="2" y="9"/>
                  </a:moveTo>
                  <a:cubicBezTo>
                    <a:pt x="2" y="9"/>
                    <a:pt x="2" y="9"/>
                    <a:pt x="2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9"/>
                  </a:lnTo>
                  <a:close/>
                  <a:moveTo>
                    <a:pt x="2" y="7"/>
                  </a:moveTo>
                  <a:lnTo>
                    <a:pt x="2" y="7"/>
                  </a:lnTo>
                  <a:lnTo>
                    <a:pt x="2" y="8"/>
                  </a:lnTo>
                  <a:lnTo>
                    <a:pt x="2" y="7"/>
                  </a:lnTo>
                  <a:close/>
                  <a:moveTo>
                    <a:pt x="2" y="8"/>
                  </a:moveTo>
                  <a:cubicBezTo>
                    <a:pt x="1" y="8"/>
                    <a:pt x="0" y="6"/>
                    <a:pt x="0" y="5"/>
                  </a:cubicBezTo>
                  <a:lnTo>
                    <a:pt x="1" y="5"/>
                  </a:lnTo>
                  <a:cubicBezTo>
                    <a:pt x="1" y="6"/>
                    <a:pt x="2" y="7"/>
                    <a:pt x="2" y="7"/>
                  </a:cubicBezTo>
                  <a:lnTo>
                    <a:pt x="2" y="8"/>
                  </a:lnTo>
                  <a:close/>
                  <a:moveTo>
                    <a:pt x="0" y="5"/>
                  </a:moveTo>
                  <a:cubicBezTo>
                    <a:pt x="0" y="4"/>
                    <a:pt x="0" y="4"/>
                    <a:pt x="0" y="4"/>
                  </a:cubicBezTo>
                  <a:lnTo>
                    <a:pt x="1" y="4"/>
                  </a:lnTo>
                  <a:cubicBezTo>
                    <a:pt x="1" y="4"/>
                    <a:pt x="1" y="4"/>
                    <a:pt x="1" y="5"/>
                  </a:cubicBezTo>
                  <a:lnTo>
                    <a:pt x="0" y="5"/>
                  </a:lnTo>
                  <a:close/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lnTo>
                    <a:pt x="1" y="2"/>
                  </a:lnTo>
                  <a:cubicBezTo>
                    <a:pt x="1" y="3"/>
                    <a:pt x="1" y="3"/>
                    <a:pt x="1" y="4"/>
                  </a:cubicBezTo>
                  <a:lnTo>
                    <a:pt x="0" y="4"/>
                  </a:lnTo>
                  <a:close/>
                  <a:moveTo>
                    <a:pt x="0" y="2"/>
                  </a:moveTo>
                  <a:cubicBezTo>
                    <a:pt x="0" y="1"/>
                    <a:pt x="1" y="1"/>
                    <a:pt x="1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1" y="2"/>
                  </a:cubicBezTo>
                  <a:lnTo>
                    <a:pt x="0" y="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1" y="0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2"/>
                  </a:lnTo>
                  <a:cubicBezTo>
                    <a:pt x="2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3559" name="Group 2073">
            <a:extLst>
              <a:ext uri="{FF2B5EF4-FFF2-40B4-BE49-F238E27FC236}">
                <a16:creationId xmlns:a16="http://schemas.microsoft.com/office/drawing/2014/main" id="{F3C3D9F1-FBE2-4C31-0245-793751CB87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46700" y="2562225"/>
            <a:ext cx="1222375" cy="117475"/>
            <a:chOff x="2428" y="2937"/>
            <a:chExt cx="939" cy="90"/>
          </a:xfrm>
        </p:grpSpPr>
        <p:sp>
          <p:nvSpPr>
            <p:cNvPr id="464922" name="Freeform 2074">
              <a:extLst>
                <a:ext uri="{FF2B5EF4-FFF2-40B4-BE49-F238E27FC236}">
                  <a16:creationId xmlns:a16="http://schemas.microsoft.com/office/drawing/2014/main" id="{E3EC5C3D-E248-D040-E716-0799A3359D7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9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3" name="Freeform 2075">
              <a:extLst>
                <a:ext uri="{FF2B5EF4-FFF2-40B4-BE49-F238E27FC236}">
                  <a16:creationId xmlns:a16="http://schemas.microsoft.com/office/drawing/2014/main" id="{316A3EC6-ABF8-338C-7C13-E453D97F35D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33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4" name="Freeform 2076">
              <a:extLst>
                <a:ext uri="{FF2B5EF4-FFF2-40B4-BE49-F238E27FC236}">
                  <a16:creationId xmlns:a16="http://schemas.microsoft.com/office/drawing/2014/main" id="{4F8E87EA-0B47-384E-1E8D-4B7B3B1F23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66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3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4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3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7"/>
                  </a:move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4" y="8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1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5" name="Freeform 2077">
              <a:extLst>
                <a:ext uri="{FF2B5EF4-FFF2-40B4-BE49-F238E27FC236}">
                  <a16:creationId xmlns:a16="http://schemas.microsoft.com/office/drawing/2014/main" id="{D42A33E0-1EFC-8150-A6D0-42D8918BD71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1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6" name="Freeform 2078">
              <a:extLst>
                <a:ext uri="{FF2B5EF4-FFF2-40B4-BE49-F238E27FC236}">
                  <a16:creationId xmlns:a16="http://schemas.microsoft.com/office/drawing/2014/main" id="{10EE8D4B-375E-EC68-18E6-D4DCA0E591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4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7" name="Freeform 2079">
              <a:extLst>
                <a:ext uri="{FF2B5EF4-FFF2-40B4-BE49-F238E27FC236}">
                  <a16:creationId xmlns:a16="http://schemas.microsoft.com/office/drawing/2014/main" id="{A1D2E922-39D1-7459-E862-9C4B9A94D12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27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8" name="Freeform 2080">
              <a:extLst>
                <a:ext uri="{FF2B5EF4-FFF2-40B4-BE49-F238E27FC236}">
                  <a16:creationId xmlns:a16="http://schemas.microsoft.com/office/drawing/2014/main" id="{9EEB2F2D-50F1-D593-07B7-A807D9D96C0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312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29" name="Freeform 2081">
              <a:extLst>
                <a:ext uri="{FF2B5EF4-FFF2-40B4-BE49-F238E27FC236}">
                  <a16:creationId xmlns:a16="http://schemas.microsoft.com/office/drawing/2014/main" id="{E2B3FC93-EC14-F952-20FB-D3D8977451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2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0" name="Freeform 2082">
              <a:extLst>
                <a:ext uri="{FF2B5EF4-FFF2-40B4-BE49-F238E27FC236}">
                  <a16:creationId xmlns:a16="http://schemas.microsoft.com/office/drawing/2014/main" id="{46E681D6-F6FD-7CBE-DE5C-47884A6EDE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62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1" name="Freeform 2083">
              <a:extLst>
                <a:ext uri="{FF2B5EF4-FFF2-40B4-BE49-F238E27FC236}">
                  <a16:creationId xmlns:a16="http://schemas.microsoft.com/office/drawing/2014/main" id="{38765528-5563-F889-404B-03EEF4289BA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95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2" name="Freeform 2084">
              <a:extLst>
                <a:ext uri="{FF2B5EF4-FFF2-40B4-BE49-F238E27FC236}">
                  <a16:creationId xmlns:a16="http://schemas.microsoft.com/office/drawing/2014/main" id="{45366498-7696-E9DA-CC0C-0656AD4866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2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3" name="Freeform 2085">
              <a:extLst>
                <a:ext uri="{FF2B5EF4-FFF2-40B4-BE49-F238E27FC236}">
                  <a16:creationId xmlns:a16="http://schemas.microsoft.com/office/drawing/2014/main" id="{31530376-29DB-E60F-1A77-441771A1293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574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4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1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1"/>
                  </a:lnTo>
                  <a:cubicBezTo>
                    <a:pt x="1" y="1"/>
                    <a:pt x="2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4" name="Freeform 2086">
              <a:extLst>
                <a:ext uri="{FF2B5EF4-FFF2-40B4-BE49-F238E27FC236}">
                  <a16:creationId xmlns:a16="http://schemas.microsoft.com/office/drawing/2014/main" id="{AE9B13DA-863C-EDE3-7858-286A89A2DD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0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2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5" name="Freeform 2087">
              <a:extLst>
                <a:ext uri="{FF2B5EF4-FFF2-40B4-BE49-F238E27FC236}">
                  <a16:creationId xmlns:a16="http://schemas.microsoft.com/office/drawing/2014/main" id="{A18F4A8D-9960-BEAF-F99B-08DD5EE55C1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4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6" name="Freeform 2088">
              <a:extLst>
                <a:ext uri="{FF2B5EF4-FFF2-40B4-BE49-F238E27FC236}">
                  <a16:creationId xmlns:a16="http://schemas.microsoft.com/office/drawing/2014/main" id="{07D8E822-AF58-37E3-4028-D3C5A668FDE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67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7" name="Freeform 2089">
              <a:extLst>
                <a:ext uri="{FF2B5EF4-FFF2-40B4-BE49-F238E27FC236}">
                  <a16:creationId xmlns:a16="http://schemas.microsoft.com/office/drawing/2014/main" id="{883A53BD-CA15-C629-FBA1-76504189958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08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8" name="Freeform 2090">
              <a:extLst>
                <a:ext uri="{FF2B5EF4-FFF2-40B4-BE49-F238E27FC236}">
                  <a16:creationId xmlns:a16="http://schemas.microsoft.com/office/drawing/2014/main" id="{7B5E04A2-DCA3-8D07-12F5-1A4636F9020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41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39" name="Freeform 2091">
              <a:extLst>
                <a:ext uri="{FF2B5EF4-FFF2-40B4-BE49-F238E27FC236}">
                  <a16:creationId xmlns:a16="http://schemas.microsoft.com/office/drawing/2014/main" id="{16707A78-3941-EAA3-CA7E-071C257DB14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787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4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4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4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2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0" name="Freeform 2092">
              <a:extLst>
                <a:ext uri="{FF2B5EF4-FFF2-40B4-BE49-F238E27FC236}">
                  <a16:creationId xmlns:a16="http://schemas.microsoft.com/office/drawing/2014/main" id="{20B40B6F-F8A6-14B8-6243-8730BE8BD0E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1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1" name="Freeform 2093">
              <a:extLst>
                <a:ext uri="{FF2B5EF4-FFF2-40B4-BE49-F238E27FC236}">
                  <a16:creationId xmlns:a16="http://schemas.microsoft.com/office/drawing/2014/main" id="{C24C3741-4A68-DF1C-7500-88F1D31FD65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54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2" name="Freeform 2094">
              <a:extLst>
                <a:ext uri="{FF2B5EF4-FFF2-40B4-BE49-F238E27FC236}">
                  <a16:creationId xmlns:a16="http://schemas.microsoft.com/office/drawing/2014/main" id="{CFB9D9A0-C64C-CD09-F960-BA3BC6A3227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8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2" y="4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3" name="Freeform 2095">
              <a:extLst>
                <a:ext uri="{FF2B5EF4-FFF2-40B4-BE49-F238E27FC236}">
                  <a16:creationId xmlns:a16="http://schemas.microsoft.com/office/drawing/2014/main" id="{239D28B3-BDC6-41E0-35A6-4B4B39C3022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9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4" name="Freeform 2096">
              <a:extLst>
                <a:ext uri="{FF2B5EF4-FFF2-40B4-BE49-F238E27FC236}">
                  <a16:creationId xmlns:a16="http://schemas.microsoft.com/office/drawing/2014/main" id="{D8931624-6C51-E188-9472-6A087CAE2CD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4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4" y="4"/>
                </a:cxn>
                <a:cxn ang="0">
                  <a:pos x="4" y="0"/>
                </a:cxn>
                <a:cxn ang="0">
                  <a:pos x="5" y="5"/>
                </a:cxn>
                <a:cxn ang="0">
                  <a:pos x="4" y="4"/>
                </a:cxn>
                <a:cxn ang="0">
                  <a:pos x="5" y="5"/>
                </a:cxn>
                <a:cxn ang="0">
                  <a:pos x="4" y="7"/>
                </a:cxn>
                <a:cxn ang="0">
                  <a:pos x="5" y="5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4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4" y="0"/>
                  </a:cubicBezTo>
                  <a:lnTo>
                    <a:pt x="3" y="2"/>
                  </a:lnTo>
                  <a:cubicBezTo>
                    <a:pt x="3" y="2"/>
                    <a:pt x="3" y="1"/>
                    <a:pt x="2" y="1"/>
                  </a:cubicBezTo>
                  <a:lnTo>
                    <a:pt x="3" y="0"/>
                  </a:lnTo>
                  <a:close/>
                  <a:moveTo>
                    <a:pt x="4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4" y="4"/>
                  </a:lnTo>
                  <a:cubicBezTo>
                    <a:pt x="4" y="3"/>
                    <a:pt x="3" y="2"/>
                    <a:pt x="3" y="2"/>
                  </a:cubicBezTo>
                  <a:lnTo>
                    <a:pt x="4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4" y="5"/>
                  </a:lnTo>
                  <a:cubicBezTo>
                    <a:pt x="4" y="5"/>
                    <a:pt x="4" y="5"/>
                    <a:pt x="4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4" y="7"/>
                  </a:lnTo>
                  <a:cubicBezTo>
                    <a:pt x="4" y="6"/>
                    <a:pt x="4" y="6"/>
                    <a:pt x="4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5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4" y="7"/>
                    <a:pt x="4" y="7"/>
                  </a:cubicBezTo>
                  <a:lnTo>
                    <a:pt x="5" y="7"/>
                  </a:ln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lnTo>
                    <a:pt x="4" y="7"/>
                  </a:lnTo>
                  <a:cubicBezTo>
                    <a:pt x="4" y="7"/>
                    <a:pt x="3" y="7"/>
                    <a:pt x="4" y="7"/>
                  </a:cubicBezTo>
                  <a:lnTo>
                    <a:pt x="4" y="8"/>
                  </a:lnTo>
                  <a:close/>
                  <a:moveTo>
                    <a:pt x="4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1" y="7"/>
                    <a:pt x="1" y="6"/>
                    <a:pt x="1" y="4"/>
                  </a:cubicBezTo>
                  <a:lnTo>
                    <a:pt x="2" y="4"/>
                  </a:lnTo>
                  <a:cubicBezTo>
                    <a:pt x="2" y="5"/>
                    <a:pt x="3" y="6"/>
                    <a:pt x="3" y="7"/>
                  </a:cubicBezTo>
                  <a:lnTo>
                    <a:pt x="2" y="8"/>
                  </a:lnTo>
                  <a:close/>
                  <a:moveTo>
                    <a:pt x="1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2" y="3"/>
                  </a:lnTo>
                  <a:cubicBezTo>
                    <a:pt x="2" y="3"/>
                    <a:pt x="2" y="4"/>
                    <a:pt x="2" y="4"/>
                  </a:cubicBezTo>
                  <a:lnTo>
                    <a:pt x="1" y="4"/>
                  </a:lnTo>
                  <a:close/>
                  <a:moveTo>
                    <a:pt x="0" y="3"/>
                  </a:moveTo>
                  <a:cubicBezTo>
                    <a:pt x="0" y="2"/>
                    <a:pt x="1" y="2"/>
                    <a:pt x="1" y="1"/>
                  </a:cubicBezTo>
                  <a:lnTo>
                    <a:pt x="2" y="2"/>
                  </a:lnTo>
                  <a:cubicBezTo>
                    <a:pt x="2" y="2"/>
                    <a:pt x="2" y="3"/>
                    <a:pt x="2" y="3"/>
                  </a:cubicBezTo>
                  <a:lnTo>
                    <a:pt x="0" y="3"/>
                  </a:lnTo>
                  <a:close/>
                  <a:moveTo>
                    <a:pt x="1" y="1"/>
                  </a:moveTo>
                  <a:cubicBezTo>
                    <a:pt x="1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1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5" name="Freeform 2097">
              <a:extLst>
                <a:ext uri="{FF2B5EF4-FFF2-40B4-BE49-F238E27FC236}">
                  <a16:creationId xmlns:a16="http://schemas.microsoft.com/office/drawing/2014/main" id="{7F5452F4-4603-0A5C-CCAF-17627CE1310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97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2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4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1" y="8"/>
                  </a:cubicBezTo>
                  <a:lnTo>
                    <a:pt x="2" y="7"/>
                  </a:lnTo>
                  <a:cubicBezTo>
                    <a:pt x="2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1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1" y="5"/>
                    <a:pt x="2" y="6"/>
                    <a:pt x="2" y="7"/>
                  </a:cubicBezTo>
                  <a:lnTo>
                    <a:pt x="1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1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lnTo>
                    <a:pt x="2" y="1"/>
                  </a:lnTo>
                  <a:cubicBezTo>
                    <a:pt x="2" y="1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1"/>
                  </a:lnTo>
                  <a:close/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6" name="Freeform 2098">
              <a:extLst>
                <a:ext uri="{FF2B5EF4-FFF2-40B4-BE49-F238E27FC236}">
                  <a16:creationId xmlns:a16="http://schemas.microsoft.com/office/drawing/2014/main" id="{AA49FAE2-24CC-AEE8-37C2-199B59C9020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32" y="2937"/>
              <a:ext cx="56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4" y="1"/>
                    <a:pt x="4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4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4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4" y="7"/>
                  </a:lnTo>
                  <a:close/>
                  <a:moveTo>
                    <a:pt x="3" y="7"/>
                  </a:moveTo>
                  <a:lnTo>
                    <a:pt x="3" y="7"/>
                  </a:lnTo>
                  <a:lnTo>
                    <a:pt x="3" y="8"/>
                  </a:lnTo>
                  <a:lnTo>
                    <a:pt x="3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1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1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1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4947" name="Freeform 2099">
              <a:extLst>
                <a:ext uri="{FF2B5EF4-FFF2-40B4-BE49-F238E27FC236}">
                  <a16:creationId xmlns:a16="http://schemas.microsoft.com/office/drawing/2014/main" id="{E84FF712-9904-BE9A-B300-EB831C44E7D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66" y="2937"/>
              <a:ext cx="55" cy="9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5" y="5"/>
                </a:cxn>
                <a:cxn ang="0">
                  <a:pos x="3" y="4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3" y="7"/>
                </a:cxn>
                <a:cxn ang="0">
                  <a:pos x="2" y="8"/>
                </a:cxn>
                <a:cxn ang="0">
                  <a:pos x="0" y="4"/>
                </a:cxn>
                <a:cxn ang="0">
                  <a:pos x="3" y="7"/>
                </a:cxn>
                <a:cxn ang="0">
                  <a:pos x="2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0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lnTo>
                    <a:pt x="2" y="2"/>
                  </a:lnTo>
                  <a:cubicBezTo>
                    <a:pt x="2" y="2"/>
                    <a:pt x="2" y="1"/>
                    <a:pt x="2" y="1"/>
                  </a:cubicBezTo>
                  <a:lnTo>
                    <a:pt x="3" y="0"/>
                  </a:lnTo>
                  <a:close/>
                  <a:moveTo>
                    <a:pt x="3" y="0"/>
                  </a:moveTo>
                  <a:cubicBezTo>
                    <a:pt x="4" y="1"/>
                    <a:pt x="5" y="3"/>
                    <a:pt x="5" y="4"/>
                  </a:cubicBezTo>
                  <a:lnTo>
                    <a:pt x="3" y="4"/>
                  </a:lnTo>
                  <a:cubicBezTo>
                    <a:pt x="3" y="3"/>
                    <a:pt x="3" y="2"/>
                    <a:pt x="2" y="2"/>
                  </a:cubicBezTo>
                  <a:lnTo>
                    <a:pt x="3" y="0"/>
                  </a:lnTo>
                  <a:close/>
                  <a:moveTo>
                    <a:pt x="5" y="4"/>
                  </a:moveTo>
                  <a:cubicBezTo>
                    <a:pt x="5" y="5"/>
                    <a:pt x="5" y="5"/>
                    <a:pt x="5" y="5"/>
                  </a:cubicBezTo>
                  <a:lnTo>
                    <a:pt x="3" y="5"/>
                  </a:lnTo>
                  <a:cubicBezTo>
                    <a:pt x="3" y="5"/>
                    <a:pt x="3" y="5"/>
                    <a:pt x="3" y="4"/>
                  </a:cubicBezTo>
                  <a:lnTo>
                    <a:pt x="5" y="4"/>
                  </a:lnTo>
                  <a:close/>
                  <a:moveTo>
                    <a:pt x="5" y="5"/>
                  </a:moveTo>
                  <a:cubicBezTo>
                    <a:pt x="5" y="6"/>
                    <a:pt x="5" y="7"/>
                    <a:pt x="5" y="7"/>
                  </a:cubicBezTo>
                  <a:lnTo>
                    <a:pt x="3" y="7"/>
                  </a:lnTo>
                  <a:cubicBezTo>
                    <a:pt x="3" y="6"/>
                    <a:pt x="3" y="6"/>
                    <a:pt x="3" y="5"/>
                  </a:cubicBezTo>
                  <a:lnTo>
                    <a:pt x="5" y="5"/>
                  </a:lnTo>
                  <a:close/>
                  <a:moveTo>
                    <a:pt x="5" y="7"/>
                  </a:moveTo>
                  <a:cubicBezTo>
                    <a:pt x="4" y="8"/>
                    <a:pt x="4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5" y="7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close/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3" y="8"/>
                  </a:moveTo>
                  <a:cubicBezTo>
                    <a:pt x="3" y="8"/>
                    <a:pt x="3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3" y="8"/>
                  </a:ln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lnTo>
                    <a:pt x="3" y="7"/>
                  </a:lnTo>
                  <a:cubicBezTo>
                    <a:pt x="3" y="7"/>
                    <a:pt x="3" y="7"/>
                    <a:pt x="3" y="7"/>
                  </a:cubicBezTo>
                  <a:lnTo>
                    <a:pt x="2" y="8"/>
                  </a:lnTo>
                  <a:close/>
                  <a:moveTo>
                    <a:pt x="2" y="8"/>
                  </a:moveTo>
                  <a:cubicBezTo>
                    <a:pt x="1" y="7"/>
                    <a:pt x="0" y="6"/>
                    <a:pt x="0" y="4"/>
                  </a:cubicBezTo>
                  <a:lnTo>
                    <a:pt x="2" y="4"/>
                  </a:lnTo>
                  <a:cubicBezTo>
                    <a:pt x="2" y="5"/>
                    <a:pt x="2" y="6"/>
                    <a:pt x="3" y="7"/>
                  </a:cubicBezTo>
                  <a:lnTo>
                    <a:pt x="2" y="8"/>
                  </a:lnTo>
                  <a:close/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2" y="4"/>
                  </a:lnTo>
                  <a:close/>
                  <a:moveTo>
                    <a:pt x="0" y="4"/>
                  </a:moveTo>
                  <a:cubicBezTo>
                    <a:pt x="0" y="4"/>
                    <a:pt x="0" y="3"/>
                    <a:pt x="0" y="3"/>
                  </a:cubicBezTo>
                  <a:lnTo>
                    <a:pt x="1" y="3"/>
                  </a:lnTo>
                  <a:cubicBezTo>
                    <a:pt x="1" y="3"/>
                    <a:pt x="1" y="4"/>
                    <a:pt x="2" y="4"/>
                  </a:cubicBezTo>
                  <a:lnTo>
                    <a:pt x="0" y="4"/>
                  </a:lnTo>
                  <a:close/>
                  <a:moveTo>
                    <a:pt x="0" y="3"/>
                  </a:moveTo>
                  <a:cubicBezTo>
                    <a:pt x="0" y="2"/>
                    <a:pt x="0" y="2"/>
                    <a:pt x="0" y="1"/>
                  </a:cubicBezTo>
                  <a:lnTo>
                    <a:pt x="2" y="2"/>
                  </a:lnTo>
                  <a:cubicBezTo>
                    <a:pt x="2" y="2"/>
                    <a:pt x="1" y="3"/>
                    <a:pt x="1" y="3"/>
                  </a:cubicBezTo>
                  <a:lnTo>
                    <a:pt x="0" y="3"/>
                  </a:lnTo>
                  <a:close/>
                  <a:moveTo>
                    <a:pt x="0" y="1"/>
                  </a:moveTo>
                  <a:cubicBezTo>
                    <a:pt x="1" y="0"/>
                    <a:pt x="1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2"/>
                    <a:pt x="2" y="2"/>
                  </a:cubicBezTo>
                  <a:lnTo>
                    <a:pt x="0" y="1"/>
                  </a:lnTo>
                  <a:close/>
                  <a:moveTo>
                    <a:pt x="2" y="1"/>
                  </a:move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3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2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3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3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3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955" grpId="0"/>
      <p:bldP spid="23957" grpId="0"/>
      <p:bldP spid="23958" grpId="0"/>
      <p:bldP spid="24051" grpId="0"/>
      <p:bldP spid="24053" grpId="0"/>
      <p:bldP spid="438950" grpId="0" animBg="1"/>
      <p:bldP spid="438951" grpId="0" animBg="1"/>
      <p:bldP spid="439051" grpId="0" animBg="1"/>
      <p:bldP spid="439187" grpId="0" animBg="1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1305</Words>
  <Application>Microsoft Office PowerPoint</Application>
  <PresentationFormat>全屏显示(4:3)</PresentationFormat>
  <Paragraphs>171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Monotype Sorts</vt:lpstr>
      <vt:lpstr>仿宋_GB2312</vt:lpstr>
      <vt:lpstr>黑体</vt:lpstr>
      <vt:lpstr>楷体_GB2312</vt:lpstr>
      <vt:lpstr>隶书</vt:lpstr>
      <vt:lpstr>宋体</vt:lpstr>
      <vt:lpstr>Arial</vt:lpstr>
      <vt:lpstr>Calibri</vt:lpstr>
      <vt:lpstr>Mangal</vt:lpstr>
      <vt:lpstr>Palatino Linotype</vt:lpstr>
      <vt:lpstr>Times New Roman</vt:lpstr>
      <vt:lpstr>Wingdings</vt:lpstr>
      <vt:lpstr>1_默认设计模板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绪论</dc:subject>
  <dc:creator>zhaosm</dc:creator>
  <cp:lastModifiedBy>davidly .</cp:lastModifiedBy>
  <cp:revision>128</cp:revision>
  <dcterms:created xsi:type="dcterms:W3CDTF">2002-06-18T00:43:24Z</dcterms:created>
  <dcterms:modified xsi:type="dcterms:W3CDTF">2025-03-03T12:08:45Z</dcterms:modified>
</cp:coreProperties>
</file>