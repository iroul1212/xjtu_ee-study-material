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handoutMasterIdLst>
    <p:handoutMasterId r:id="rId23"/>
  </p:handoutMasterIdLst>
  <p:sldIdLst>
    <p:sldId id="488" r:id="rId2"/>
    <p:sldId id="496" r:id="rId3"/>
    <p:sldId id="528" r:id="rId4"/>
    <p:sldId id="529" r:id="rId5"/>
    <p:sldId id="523" r:id="rId6"/>
    <p:sldId id="524" r:id="rId7"/>
    <p:sldId id="525" r:id="rId8"/>
    <p:sldId id="526" r:id="rId9"/>
    <p:sldId id="527" r:id="rId10"/>
    <p:sldId id="504" r:id="rId11"/>
    <p:sldId id="505" r:id="rId12"/>
    <p:sldId id="473" r:id="rId13"/>
    <p:sldId id="474" r:id="rId14"/>
    <p:sldId id="475" r:id="rId15"/>
    <p:sldId id="476" r:id="rId16"/>
    <p:sldId id="477" r:id="rId17"/>
    <p:sldId id="478" r:id="rId18"/>
    <p:sldId id="479" r:id="rId19"/>
    <p:sldId id="480" r:id="rId20"/>
    <p:sldId id="481" r:id="rId21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b="1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26">
          <p15:clr>
            <a:srgbClr val="A4A3A4"/>
          </p15:clr>
        </p15:guide>
        <p15:guide id="2" pos="50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FFFF"/>
    <a:srgbClr val="FFFF00"/>
    <a:srgbClr val="800000"/>
    <a:srgbClr val="FFCC99"/>
    <a:srgbClr val="CC6600"/>
    <a:srgbClr val="009999"/>
    <a:srgbClr val="000066"/>
    <a:srgbClr val="FF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184" autoAdjust="0"/>
    <p:restoredTop sz="94830" autoAdjust="0"/>
  </p:normalViewPr>
  <p:slideViewPr>
    <p:cSldViewPr showGuides="1">
      <p:cViewPr varScale="1">
        <p:scale>
          <a:sx n="83" d="100"/>
          <a:sy n="83" d="100"/>
        </p:scale>
        <p:origin x="1718" y="62"/>
      </p:cViewPr>
      <p:guideLst>
        <p:guide orient="horz" pos="1026"/>
        <p:guide pos="50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howGuides="1">
      <p:cViewPr varScale="1">
        <p:scale>
          <a:sx n="60" d="100"/>
          <a:sy n="60" d="100"/>
        </p:scale>
        <p:origin x="-1764" y="-84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2">
            <a:extLst>
              <a:ext uri="{FF2B5EF4-FFF2-40B4-BE49-F238E27FC236}">
                <a16:creationId xmlns:a16="http://schemas.microsoft.com/office/drawing/2014/main" id="{DB9A2EDB-07E7-500D-A661-2A32D7BD032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099" name="Rectangle 3">
            <a:extLst>
              <a:ext uri="{FF2B5EF4-FFF2-40B4-BE49-F238E27FC236}">
                <a16:creationId xmlns:a16="http://schemas.microsoft.com/office/drawing/2014/main" id="{214E07AB-0610-C02E-970D-6257C123BEA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0" name="Rectangle 4">
            <a:extLst>
              <a:ext uri="{FF2B5EF4-FFF2-40B4-BE49-F238E27FC236}">
                <a16:creationId xmlns:a16="http://schemas.microsoft.com/office/drawing/2014/main" id="{2CCC554B-DFF2-E3A1-C150-C56C099874F0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32101" name="Rectangle 5">
            <a:extLst>
              <a:ext uri="{FF2B5EF4-FFF2-40B4-BE49-F238E27FC236}">
                <a16:creationId xmlns:a16="http://schemas.microsoft.com/office/drawing/2014/main" id="{5A2A1FAC-70B0-C37E-713E-B63F9ABDDA84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2B59628-A5C5-4C1B-89C4-5729F049BFBC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482" name="Rectangle 2">
            <a:extLst>
              <a:ext uri="{FF2B5EF4-FFF2-40B4-BE49-F238E27FC236}">
                <a16:creationId xmlns:a16="http://schemas.microsoft.com/office/drawing/2014/main" id="{7C10358B-244E-B2F7-DEBD-C0D07BC96AA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3" name="Rectangle 3">
            <a:extLst>
              <a:ext uri="{FF2B5EF4-FFF2-40B4-BE49-F238E27FC236}">
                <a16:creationId xmlns:a16="http://schemas.microsoft.com/office/drawing/2014/main" id="{C3F283F4-593E-F1D7-2BDC-8E6DC9E3C9C6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317085EB-121E-7650-A1DE-193FF9F8D3E1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48485" name="Rectangle 5">
            <a:extLst>
              <a:ext uri="{FF2B5EF4-FFF2-40B4-BE49-F238E27FC236}">
                <a16:creationId xmlns:a16="http://schemas.microsoft.com/office/drawing/2014/main" id="{EDA4A5E3-8235-086E-2D57-FEF33E23889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48486" name="Rectangle 6">
            <a:extLst>
              <a:ext uri="{FF2B5EF4-FFF2-40B4-BE49-F238E27FC236}">
                <a16:creationId xmlns:a16="http://schemas.microsoft.com/office/drawing/2014/main" id="{E26276CC-57E1-75D4-1994-EFEB831D0DE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8487" name="Rectangle 7">
            <a:extLst>
              <a:ext uri="{FF2B5EF4-FFF2-40B4-BE49-F238E27FC236}">
                <a16:creationId xmlns:a16="http://schemas.microsoft.com/office/drawing/2014/main" id="{18452310-C077-7302-CE14-BBB405C0CB4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ECBA8203-FA29-46AF-BA29-A2AB8914CBBA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2179935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8658008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18770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62057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322502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6555266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6819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24333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67898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10654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3399202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00182F"/>
            </a:gs>
            <a:gs pos="100000">
              <a:srgbClr val="003366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AutoShape 7">
            <a:extLst>
              <a:ext uri="{FF2B5EF4-FFF2-40B4-BE49-F238E27FC236}">
                <a16:creationId xmlns:a16="http://schemas.microsoft.com/office/drawing/2014/main" id="{980CC327-E8EA-BFF0-0450-1C0FE8A9A7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5400" y="0"/>
            <a:ext cx="9204325" cy="6858000"/>
          </a:xfrm>
          <a:prstGeom prst="bevel">
            <a:avLst>
              <a:gd name="adj" fmla="val 1273"/>
            </a:avLst>
          </a:prstGeom>
          <a:solidFill>
            <a:srgbClr val="006699"/>
          </a:solidFill>
          <a:ln w="9525">
            <a:solidFill>
              <a:srgbClr val="006699"/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Rectangle 8">
            <a:extLst>
              <a:ext uri="{FF2B5EF4-FFF2-40B4-BE49-F238E27FC236}">
                <a16:creationId xmlns:a16="http://schemas.microsoft.com/office/drawing/2014/main" id="{0101DB22-2C6A-8F90-D007-F51CBDBA15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FF0000"/>
            </a:solidFill>
            <a:prstDash val="dash"/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  <p:sldLayoutId id="2147483892" r:id="rId2"/>
    <p:sldLayoutId id="2147483893" r:id="rId3"/>
    <p:sldLayoutId id="2147483894" r:id="rId4"/>
    <p:sldLayoutId id="2147483895" r:id="rId5"/>
    <p:sldLayoutId id="2147483896" r:id="rId6"/>
    <p:sldLayoutId id="2147483897" r:id="rId7"/>
    <p:sldLayoutId id="2147483898" r:id="rId8"/>
    <p:sldLayoutId id="2147483899" r:id="rId9"/>
    <p:sldLayoutId id="2147483900" r:id="rId10"/>
    <p:sldLayoutId id="214748390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7.emf"/><Relationship Id="rId3" Type="http://schemas.openxmlformats.org/officeDocument/2006/relationships/image" Target="../media/image2.emf"/><Relationship Id="rId7" Type="http://schemas.openxmlformats.org/officeDocument/2006/relationships/image" Target="../media/image4.emf"/><Relationship Id="rId12" Type="http://schemas.openxmlformats.org/officeDocument/2006/relationships/oleObject" Target="../embeddings/oleObject6.bin"/><Relationship Id="rId17" Type="http://schemas.openxmlformats.org/officeDocument/2006/relationships/image" Target="../media/image9.emf"/><Relationship Id="rId2" Type="http://schemas.openxmlformats.org/officeDocument/2006/relationships/oleObject" Target="../embeddings/oleObject1.bin"/><Relationship Id="rId16" Type="http://schemas.openxmlformats.org/officeDocument/2006/relationships/oleObject" Target="../embeddings/oleObject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6.emf"/><Relationship Id="rId5" Type="http://schemas.openxmlformats.org/officeDocument/2006/relationships/image" Target="../media/image3.emf"/><Relationship Id="rId15" Type="http://schemas.openxmlformats.org/officeDocument/2006/relationships/image" Target="../media/image8.e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5.emf"/><Relationship Id="rId14" Type="http://schemas.openxmlformats.org/officeDocument/2006/relationships/oleObject" Target="../embeddings/oleObject7.bin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.bin"/><Relationship Id="rId3" Type="http://schemas.openxmlformats.org/officeDocument/2006/relationships/image" Target="../media/image10.emf"/><Relationship Id="rId7" Type="http://schemas.openxmlformats.org/officeDocument/2006/relationships/image" Target="../media/image12.e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.bin"/><Relationship Id="rId11" Type="http://schemas.openxmlformats.org/officeDocument/2006/relationships/image" Target="../media/image14.emf"/><Relationship Id="rId5" Type="http://schemas.openxmlformats.org/officeDocument/2006/relationships/image" Target="../media/image11.emf"/><Relationship Id="rId10" Type="http://schemas.openxmlformats.org/officeDocument/2006/relationships/oleObject" Target="../embeddings/oleObject13.bin"/><Relationship Id="rId4" Type="http://schemas.openxmlformats.org/officeDocument/2006/relationships/oleObject" Target="../embeddings/oleObject10.bin"/><Relationship Id="rId9" Type="http://schemas.openxmlformats.org/officeDocument/2006/relationships/image" Target="../media/image13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emf"/><Relationship Id="rId13" Type="http://schemas.openxmlformats.org/officeDocument/2006/relationships/oleObject" Target="../embeddings/oleObject19.bin"/><Relationship Id="rId18" Type="http://schemas.openxmlformats.org/officeDocument/2006/relationships/image" Target="../media/image23.emf"/><Relationship Id="rId3" Type="http://schemas.openxmlformats.org/officeDocument/2006/relationships/image" Target="../media/image15.emf"/><Relationship Id="rId21" Type="http://schemas.openxmlformats.org/officeDocument/2006/relationships/image" Target="../media/image25.emf"/><Relationship Id="rId7" Type="http://schemas.openxmlformats.org/officeDocument/2006/relationships/image" Target="../media/image17.emf"/><Relationship Id="rId12" Type="http://schemas.openxmlformats.org/officeDocument/2006/relationships/image" Target="../media/image20.emf"/><Relationship Id="rId17" Type="http://schemas.openxmlformats.org/officeDocument/2006/relationships/oleObject" Target="../embeddings/oleObject21.bin"/><Relationship Id="rId2" Type="http://schemas.openxmlformats.org/officeDocument/2006/relationships/oleObject" Target="../embeddings/oleObject14.bin"/><Relationship Id="rId16" Type="http://schemas.openxmlformats.org/officeDocument/2006/relationships/image" Target="../media/image22.emf"/><Relationship Id="rId20" Type="http://schemas.openxmlformats.org/officeDocument/2006/relationships/image" Target="../media/image24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.bin"/><Relationship Id="rId11" Type="http://schemas.openxmlformats.org/officeDocument/2006/relationships/oleObject" Target="../embeddings/oleObject18.bin"/><Relationship Id="rId5" Type="http://schemas.openxmlformats.org/officeDocument/2006/relationships/image" Target="../media/image16.emf"/><Relationship Id="rId15" Type="http://schemas.openxmlformats.org/officeDocument/2006/relationships/oleObject" Target="../embeddings/oleObject20.bin"/><Relationship Id="rId10" Type="http://schemas.openxmlformats.org/officeDocument/2006/relationships/image" Target="../media/image19.emf"/><Relationship Id="rId19" Type="http://schemas.openxmlformats.org/officeDocument/2006/relationships/oleObject" Target="../embeddings/oleObject22.bin"/><Relationship Id="rId4" Type="http://schemas.openxmlformats.org/officeDocument/2006/relationships/oleObject" Target="../embeddings/oleObject15.bin"/><Relationship Id="rId9" Type="http://schemas.openxmlformats.org/officeDocument/2006/relationships/oleObject" Target="../embeddings/oleObject17.bin"/><Relationship Id="rId14" Type="http://schemas.openxmlformats.org/officeDocument/2006/relationships/image" Target="../media/image21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6.bin"/><Relationship Id="rId13" Type="http://schemas.openxmlformats.org/officeDocument/2006/relationships/image" Target="../media/image31.emf"/><Relationship Id="rId18" Type="http://schemas.openxmlformats.org/officeDocument/2006/relationships/oleObject" Target="../embeddings/oleObject31.bin"/><Relationship Id="rId3" Type="http://schemas.openxmlformats.org/officeDocument/2006/relationships/image" Target="../media/image26.emf"/><Relationship Id="rId21" Type="http://schemas.openxmlformats.org/officeDocument/2006/relationships/image" Target="../media/image35.emf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8.bin"/><Relationship Id="rId17" Type="http://schemas.openxmlformats.org/officeDocument/2006/relationships/image" Target="../media/image33.emf"/><Relationship Id="rId25" Type="http://schemas.openxmlformats.org/officeDocument/2006/relationships/image" Target="../media/image37.emf"/><Relationship Id="rId2" Type="http://schemas.openxmlformats.org/officeDocument/2006/relationships/oleObject" Target="../embeddings/oleObject23.bin"/><Relationship Id="rId16" Type="http://schemas.openxmlformats.org/officeDocument/2006/relationships/oleObject" Target="../embeddings/oleObject30.bin"/><Relationship Id="rId20" Type="http://schemas.openxmlformats.org/officeDocument/2006/relationships/oleObject" Target="../embeddings/oleObject3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5.bin"/><Relationship Id="rId11" Type="http://schemas.openxmlformats.org/officeDocument/2006/relationships/image" Target="../media/image30.emf"/><Relationship Id="rId24" Type="http://schemas.openxmlformats.org/officeDocument/2006/relationships/oleObject" Target="../embeddings/oleObject34.bin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23" Type="http://schemas.openxmlformats.org/officeDocument/2006/relationships/image" Target="../media/image36.emf"/><Relationship Id="rId10" Type="http://schemas.openxmlformats.org/officeDocument/2006/relationships/oleObject" Target="../embeddings/oleObject27.bin"/><Relationship Id="rId19" Type="http://schemas.openxmlformats.org/officeDocument/2006/relationships/image" Target="../media/image34.emf"/><Relationship Id="rId4" Type="http://schemas.openxmlformats.org/officeDocument/2006/relationships/oleObject" Target="../embeddings/oleObject24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29.bin"/><Relationship Id="rId22" Type="http://schemas.openxmlformats.org/officeDocument/2006/relationships/oleObject" Target="../embeddings/oleObject33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8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43.bin"/><Relationship Id="rId26" Type="http://schemas.openxmlformats.org/officeDocument/2006/relationships/oleObject" Target="../embeddings/oleObject47.bin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40.bin"/><Relationship Id="rId17" Type="http://schemas.openxmlformats.org/officeDocument/2006/relationships/image" Target="../media/image45.emf"/><Relationship Id="rId25" Type="http://schemas.openxmlformats.org/officeDocument/2006/relationships/image" Target="../media/image49.emf"/><Relationship Id="rId2" Type="http://schemas.openxmlformats.org/officeDocument/2006/relationships/oleObject" Target="../embeddings/oleObject35.bin"/><Relationship Id="rId16" Type="http://schemas.openxmlformats.org/officeDocument/2006/relationships/oleObject" Target="../embeddings/oleObject42.bin"/><Relationship Id="rId20" Type="http://schemas.openxmlformats.org/officeDocument/2006/relationships/oleObject" Target="../embeddings/oleObject44.bin"/><Relationship Id="rId29" Type="http://schemas.openxmlformats.org/officeDocument/2006/relationships/image" Target="../media/image5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7.bin"/><Relationship Id="rId11" Type="http://schemas.openxmlformats.org/officeDocument/2006/relationships/image" Target="../media/image42.emf"/><Relationship Id="rId24" Type="http://schemas.openxmlformats.org/officeDocument/2006/relationships/oleObject" Target="../embeddings/oleObject46.bin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23" Type="http://schemas.openxmlformats.org/officeDocument/2006/relationships/image" Target="../media/image48.emf"/><Relationship Id="rId28" Type="http://schemas.openxmlformats.org/officeDocument/2006/relationships/oleObject" Target="../embeddings/oleObject48.bin"/><Relationship Id="rId10" Type="http://schemas.openxmlformats.org/officeDocument/2006/relationships/oleObject" Target="../embeddings/oleObject39.bin"/><Relationship Id="rId19" Type="http://schemas.openxmlformats.org/officeDocument/2006/relationships/image" Target="../media/image46.emf"/><Relationship Id="rId4" Type="http://schemas.openxmlformats.org/officeDocument/2006/relationships/oleObject" Target="../embeddings/oleObject36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41.bin"/><Relationship Id="rId22" Type="http://schemas.openxmlformats.org/officeDocument/2006/relationships/oleObject" Target="../embeddings/oleObject45.bin"/><Relationship Id="rId27" Type="http://schemas.openxmlformats.org/officeDocument/2006/relationships/image" Target="../media/image50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2.bin"/><Relationship Id="rId13" Type="http://schemas.openxmlformats.org/officeDocument/2006/relationships/image" Target="../media/image57.emf"/><Relationship Id="rId18" Type="http://schemas.openxmlformats.org/officeDocument/2006/relationships/oleObject" Target="../embeddings/oleObject57.bin"/><Relationship Id="rId26" Type="http://schemas.openxmlformats.org/officeDocument/2006/relationships/oleObject" Target="../embeddings/oleObject61.bin"/><Relationship Id="rId3" Type="http://schemas.openxmlformats.org/officeDocument/2006/relationships/image" Target="../media/image52.emf"/><Relationship Id="rId21" Type="http://schemas.openxmlformats.org/officeDocument/2006/relationships/image" Target="../media/image61.emf"/><Relationship Id="rId34" Type="http://schemas.openxmlformats.org/officeDocument/2006/relationships/oleObject" Target="../embeddings/oleObject65.bin"/><Relationship Id="rId7" Type="http://schemas.openxmlformats.org/officeDocument/2006/relationships/image" Target="../media/image54.emf"/><Relationship Id="rId12" Type="http://schemas.openxmlformats.org/officeDocument/2006/relationships/oleObject" Target="../embeddings/oleObject54.bin"/><Relationship Id="rId17" Type="http://schemas.openxmlformats.org/officeDocument/2006/relationships/image" Target="../media/image59.emf"/><Relationship Id="rId25" Type="http://schemas.openxmlformats.org/officeDocument/2006/relationships/image" Target="../media/image63.emf"/><Relationship Id="rId33" Type="http://schemas.openxmlformats.org/officeDocument/2006/relationships/image" Target="../media/image67.emf"/><Relationship Id="rId2" Type="http://schemas.openxmlformats.org/officeDocument/2006/relationships/oleObject" Target="../embeddings/oleObject49.bin"/><Relationship Id="rId16" Type="http://schemas.openxmlformats.org/officeDocument/2006/relationships/oleObject" Target="../embeddings/oleObject56.bin"/><Relationship Id="rId20" Type="http://schemas.openxmlformats.org/officeDocument/2006/relationships/oleObject" Target="../embeddings/oleObject58.bin"/><Relationship Id="rId29" Type="http://schemas.openxmlformats.org/officeDocument/2006/relationships/image" Target="../media/image6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1.bin"/><Relationship Id="rId11" Type="http://schemas.openxmlformats.org/officeDocument/2006/relationships/image" Target="../media/image56.emf"/><Relationship Id="rId24" Type="http://schemas.openxmlformats.org/officeDocument/2006/relationships/oleObject" Target="../embeddings/oleObject60.bin"/><Relationship Id="rId32" Type="http://schemas.openxmlformats.org/officeDocument/2006/relationships/oleObject" Target="../embeddings/oleObject64.bin"/><Relationship Id="rId5" Type="http://schemas.openxmlformats.org/officeDocument/2006/relationships/image" Target="../media/image53.emf"/><Relationship Id="rId15" Type="http://schemas.openxmlformats.org/officeDocument/2006/relationships/image" Target="../media/image58.emf"/><Relationship Id="rId23" Type="http://schemas.openxmlformats.org/officeDocument/2006/relationships/image" Target="../media/image62.emf"/><Relationship Id="rId28" Type="http://schemas.openxmlformats.org/officeDocument/2006/relationships/oleObject" Target="../embeddings/oleObject62.bin"/><Relationship Id="rId10" Type="http://schemas.openxmlformats.org/officeDocument/2006/relationships/oleObject" Target="../embeddings/oleObject53.bin"/><Relationship Id="rId19" Type="http://schemas.openxmlformats.org/officeDocument/2006/relationships/image" Target="../media/image60.emf"/><Relationship Id="rId31" Type="http://schemas.openxmlformats.org/officeDocument/2006/relationships/image" Target="../media/image66.emf"/><Relationship Id="rId4" Type="http://schemas.openxmlformats.org/officeDocument/2006/relationships/oleObject" Target="../embeddings/oleObject50.bin"/><Relationship Id="rId9" Type="http://schemas.openxmlformats.org/officeDocument/2006/relationships/image" Target="../media/image55.emf"/><Relationship Id="rId14" Type="http://schemas.openxmlformats.org/officeDocument/2006/relationships/oleObject" Target="../embeddings/oleObject55.bin"/><Relationship Id="rId22" Type="http://schemas.openxmlformats.org/officeDocument/2006/relationships/oleObject" Target="../embeddings/oleObject59.bin"/><Relationship Id="rId27" Type="http://schemas.openxmlformats.org/officeDocument/2006/relationships/image" Target="../media/image64.emf"/><Relationship Id="rId30" Type="http://schemas.openxmlformats.org/officeDocument/2006/relationships/oleObject" Target="../embeddings/oleObject63.bin"/><Relationship Id="rId35" Type="http://schemas.openxmlformats.org/officeDocument/2006/relationships/image" Target="../media/image68.emf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9.bin"/><Relationship Id="rId13" Type="http://schemas.openxmlformats.org/officeDocument/2006/relationships/image" Target="../media/image74.emf"/><Relationship Id="rId18" Type="http://schemas.openxmlformats.org/officeDocument/2006/relationships/oleObject" Target="../embeddings/oleObject74.bin"/><Relationship Id="rId3" Type="http://schemas.openxmlformats.org/officeDocument/2006/relationships/image" Target="../media/image69.emf"/><Relationship Id="rId21" Type="http://schemas.openxmlformats.org/officeDocument/2006/relationships/image" Target="../media/image78.emf"/><Relationship Id="rId7" Type="http://schemas.openxmlformats.org/officeDocument/2006/relationships/image" Target="../media/image71.emf"/><Relationship Id="rId12" Type="http://schemas.openxmlformats.org/officeDocument/2006/relationships/oleObject" Target="../embeddings/oleObject71.bin"/><Relationship Id="rId17" Type="http://schemas.openxmlformats.org/officeDocument/2006/relationships/image" Target="../media/image76.emf"/><Relationship Id="rId25" Type="http://schemas.openxmlformats.org/officeDocument/2006/relationships/image" Target="../media/image80.emf"/><Relationship Id="rId2" Type="http://schemas.openxmlformats.org/officeDocument/2006/relationships/oleObject" Target="../embeddings/oleObject66.bin"/><Relationship Id="rId16" Type="http://schemas.openxmlformats.org/officeDocument/2006/relationships/oleObject" Target="../embeddings/oleObject73.bin"/><Relationship Id="rId20" Type="http://schemas.openxmlformats.org/officeDocument/2006/relationships/oleObject" Target="../embeddings/oleObject7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8.bin"/><Relationship Id="rId11" Type="http://schemas.openxmlformats.org/officeDocument/2006/relationships/image" Target="../media/image73.emf"/><Relationship Id="rId24" Type="http://schemas.openxmlformats.org/officeDocument/2006/relationships/oleObject" Target="../embeddings/oleObject77.bin"/><Relationship Id="rId5" Type="http://schemas.openxmlformats.org/officeDocument/2006/relationships/image" Target="../media/image70.emf"/><Relationship Id="rId15" Type="http://schemas.openxmlformats.org/officeDocument/2006/relationships/image" Target="../media/image75.emf"/><Relationship Id="rId23" Type="http://schemas.openxmlformats.org/officeDocument/2006/relationships/image" Target="../media/image79.emf"/><Relationship Id="rId10" Type="http://schemas.openxmlformats.org/officeDocument/2006/relationships/oleObject" Target="../embeddings/oleObject70.bin"/><Relationship Id="rId19" Type="http://schemas.openxmlformats.org/officeDocument/2006/relationships/image" Target="../media/image77.emf"/><Relationship Id="rId4" Type="http://schemas.openxmlformats.org/officeDocument/2006/relationships/oleObject" Target="../embeddings/oleObject67.bin"/><Relationship Id="rId9" Type="http://schemas.openxmlformats.org/officeDocument/2006/relationships/image" Target="../media/image72.emf"/><Relationship Id="rId14" Type="http://schemas.openxmlformats.org/officeDocument/2006/relationships/oleObject" Target="../embeddings/oleObject72.bin"/><Relationship Id="rId22" Type="http://schemas.openxmlformats.org/officeDocument/2006/relationships/oleObject" Target="../embeddings/oleObject76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1.bin"/><Relationship Id="rId13" Type="http://schemas.openxmlformats.org/officeDocument/2006/relationships/image" Target="../media/image86.emf"/><Relationship Id="rId18" Type="http://schemas.openxmlformats.org/officeDocument/2006/relationships/oleObject" Target="../embeddings/oleObject86.bin"/><Relationship Id="rId26" Type="http://schemas.openxmlformats.org/officeDocument/2006/relationships/oleObject" Target="../embeddings/oleObject90.bin"/><Relationship Id="rId3" Type="http://schemas.openxmlformats.org/officeDocument/2006/relationships/image" Target="../media/image81.emf"/><Relationship Id="rId21" Type="http://schemas.openxmlformats.org/officeDocument/2006/relationships/image" Target="../media/image90.emf"/><Relationship Id="rId7" Type="http://schemas.openxmlformats.org/officeDocument/2006/relationships/image" Target="../media/image83.emf"/><Relationship Id="rId12" Type="http://schemas.openxmlformats.org/officeDocument/2006/relationships/oleObject" Target="../embeddings/oleObject83.bin"/><Relationship Id="rId17" Type="http://schemas.openxmlformats.org/officeDocument/2006/relationships/image" Target="../media/image88.emf"/><Relationship Id="rId25" Type="http://schemas.openxmlformats.org/officeDocument/2006/relationships/image" Target="../media/image92.emf"/><Relationship Id="rId2" Type="http://schemas.openxmlformats.org/officeDocument/2006/relationships/oleObject" Target="../embeddings/oleObject78.bin"/><Relationship Id="rId16" Type="http://schemas.openxmlformats.org/officeDocument/2006/relationships/oleObject" Target="../embeddings/oleObject85.bin"/><Relationship Id="rId20" Type="http://schemas.openxmlformats.org/officeDocument/2006/relationships/oleObject" Target="../embeddings/oleObject8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0.bin"/><Relationship Id="rId11" Type="http://schemas.openxmlformats.org/officeDocument/2006/relationships/image" Target="../media/image85.emf"/><Relationship Id="rId24" Type="http://schemas.openxmlformats.org/officeDocument/2006/relationships/oleObject" Target="../embeddings/oleObject89.bin"/><Relationship Id="rId5" Type="http://schemas.openxmlformats.org/officeDocument/2006/relationships/image" Target="../media/image82.emf"/><Relationship Id="rId15" Type="http://schemas.openxmlformats.org/officeDocument/2006/relationships/image" Target="../media/image87.emf"/><Relationship Id="rId23" Type="http://schemas.openxmlformats.org/officeDocument/2006/relationships/image" Target="../media/image91.emf"/><Relationship Id="rId28" Type="http://schemas.openxmlformats.org/officeDocument/2006/relationships/image" Target="../media/image94.wmf"/><Relationship Id="rId10" Type="http://schemas.openxmlformats.org/officeDocument/2006/relationships/oleObject" Target="../embeddings/oleObject82.bin"/><Relationship Id="rId19" Type="http://schemas.openxmlformats.org/officeDocument/2006/relationships/image" Target="../media/image89.emf"/><Relationship Id="rId4" Type="http://schemas.openxmlformats.org/officeDocument/2006/relationships/oleObject" Target="../embeddings/oleObject79.bin"/><Relationship Id="rId9" Type="http://schemas.openxmlformats.org/officeDocument/2006/relationships/image" Target="../media/image84.emf"/><Relationship Id="rId14" Type="http://schemas.openxmlformats.org/officeDocument/2006/relationships/oleObject" Target="../embeddings/oleObject84.bin"/><Relationship Id="rId22" Type="http://schemas.openxmlformats.org/officeDocument/2006/relationships/oleObject" Target="../embeddings/oleObject88.bin"/><Relationship Id="rId27" Type="http://schemas.openxmlformats.org/officeDocument/2006/relationships/image" Target="../media/image93.e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9.emf"/><Relationship Id="rId13" Type="http://schemas.openxmlformats.org/officeDocument/2006/relationships/oleObject" Target="../embeddings/oleObject95.bin"/><Relationship Id="rId18" Type="http://schemas.openxmlformats.org/officeDocument/2006/relationships/image" Target="../media/image104.emf"/><Relationship Id="rId26" Type="http://schemas.openxmlformats.org/officeDocument/2006/relationships/image" Target="../media/image108.emf"/><Relationship Id="rId39" Type="http://schemas.openxmlformats.org/officeDocument/2006/relationships/oleObject" Target="../embeddings/oleObject108.bin"/><Relationship Id="rId3" Type="http://schemas.openxmlformats.org/officeDocument/2006/relationships/image" Target="../media/image96.emf"/><Relationship Id="rId21" Type="http://schemas.openxmlformats.org/officeDocument/2006/relationships/oleObject" Target="../embeddings/oleObject99.bin"/><Relationship Id="rId34" Type="http://schemas.openxmlformats.org/officeDocument/2006/relationships/image" Target="../media/image112.emf"/><Relationship Id="rId7" Type="http://schemas.openxmlformats.org/officeDocument/2006/relationships/oleObject" Target="../embeddings/oleObject92.bin"/><Relationship Id="rId12" Type="http://schemas.openxmlformats.org/officeDocument/2006/relationships/image" Target="../media/image101.emf"/><Relationship Id="rId17" Type="http://schemas.openxmlformats.org/officeDocument/2006/relationships/oleObject" Target="../embeddings/oleObject97.bin"/><Relationship Id="rId25" Type="http://schemas.openxmlformats.org/officeDocument/2006/relationships/oleObject" Target="../embeddings/oleObject101.bin"/><Relationship Id="rId33" Type="http://schemas.openxmlformats.org/officeDocument/2006/relationships/oleObject" Target="../embeddings/oleObject105.bin"/><Relationship Id="rId38" Type="http://schemas.openxmlformats.org/officeDocument/2006/relationships/image" Target="../media/image114.emf"/><Relationship Id="rId2" Type="http://schemas.openxmlformats.org/officeDocument/2006/relationships/image" Target="../media/image95.emf"/><Relationship Id="rId16" Type="http://schemas.openxmlformats.org/officeDocument/2006/relationships/image" Target="../media/image103.emf"/><Relationship Id="rId20" Type="http://schemas.openxmlformats.org/officeDocument/2006/relationships/image" Target="../media/image105.emf"/><Relationship Id="rId29" Type="http://schemas.openxmlformats.org/officeDocument/2006/relationships/oleObject" Target="../embeddings/oleObject103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8.emf"/><Relationship Id="rId11" Type="http://schemas.openxmlformats.org/officeDocument/2006/relationships/oleObject" Target="../embeddings/oleObject94.bin"/><Relationship Id="rId24" Type="http://schemas.openxmlformats.org/officeDocument/2006/relationships/image" Target="../media/image107.emf"/><Relationship Id="rId32" Type="http://schemas.openxmlformats.org/officeDocument/2006/relationships/image" Target="../media/image111.emf"/><Relationship Id="rId37" Type="http://schemas.openxmlformats.org/officeDocument/2006/relationships/oleObject" Target="../embeddings/oleObject107.bin"/><Relationship Id="rId40" Type="http://schemas.openxmlformats.org/officeDocument/2006/relationships/image" Target="../media/image115.emf"/><Relationship Id="rId5" Type="http://schemas.openxmlformats.org/officeDocument/2006/relationships/oleObject" Target="../embeddings/oleObject91.bin"/><Relationship Id="rId15" Type="http://schemas.openxmlformats.org/officeDocument/2006/relationships/oleObject" Target="../embeddings/oleObject96.bin"/><Relationship Id="rId23" Type="http://schemas.openxmlformats.org/officeDocument/2006/relationships/oleObject" Target="../embeddings/oleObject100.bin"/><Relationship Id="rId28" Type="http://schemas.openxmlformats.org/officeDocument/2006/relationships/image" Target="../media/image109.emf"/><Relationship Id="rId36" Type="http://schemas.openxmlformats.org/officeDocument/2006/relationships/image" Target="../media/image113.emf"/><Relationship Id="rId10" Type="http://schemas.openxmlformats.org/officeDocument/2006/relationships/image" Target="../media/image100.emf"/><Relationship Id="rId19" Type="http://schemas.openxmlformats.org/officeDocument/2006/relationships/oleObject" Target="../embeddings/oleObject98.bin"/><Relationship Id="rId31" Type="http://schemas.openxmlformats.org/officeDocument/2006/relationships/oleObject" Target="../embeddings/oleObject104.bin"/><Relationship Id="rId4" Type="http://schemas.openxmlformats.org/officeDocument/2006/relationships/image" Target="../media/image97.emf"/><Relationship Id="rId9" Type="http://schemas.openxmlformats.org/officeDocument/2006/relationships/oleObject" Target="../embeddings/oleObject93.bin"/><Relationship Id="rId14" Type="http://schemas.openxmlformats.org/officeDocument/2006/relationships/image" Target="../media/image102.emf"/><Relationship Id="rId22" Type="http://schemas.openxmlformats.org/officeDocument/2006/relationships/image" Target="../media/image106.emf"/><Relationship Id="rId27" Type="http://schemas.openxmlformats.org/officeDocument/2006/relationships/oleObject" Target="../embeddings/oleObject102.bin"/><Relationship Id="rId30" Type="http://schemas.openxmlformats.org/officeDocument/2006/relationships/image" Target="../media/image110.emf"/><Relationship Id="rId35" Type="http://schemas.openxmlformats.org/officeDocument/2006/relationships/oleObject" Target="../embeddings/oleObject106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1.bin"/><Relationship Id="rId13" Type="http://schemas.openxmlformats.org/officeDocument/2006/relationships/image" Target="../media/image122.emf"/><Relationship Id="rId18" Type="http://schemas.openxmlformats.org/officeDocument/2006/relationships/oleObject" Target="../embeddings/oleObject116.bin"/><Relationship Id="rId3" Type="http://schemas.openxmlformats.org/officeDocument/2006/relationships/image" Target="../media/image117.emf"/><Relationship Id="rId21" Type="http://schemas.openxmlformats.org/officeDocument/2006/relationships/image" Target="../media/image126.emf"/><Relationship Id="rId7" Type="http://schemas.openxmlformats.org/officeDocument/2006/relationships/image" Target="../media/image119.emf"/><Relationship Id="rId12" Type="http://schemas.openxmlformats.org/officeDocument/2006/relationships/oleObject" Target="../embeddings/oleObject113.bin"/><Relationship Id="rId17" Type="http://schemas.openxmlformats.org/officeDocument/2006/relationships/image" Target="../media/image124.emf"/><Relationship Id="rId2" Type="http://schemas.openxmlformats.org/officeDocument/2006/relationships/image" Target="../media/image116.emf"/><Relationship Id="rId16" Type="http://schemas.openxmlformats.org/officeDocument/2006/relationships/oleObject" Target="../embeddings/oleObject115.bin"/><Relationship Id="rId20" Type="http://schemas.openxmlformats.org/officeDocument/2006/relationships/oleObject" Target="../embeddings/oleObject1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10.bin"/><Relationship Id="rId11" Type="http://schemas.openxmlformats.org/officeDocument/2006/relationships/image" Target="../media/image121.emf"/><Relationship Id="rId5" Type="http://schemas.openxmlformats.org/officeDocument/2006/relationships/image" Target="../media/image118.emf"/><Relationship Id="rId15" Type="http://schemas.openxmlformats.org/officeDocument/2006/relationships/image" Target="../media/image123.emf"/><Relationship Id="rId23" Type="http://schemas.openxmlformats.org/officeDocument/2006/relationships/image" Target="../media/image127.emf"/><Relationship Id="rId10" Type="http://schemas.openxmlformats.org/officeDocument/2006/relationships/oleObject" Target="../embeddings/oleObject112.bin"/><Relationship Id="rId19" Type="http://schemas.openxmlformats.org/officeDocument/2006/relationships/image" Target="../media/image125.emf"/><Relationship Id="rId4" Type="http://schemas.openxmlformats.org/officeDocument/2006/relationships/oleObject" Target="../embeddings/oleObject109.bin"/><Relationship Id="rId9" Type="http://schemas.openxmlformats.org/officeDocument/2006/relationships/image" Target="../media/image120.emf"/><Relationship Id="rId14" Type="http://schemas.openxmlformats.org/officeDocument/2006/relationships/oleObject" Target="../embeddings/oleObject114.bin"/><Relationship Id="rId22" Type="http://schemas.openxmlformats.org/officeDocument/2006/relationships/oleObject" Target="../embeddings/oleObject118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2.bin"/><Relationship Id="rId13" Type="http://schemas.openxmlformats.org/officeDocument/2006/relationships/image" Target="../media/image133.emf"/><Relationship Id="rId18" Type="http://schemas.openxmlformats.org/officeDocument/2006/relationships/oleObject" Target="../embeddings/oleObject127.bin"/><Relationship Id="rId26" Type="http://schemas.openxmlformats.org/officeDocument/2006/relationships/image" Target="../media/image140.emf"/><Relationship Id="rId3" Type="http://schemas.openxmlformats.org/officeDocument/2006/relationships/image" Target="../media/image128.emf"/><Relationship Id="rId21" Type="http://schemas.openxmlformats.org/officeDocument/2006/relationships/image" Target="../media/image137.emf"/><Relationship Id="rId7" Type="http://schemas.openxmlformats.org/officeDocument/2006/relationships/image" Target="../media/image130.emf"/><Relationship Id="rId12" Type="http://schemas.openxmlformats.org/officeDocument/2006/relationships/oleObject" Target="../embeddings/oleObject124.bin"/><Relationship Id="rId17" Type="http://schemas.openxmlformats.org/officeDocument/2006/relationships/image" Target="../media/image135.emf"/><Relationship Id="rId25" Type="http://schemas.openxmlformats.org/officeDocument/2006/relationships/oleObject" Target="../embeddings/oleObject130.bin"/><Relationship Id="rId2" Type="http://schemas.openxmlformats.org/officeDocument/2006/relationships/oleObject" Target="../embeddings/oleObject119.bin"/><Relationship Id="rId16" Type="http://schemas.openxmlformats.org/officeDocument/2006/relationships/oleObject" Target="../embeddings/oleObject126.bin"/><Relationship Id="rId20" Type="http://schemas.openxmlformats.org/officeDocument/2006/relationships/oleObject" Target="../embeddings/oleObject12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1.bin"/><Relationship Id="rId11" Type="http://schemas.openxmlformats.org/officeDocument/2006/relationships/image" Target="../media/image132.emf"/><Relationship Id="rId24" Type="http://schemas.openxmlformats.org/officeDocument/2006/relationships/image" Target="../media/image139.emf"/><Relationship Id="rId5" Type="http://schemas.openxmlformats.org/officeDocument/2006/relationships/image" Target="../media/image129.emf"/><Relationship Id="rId15" Type="http://schemas.openxmlformats.org/officeDocument/2006/relationships/image" Target="../media/image134.emf"/><Relationship Id="rId23" Type="http://schemas.openxmlformats.org/officeDocument/2006/relationships/oleObject" Target="../embeddings/oleObject129.bin"/><Relationship Id="rId28" Type="http://schemas.openxmlformats.org/officeDocument/2006/relationships/image" Target="../media/image141.emf"/><Relationship Id="rId10" Type="http://schemas.openxmlformats.org/officeDocument/2006/relationships/oleObject" Target="../embeddings/oleObject123.bin"/><Relationship Id="rId19" Type="http://schemas.openxmlformats.org/officeDocument/2006/relationships/image" Target="../media/image136.emf"/><Relationship Id="rId4" Type="http://schemas.openxmlformats.org/officeDocument/2006/relationships/oleObject" Target="../embeddings/oleObject120.bin"/><Relationship Id="rId9" Type="http://schemas.openxmlformats.org/officeDocument/2006/relationships/image" Target="../media/image131.emf"/><Relationship Id="rId14" Type="http://schemas.openxmlformats.org/officeDocument/2006/relationships/oleObject" Target="../embeddings/oleObject125.bin"/><Relationship Id="rId22" Type="http://schemas.openxmlformats.org/officeDocument/2006/relationships/image" Target="../media/image138.emf"/><Relationship Id="rId27" Type="http://schemas.openxmlformats.org/officeDocument/2006/relationships/oleObject" Target="../embeddings/oleObject131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5.bin"/><Relationship Id="rId13" Type="http://schemas.openxmlformats.org/officeDocument/2006/relationships/oleObject" Target="../embeddings/oleObject137.bin"/><Relationship Id="rId18" Type="http://schemas.openxmlformats.org/officeDocument/2006/relationships/image" Target="../media/image150.emf"/><Relationship Id="rId3" Type="http://schemas.openxmlformats.org/officeDocument/2006/relationships/image" Target="../media/image142.emf"/><Relationship Id="rId21" Type="http://schemas.openxmlformats.org/officeDocument/2006/relationships/oleObject" Target="../embeddings/oleObject141.bin"/><Relationship Id="rId7" Type="http://schemas.openxmlformats.org/officeDocument/2006/relationships/image" Target="../media/image144.emf"/><Relationship Id="rId12" Type="http://schemas.openxmlformats.org/officeDocument/2006/relationships/image" Target="../media/image147.wmf"/><Relationship Id="rId17" Type="http://schemas.openxmlformats.org/officeDocument/2006/relationships/oleObject" Target="../embeddings/oleObject139.bin"/><Relationship Id="rId2" Type="http://schemas.openxmlformats.org/officeDocument/2006/relationships/oleObject" Target="../embeddings/oleObject132.bin"/><Relationship Id="rId16" Type="http://schemas.openxmlformats.org/officeDocument/2006/relationships/image" Target="../media/image149.emf"/><Relationship Id="rId20" Type="http://schemas.openxmlformats.org/officeDocument/2006/relationships/image" Target="../media/image15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4.bin"/><Relationship Id="rId11" Type="http://schemas.openxmlformats.org/officeDocument/2006/relationships/image" Target="../media/image146.emf"/><Relationship Id="rId5" Type="http://schemas.openxmlformats.org/officeDocument/2006/relationships/image" Target="../media/image143.emf"/><Relationship Id="rId15" Type="http://schemas.openxmlformats.org/officeDocument/2006/relationships/oleObject" Target="../embeddings/oleObject138.bin"/><Relationship Id="rId23" Type="http://schemas.openxmlformats.org/officeDocument/2006/relationships/image" Target="../media/image153.emf"/><Relationship Id="rId10" Type="http://schemas.openxmlformats.org/officeDocument/2006/relationships/oleObject" Target="../embeddings/oleObject136.bin"/><Relationship Id="rId19" Type="http://schemas.openxmlformats.org/officeDocument/2006/relationships/oleObject" Target="../embeddings/oleObject140.bin"/><Relationship Id="rId4" Type="http://schemas.openxmlformats.org/officeDocument/2006/relationships/oleObject" Target="../embeddings/oleObject133.bin"/><Relationship Id="rId9" Type="http://schemas.openxmlformats.org/officeDocument/2006/relationships/image" Target="../media/image145.emf"/><Relationship Id="rId14" Type="http://schemas.openxmlformats.org/officeDocument/2006/relationships/image" Target="../media/image148.emf"/><Relationship Id="rId22" Type="http://schemas.openxmlformats.org/officeDocument/2006/relationships/image" Target="../media/image152.e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7.emf"/><Relationship Id="rId13" Type="http://schemas.openxmlformats.org/officeDocument/2006/relationships/oleObject" Target="../embeddings/oleObject147.bin"/><Relationship Id="rId18" Type="http://schemas.openxmlformats.org/officeDocument/2006/relationships/image" Target="../media/image162.emf"/><Relationship Id="rId26" Type="http://schemas.openxmlformats.org/officeDocument/2006/relationships/image" Target="../media/image166.emf"/><Relationship Id="rId3" Type="http://schemas.openxmlformats.org/officeDocument/2006/relationships/image" Target="../media/image154.emf"/><Relationship Id="rId21" Type="http://schemas.openxmlformats.org/officeDocument/2006/relationships/oleObject" Target="../embeddings/oleObject151.bin"/><Relationship Id="rId7" Type="http://schemas.openxmlformats.org/officeDocument/2006/relationships/oleObject" Target="../embeddings/oleObject144.bin"/><Relationship Id="rId12" Type="http://schemas.openxmlformats.org/officeDocument/2006/relationships/image" Target="../media/image159.emf"/><Relationship Id="rId17" Type="http://schemas.openxmlformats.org/officeDocument/2006/relationships/oleObject" Target="../embeddings/oleObject149.bin"/><Relationship Id="rId25" Type="http://schemas.openxmlformats.org/officeDocument/2006/relationships/oleObject" Target="../embeddings/oleObject153.bin"/><Relationship Id="rId2" Type="http://schemas.openxmlformats.org/officeDocument/2006/relationships/oleObject" Target="../embeddings/oleObject142.bin"/><Relationship Id="rId16" Type="http://schemas.openxmlformats.org/officeDocument/2006/relationships/image" Target="../media/image161.emf"/><Relationship Id="rId20" Type="http://schemas.openxmlformats.org/officeDocument/2006/relationships/image" Target="../media/image163.emf"/><Relationship Id="rId29" Type="http://schemas.openxmlformats.org/officeDocument/2006/relationships/oleObject" Target="../embeddings/oleObject155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6.emf"/><Relationship Id="rId11" Type="http://schemas.openxmlformats.org/officeDocument/2006/relationships/oleObject" Target="../embeddings/oleObject146.bin"/><Relationship Id="rId24" Type="http://schemas.openxmlformats.org/officeDocument/2006/relationships/image" Target="../media/image165.emf"/><Relationship Id="rId5" Type="http://schemas.openxmlformats.org/officeDocument/2006/relationships/oleObject" Target="../embeddings/oleObject143.bin"/><Relationship Id="rId15" Type="http://schemas.openxmlformats.org/officeDocument/2006/relationships/oleObject" Target="../embeddings/oleObject148.bin"/><Relationship Id="rId23" Type="http://schemas.openxmlformats.org/officeDocument/2006/relationships/oleObject" Target="../embeddings/oleObject152.bin"/><Relationship Id="rId28" Type="http://schemas.openxmlformats.org/officeDocument/2006/relationships/image" Target="../media/image167.emf"/><Relationship Id="rId10" Type="http://schemas.openxmlformats.org/officeDocument/2006/relationships/image" Target="../media/image158.emf"/><Relationship Id="rId19" Type="http://schemas.openxmlformats.org/officeDocument/2006/relationships/oleObject" Target="../embeddings/oleObject150.bin"/><Relationship Id="rId4" Type="http://schemas.openxmlformats.org/officeDocument/2006/relationships/image" Target="../media/image155.emf"/><Relationship Id="rId9" Type="http://schemas.openxmlformats.org/officeDocument/2006/relationships/oleObject" Target="../embeddings/oleObject145.bin"/><Relationship Id="rId14" Type="http://schemas.openxmlformats.org/officeDocument/2006/relationships/image" Target="../media/image160.emf"/><Relationship Id="rId22" Type="http://schemas.openxmlformats.org/officeDocument/2006/relationships/image" Target="../media/image164.emf"/><Relationship Id="rId27" Type="http://schemas.openxmlformats.org/officeDocument/2006/relationships/oleObject" Target="../embeddings/oleObject154.bin"/><Relationship Id="rId30" Type="http://schemas.openxmlformats.org/officeDocument/2006/relationships/image" Target="../media/image168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59.bin"/><Relationship Id="rId13" Type="http://schemas.openxmlformats.org/officeDocument/2006/relationships/image" Target="../media/image174.emf"/><Relationship Id="rId18" Type="http://schemas.openxmlformats.org/officeDocument/2006/relationships/oleObject" Target="../embeddings/oleObject164.bin"/><Relationship Id="rId3" Type="http://schemas.openxmlformats.org/officeDocument/2006/relationships/image" Target="../media/image169.emf"/><Relationship Id="rId21" Type="http://schemas.openxmlformats.org/officeDocument/2006/relationships/image" Target="../media/image178.emf"/><Relationship Id="rId7" Type="http://schemas.openxmlformats.org/officeDocument/2006/relationships/image" Target="../media/image171.emf"/><Relationship Id="rId12" Type="http://schemas.openxmlformats.org/officeDocument/2006/relationships/oleObject" Target="../embeddings/oleObject161.bin"/><Relationship Id="rId17" Type="http://schemas.openxmlformats.org/officeDocument/2006/relationships/image" Target="../media/image176.emf"/><Relationship Id="rId2" Type="http://schemas.openxmlformats.org/officeDocument/2006/relationships/oleObject" Target="../embeddings/oleObject156.bin"/><Relationship Id="rId16" Type="http://schemas.openxmlformats.org/officeDocument/2006/relationships/oleObject" Target="../embeddings/oleObject163.bin"/><Relationship Id="rId20" Type="http://schemas.openxmlformats.org/officeDocument/2006/relationships/oleObject" Target="../embeddings/oleObject16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58.bin"/><Relationship Id="rId11" Type="http://schemas.openxmlformats.org/officeDocument/2006/relationships/image" Target="../media/image173.emf"/><Relationship Id="rId5" Type="http://schemas.openxmlformats.org/officeDocument/2006/relationships/image" Target="../media/image170.emf"/><Relationship Id="rId15" Type="http://schemas.openxmlformats.org/officeDocument/2006/relationships/image" Target="../media/image175.emf"/><Relationship Id="rId10" Type="http://schemas.openxmlformats.org/officeDocument/2006/relationships/oleObject" Target="../embeddings/oleObject160.bin"/><Relationship Id="rId19" Type="http://schemas.openxmlformats.org/officeDocument/2006/relationships/image" Target="../media/image177.emf"/><Relationship Id="rId4" Type="http://schemas.openxmlformats.org/officeDocument/2006/relationships/oleObject" Target="../embeddings/oleObject157.bin"/><Relationship Id="rId9" Type="http://schemas.openxmlformats.org/officeDocument/2006/relationships/image" Target="../media/image172.emf"/><Relationship Id="rId14" Type="http://schemas.openxmlformats.org/officeDocument/2006/relationships/oleObject" Target="../embeddings/oleObject162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2.emf"/><Relationship Id="rId13" Type="http://schemas.openxmlformats.org/officeDocument/2006/relationships/image" Target="../media/image185.emf"/><Relationship Id="rId18" Type="http://schemas.openxmlformats.org/officeDocument/2006/relationships/oleObject" Target="../embeddings/oleObject173.bin"/><Relationship Id="rId3" Type="http://schemas.openxmlformats.org/officeDocument/2006/relationships/image" Target="../media/image179.emf"/><Relationship Id="rId7" Type="http://schemas.openxmlformats.org/officeDocument/2006/relationships/image" Target="../media/image181.emf"/><Relationship Id="rId12" Type="http://schemas.openxmlformats.org/officeDocument/2006/relationships/oleObject" Target="../embeddings/oleObject170.bin"/><Relationship Id="rId17" Type="http://schemas.openxmlformats.org/officeDocument/2006/relationships/image" Target="../media/image187.emf"/><Relationship Id="rId2" Type="http://schemas.openxmlformats.org/officeDocument/2006/relationships/oleObject" Target="../embeddings/oleObject166.bin"/><Relationship Id="rId16" Type="http://schemas.openxmlformats.org/officeDocument/2006/relationships/oleObject" Target="../embeddings/oleObject172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8.bin"/><Relationship Id="rId11" Type="http://schemas.openxmlformats.org/officeDocument/2006/relationships/image" Target="../media/image184.emf"/><Relationship Id="rId5" Type="http://schemas.openxmlformats.org/officeDocument/2006/relationships/image" Target="../media/image180.emf"/><Relationship Id="rId15" Type="http://schemas.openxmlformats.org/officeDocument/2006/relationships/image" Target="../media/image186.emf"/><Relationship Id="rId10" Type="http://schemas.openxmlformats.org/officeDocument/2006/relationships/oleObject" Target="../embeddings/oleObject169.bin"/><Relationship Id="rId19" Type="http://schemas.openxmlformats.org/officeDocument/2006/relationships/image" Target="../media/image188.emf"/><Relationship Id="rId4" Type="http://schemas.openxmlformats.org/officeDocument/2006/relationships/oleObject" Target="../embeddings/oleObject167.bin"/><Relationship Id="rId9" Type="http://schemas.openxmlformats.org/officeDocument/2006/relationships/image" Target="../media/image183.emf"/><Relationship Id="rId14" Type="http://schemas.openxmlformats.org/officeDocument/2006/relationships/oleObject" Target="../embeddings/oleObject171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2.emf"/><Relationship Id="rId13" Type="http://schemas.openxmlformats.org/officeDocument/2006/relationships/oleObject" Target="../embeddings/oleObject179.bin"/><Relationship Id="rId18" Type="http://schemas.openxmlformats.org/officeDocument/2006/relationships/image" Target="../media/image197.emf"/><Relationship Id="rId26" Type="http://schemas.openxmlformats.org/officeDocument/2006/relationships/image" Target="../media/image201.emf"/><Relationship Id="rId3" Type="http://schemas.openxmlformats.org/officeDocument/2006/relationships/oleObject" Target="../embeddings/oleObject174.bin"/><Relationship Id="rId21" Type="http://schemas.openxmlformats.org/officeDocument/2006/relationships/oleObject" Target="../embeddings/oleObject183.bin"/><Relationship Id="rId7" Type="http://schemas.openxmlformats.org/officeDocument/2006/relationships/oleObject" Target="../embeddings/oleObject176.bin"/><Relationship Id="rId12" Type="http://schemas.openxmlformats.org/officeDocument/2006/relationships/image" Target="../media/image194.emf"/><Relationship Id="rId17" Type="http://schemas.openxmlformats.org/officeDocument/2006/relationships/oleObject" Target="../embeddings/oleObject181.bin"/><Relationship Id="rId25" Type="http://schemas.openxmlformats.org/officeDocument/2006/relationships/oleObject" Target="../embeddings/oleObject185.bin"/><Relationship Id="rId2" Type="http://schemas.openxmlformats.org/officeDocument/2006/relationships/image" Target="../media/image189.emf"/><Relationship Id="rId16" Type="http://schemas.openxmlformats.org/officeDocument/2006/relationships/image" Target="../media/image196.emf"/><Relationship Id="rId20" Type="http://schemas.openxmlformats.org/officeDocument/2006/relationships/image" Target="../media/image198.emf"/><Relationship Id="rId29" Type="http://schemas.openxmlformats.org/officeDocument/2006/relationships/oleObject" Target="../embeddings/oleObject187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1.emf"/><Relationship Id="rId11" Type="http://schemas.openxmlformats.org/officeDocument/2006/relationships/oleObject" Target="../embeddings/oleObject178.bin"/><Relationship Id="rId24" Type="http://schemas.openxmlformats.org/officeDocument/2006/relationships/image" Target="../media/image200.emf"/><Relationship Id="rId5" Type="http://schemas.openxmlformats.org/officeDocument/2006/relationships/oleObject" Target="../embeddings/oleObject175.bin"/><Relationship Id="rId15" Type="http://schemas.openxmlformats.org/officeDocument/2006/relationships/oleObject" Target="../embeddings/oleObject180.bin"/><Relationship Id="rId23" Type="http://schemas.openxmlformats.org/officeDocument/2006/relationships/oleObject" Target="../embeddings/oleObject184.bin"/><Relationship Id="rId28" Type="http://schemas.openxmlformats.org/officeDocument/2006/relationships/image" Target="../media/image202.emf"/><Relationship Id="rId10" Type="http://schemas.openxmlformats.org/officeDocument/2006/relationships/image" Target="../media/image193.emf"/><Relationship Id="rId19" Type="http://schemas.openxmlformats.org/officeDocument/2006/relationships/oleObject" Target="../embeddings/oleObject182.bin"/><Relationship Id="rId4" Type="http://schemas.openxmlformats.org/officeDocument/2006/relationships/image" Target="../media/image190.emf"/><Relationship Id="rId9" Type="http://schemas.openxmlformats.org/officeDocument/2006/relationships/oleObject" Target="../embeddings/oleObject177.bin"/><Relationship Id="rId14" Type="http://schemas.openxmlformats.org/officeDocument/2006/relationships/image" Target="../media/image195.emf"/><Relationship Id="rId22" Type="http://schemas.openxmlformats.org/officeDocument/2006/relationships/image" Target="../media/image199.emf"/><Relationship Id="rId27" Type="http://schemas.openxmlformats.org/officeDocument/2006/relationships/oleObject" Target="../embeddings/oleObject186.bin"/><Relationship Id="rId30" Type="http://schemas.openxmlformats.org/officeDocument/2006/relationships/image" Target="../media/image203.emf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91.bin"/><Relationship Id="rId13" Type="http://schemas.openxmlformats.org/officeDocument/2006/relationships/image" Target="../media/image209.emf"/><Relationship Id="rId18" Type="http://schemas.openxmlformats.org/officeDocument/2006/relationships/oleObject" Target="../embeddings/oleObject196.bin"/><Relationship Id="rId26" Type="http://schemas.openxmlformats.org/officeDocument/2006/relationships/oleObject" Target="../embeddings/oleObject200.bin"/><Relationship Id="rId3" Type="http://schemas.openxmlformats.org/officeDocument/2006/relationships/image" Target="../media/image204.emf"/><Relationship Id="rId21" Type="http://schemas.openxmlformats.org/officeDocument/2006/relationships/image" Target="../media/image213.emf"/><Relationship Id="rId7" Type="http://schemas.openxmlformats.org/officeDocument/2006/relationships/image" Target="../media/image206.emf"/><Relationship Id="rId12" Type="http://schemas.openxmlformats.org/officeDocument/2006/relationships/oleObject" Target="../embeddings/oleObject193.bin"/><Relationship Id="rId17" Type="http://schemas.openxmlformats.org/officeDocument/2006/relationships/image" Target="../media/image211.emf"/><Relationship Id="rId25" Type="http://schemas.openxmlformats.org/officeDocument/2006/relationships/image" Target="../media/image215.emf"/><Relationship Id="rId2" Type="http://schemas.openxmlformats.org/officeDocument/2006/relationships/oleObject" Target="../embeddings/oleObject188.bin"/><Relationship Id="rId16" Type="http://schemas.openxmlformats.org/officeDocument/2006/relationships/oleObject" Target="../embeddings/oleObject195.bin"/><Relationship Id="rId20" Type="http://schemas.openxmlformats.org/officeDocument/2006/relationships/oleObject" Target="../embeddings/oleObject197.bin"/><Relationship Id="rId29" Type="http://schemas.openxmlformats.org/officeDocument/2006/relationships/image" Target="../media/image217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90.bin"/><Relationship Id="rId11" Type="http://schemas.openxmlformats.org/officeDocument/2006/relationships/image" Target="../media/image208.emf"/><Relationship Id="rId24" Type="http://schemas.openxmlformats.org/officeDocument/2006/relationships/oleObject" Target="../embeddings/oleObject199.bin"/><Relationship Id="rId5" Type="http://schemas.openxmlformats.org/officeDocument/2006/relationships/image" Target="../media/image205.emf"/><Relationship Id="rId15" Type="http://schemas.openxmlformats.org/officeDocument/2006/relationships/image" Target="../media/image210.emf"/><Relationship Id="rId23" Type="http://schemas.openxmlformats.org/officeDocument/2006/relationships/image" Target="../media/image214.emf"/><Relationship Id="rId28" Type="http://schemas.openxmlformats.org/officeDocument/2006/relationships/oleObject" Target="../embeddings/oleObject201.bin"/><Relationship Id="rId10" Type="http://schemas.openxmlformats.org/officeDocument/2006/relationships/oleObject" Target="../embeddings/oleObject192.bin"/><Relationship Id="rId19" Type="http://schemas.openxmlformats.org/officeDocument/2006/relationships/image" Target="../media/image212.emf"/><Relationship Id="rId4" Type="http://schemas.openxmlformats.org/officeDocument/2006/relationships/oleObject" Target="../embeddings/oleObject189.bin"/><Relationship Id="rId9" Type="http://schemas.openxmlformats.org/officeDocument/2006/relationships/image" Target="../media/image207.emf"/><Relationship Id="rId14" Type="http://schemas.openxmlformats.org/officeDocument/2006/relationships/oleObject" Target="../embeddings/oleObject194.bin"/><Relationship Id="rId22" Type="http://schemas.openxmlformats.org/officeDocument/2006/relationships/oleObject" Target="../embeddings/oleObject198.bin"/><Relationship Id="rId27" Type="http://schemas.openxmlformats.org/officeDocument/2006/relationships/image" Target="../media/image216.emf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5.bin"/><Relationship Id="rId13" Type="http://schemas.openxmlformats.org/officeDocument/2006/relationships/image" Target="../media/image223.emf"/><Relationship Id="rId3" Type="http://schemas.openxmlformats.org/officeDocument/2006/relationships/image" Target="../media/image218.emf"/><Relationship Id="rId7" Type="http://schemas.openxmlformats.org/officeDocument/2006/relationships/image" Target="../media/image220.emf"/><Relationship Id="rId12" Type="http://schemas.openxmlformats.org/officeDocument/2006/relationships/oleObject" Target="../embeddings/oleObject207.bin"/><Relationship Id="rId17" Type="http://schemas.openxmlformats.org/officeDocument/2006/relationships/image" Target="../media/image225.emf"/><Relationship Id="rId2" Type="http://schemas.openxmlformats.org/officeDocument/2006/relationships/oleObject" Target="../embeddings/oleObject202.bin"/><Relationship Id="rId16" Type="http://schemas.openxmlformats.org/officeDocument/2006/relationships/oleObject" Target="../embeddings/oleObject20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04.bin"/><Relationship Id="rId11" Type="http://schemas.openxmlformats.org/officeDocument/2006/relationships/image" Target="../media/image222.emf"/><Relationship Id="rId5" Type="http://schemas.openxmlformats.org/officeDocument/2006/relationships/image" Target="../media/image219.emf"/><Relationship Id="rId15" Type="http://schemas.openxmlformats.org/officeDocument/2006/relationships/image" Target="../media/image224.emf"/><Relationship Id="rId10" Type="http://schemas.openxmlformats.org/officeDocument/2006/relationships/oleObject" Target="../embeddings/oleObject206.bin"/><Relationship Id="rId4" Type="http://schemas.openxmlformats.org/officeDocument/2006/relationships/oleObject" Target="../embeddings/oleObject203.bin"/><Relationship Id="rId9" Type="http://schemas.openxmlformats.org/officeDocument/2006/relationships/image" Target="../media/image221.emf"/><Relationship Id="rId14" Type="http://schemas.openxmlformats.org/officeDocument/2006/relationships/oleObject" Target="../embeddings/oleObject208.bin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3.bin"/><Relationship Id="rId13" Type="http://schemas.openxmlformats.org/officeDocument/2006/relationships/image" Target="../media/image231.emf"/><Relationship Id="rId18" Type="http://schemas.openxmlformats.org/officeDocument/2006/relationships/oleObject" Target="../embeddings/oleObject218.bin"/><Relationship Id="rId3" Type="http://schemas.openxmlformats.org/officeDocument/2006/relationships/image" Target="../media/image226.emf"/><Relationship Id="rId21" Type="http://schemas.openxmlformats.org/officeDocument/2006/relationships/image" Target="../media/image235.emf"/><Relationship Id="rId7" Type="http://schemas.openxmlformats.org/officeDocument/2006/relationships/image" Target="../media/image228.emf"/><Relationship Id="rId12" Type="http://schemas.openxmlformats.org/officeDocument/2006/relationships/oleObject" Target="../embeddings/oleObject215.bin"/><Relationship Id="rId17" Type="http://schemas.openxmlformats.org/officeDocument/2006/relationships/image" Target="../media/image233.emf"/><Relationship Id="rId25" Type="http://schemas.openxmlformats.org/officeDocument/2006/relationships/image" Target="../media/image237.emf"/><Relationship Id="rId2" Type="http://schemas.openxmlformats.org/officeDocument/2006/relationships/oleObject" Target="../embeddings/oleObject210.bin"/><Relationship Id="rId16" Type="http://schemas.openxmlformats.org/officeDocument/2006/relationships/oleObject" Target="../embeddings/oleObject217.bin"/><Relationship Id="rId20" Type="http://schemas.openxmlformats.org/officeDocument/2006/relationships/oleObject" Target="../embeddings/oleObject219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12.bin"/><Relationship Id="rId11" Type="http://schemas.openxmlformats.org/officeDocument/2006/relationships/image" Target="../media/image230.emf"/><Relationship Id="rId24" Type="http://schemas.openxmlformats.org/officeDocument/2006/relationships/oleObject" Target="../embeddings/oleObject221.bin"/><Relationship Id="rId5" Type="http://schemas.openxmlformats.org/officeDocument/2006/relationships/image" Target="../media/image227.emf"/><Relationship Id="rId15" Type="http://schemas.openxmlformats.org/officeDocument/2006/relationships/image" Target="../media/image232.emf"/><Relationship Id="rId23" Type="http://schemas.openxmlformats.org/officeDocument/2006/relationships/image" Target="../media/image236.emf"/><Relationship Id="rId10" Type="http://schemas.openxmlformats.org/officeDocument/2006/relationships/oleObject" Target="../embeddings/oleObject214.bin"/><Relationship Id="rId19" Type="http://schemas.openxmlformats.org/officeDocument/2006/relationships/image" Target="../media/image234.emf"/><Relationship Id="rId4" Type="http://schemas.openxmlformats.org/officeDocument/2006/relationships/oleObject" Target="../embeddings/oleObject211.bin"/><Relationship Id="rId9" Type="http://schemas.openxmlformats.org/officeDocument/2006/relationships/image" Target="../media/image229.emf"/><Relationship Id="rId14" Type="http://schemas.openxmlformats.org/officeDocument/2006/relationships/oleObject" Target="../embeddings/oleObject216.bin"/><Relationship Id="rId22" Type="http://schemas.openxmlformats.org/officeDocument/2006/relationships/oleObject" Target="../embeddings/oleObject220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 descr="http://www.gcss.xjtu.edu.cn/admin/product/UpLoadFile/2008101556428937.jpg">
            <a:extLst>
              <a:ext uri="{FF2B5EF4-FFF2-40B4-BE49-F238E27FC236}">
                <a16:creationId xmlns:a16="http://schemas.microsoft.com/office/drawing/2014/main" id="{37C49F0A-61CA-EF19-205F-A142D0428EB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7450" y="765175"/>
            <a:ext cx="6529388" cy="4895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605" name="Object 2">
            <a:extLst>
              <a:ext uri="{FF2B5EF4-FFF2-40B4-BE49-F238E27FC236}">
                <a16:creationId xmlns:a16="http://schemas.microsoft.com/office/drawing/2014/main" id="{8F25B9CD-B9BB-4E2B-414B-C66E76488E3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67100" y="3959225"/>
          <a:ext cx="31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9267" imgH="373574" progId="Equation.3">
                  <p:embed/>
                </p:oleObj>
              </mc:Choice>
              <mc:Fallback>
                <p:oleObj name="公式" r:id="rId2" imgW="259267" imgH="373574" progId="Equation.3">
                  <p:embed/>
                  <p:pic>
                    <p:nvPicPr>
                      <p:cNvPr id="281605" name="Object 2">
                        <a:extLst>
                          <a:ext uri="{FF2B5EF4-FFF2-40B4-BE49-F238E27FC236}">
                            <a16:creationId xmlns:a16="http://schemas.microsoft.com/office/drawing/2014/main" id="{8F25B9CD-B9BB-4E2B-414B-C66E76488E3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67100" y="3959225"/>
                        <a:ext cx="31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6" name="Text Box 6">
            <a:extLst>
              <a:ext uri="{FF2B5EF4-FFF2-40B4-BE49-F238E27FC236}">
                <a16:creationId xmlns:a16="http://schemas.microsoft.com/office/drawing/2014/main" id="{E0AC0906-E259-5E74-D97B-C5A2AFDD84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933825"/>
            <a:ext cx="4895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>
                <a:solidFill>
                  <a:schemeClr val="bg1"/>
                </a:solidFill>
              </a:rPr>
              <a:t>(3) </a:t>
            </a:r>
            <a:r>
              <a:rPr lang="zh-CN" altLang="en-US">
                <a:solidFill>
                  <a:schemeClr val="bg1"/>
                </a:solidFill>
              </a:rPr>
              <a:t>解题的思路</a:t>
            </a:r>
            <a:r>
              <a:rPr lang="en-US" altLang="zh-CN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281607" name="Text Box 7">
            <a:extLst>
              <a:ext uri="{FF2B5EF4-FFF2-40B4-BE49-F238E27FC236}">
                <a16:creationId xmlns:a16="http://schemas.microsoft.com/office/drawing/2014/main" id="{E80D6950-6754-6BD0-13D5-41A62CD84B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550" y="3405188"/>
            <a:ext cx="2774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各向同性电介质</a:t>
            </a:r>
            <a:endParaRPr lang="zh-CN" altLang="en-US"/>
          </a:p>
        </p:txBody>
      </p:sp>
      <p:graphicFrame>
        <p:nvGraphicFramePr>
          <p:cNvPr id="281608" name="Object 3">
            <a:extLst>
              <a:ext uri="{FF2B5EF4-FFF2-40B4-BE49-F238E27FC236}">
                <a16:creationId xmlns:a16="http://schemas.microsoft.com/office/drawing/2014/main" id="{B6BB34E9-51BE-BC72-97E4-4938F2955D1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08400" y="3390900"/>
          <a:ext cx="1514475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440149" imgH="411480" progId="Equation.3">
                  <p:embed/>
                </p:oleObj>
              </mc:Choice>
              <mc:Fallback>
                <p:oleObj name="公式" r:id="rId4" imgW="1440149" imgH="411480" progId="Equation.3">
                  <p:embed/>
                  <p:pic>
                    <p:nvPicPr>
                      <p:cNvPr id="281608" name="Object 3">
                        <a:extLst>
                          <a:ext uri="{FF2B5EF4-FFF2-40B4-BE49-F238E27FC236}">
                            <a16:creationId xmlns:a16="http://schemas.microsoft.com/office/drawing/2014/main" id="{B6BB34E9-51BE-BC72-97E4-4938F2955D1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8400" y="3390900"/>
                        <a:ext cx="1514475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09" name="AutoShape 9">
            <a:extLst>
              <a:ext uri="{FF2B5EF4-FFF2-40B4-BE49-F238E27FC236}">
                <a16:creationId xmlns:a16="http://schemas.microsoft.com/office/drawing/2014/main" id="{07FB369D-E1DA-8C46-4595-51FD4AD4DA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4868863"/>
            <a:ext cx="4392612" cy="576262"/>
          </a:xfrm>
          <a:prstGeom prst="wedgeRectCallout">
            <a:avLst>
              <a:gd name="adj1" fmla="val 12810"/>
              <a:gd name="adj2" fmla="val -134023"/>
            </a:avLst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kumimoji="0"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自由电荷的分布具有对称性</a:t>
            </a:r>
          </a:p>
        </p:txBody>
      </p:sp>
      <p:graphicFrame>
        <p:nvGraphicFramePr>
          <p:cNvPr id="281610" name="Object 4">
            <a:extLst>
              <a:ext uri="{FF2B5EF4-FFF2-40B4-BE49-F238E27FC236}">
                <a16:creationId xmlns:a16="http://schemas.microsoft.com/office/drawing/2014/main" id="{51A36F67-E0AC-BD98-92F4-409E612678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24300" y="3933825"/>
          <a:ext cx="7350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678273" imgH="320206" progId="Equation.3">
                  <p:embed/>
                </p:oleObj>
              </mc:Choice>
              <mc:Fallback>
                <p:oleObj name="公式" r:id="rId6" imgW="678273" imgH="320206" progId="Equation.3">
                  <p:embed/>
                  <p:pic>
                    <p:nvPicPr>
                      <p:cNvPr id="281610" name="Object 4">
                        <a:extLst>
                          <a:ext uri="{FF2B5EF4-FFF2-40B4-BE49-F238E27FC236}">
                            <a16:creationId xmlns:a16="http://schemas.microsoft.com/office/drawing/2014/main" id="{51A36F67-E0AC-BD98-92F4-409E612678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24300" y="3933825"/>
                        <a:ext cx="7350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1" name="Object 5">
            <a:extLst>
              <a:ext uri="{FF2B5EF4-FFF2-40B4-BE49-F238E27FC236}">
                <a16:creationId xmlns:a16="http://schemas.microsoft.com/office/drawing/2014/main" id="{21464F31-2F4F-DB5A-8A28-6E18397086F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16463" y="3933825"/>
          <a:ext cx="711200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647918" imgH="320206" progId="Equation.3">
                  <p:embed/>
                </p:oleObj>
              </mc:Choice>
              <mc:Fallback>
                <p:oleObj name="公式" r:id="rId8" imgW="647918" imgH="320206" progId="Equation.3">
                  <p:embed/>
                  <p:pic>
                    <p:nvPicPr>
                      <p:cNvPr id="281611" name="Object 5">
                        <a:extLst>
                          <a:ext uri="{FF2B5EF4-FFF2-40B4-BE49-F238E27FC236}">
                            <a16:creationId xmlns:a16="http://schemas.microsoft.com/office/drawing/2014/main" id="{21464F31-2F4F-DB5A-8A28-6E18397086F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16463" y="3933825"/>
                        <a:ext cx="711200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5" name="AutoShape 15">
            <a:extLst>
              <a:ext uri="{FF2B5EF4-FFF2-40B4-BE49-F238E27FC236}">
                <a16:creationId xmlns:a16="http://schemas.microsoft.com/office/drawing/2014/main" id="{B9D398D4-B03D-7AD4-509B-6FA4B3B512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797425"/>
            <a:ext cx="3168650" cy="612775"/>
          </a:xfrm>
          <a:prstGeom prst="wedgeRectCallout">
            <a:avLst>
              <a:gd name="adj1" fmla="val -74000"/>
              <a:gd name="adj2" fmla="val -134199"/>
            </a:avLst>
          </a:prstGeom>
          <a:gradFill rotWithShape="1">
            <a:gsLst>
              <a:gs pos="0">
                <a:srgbClr val="66CCFF"/>
              </a:gs>
              <a:gs pos="100000">
                <a:srgbClr val="2F5E76"/>
              </a:gs>
            </a:gsLst>
            <a:path path="rect">
              <a:fillToRect l="50000" t="50000" r="50000" b="50000"/>
            </a:path>
          </a:gradFill>
          <a:ln w="3175">
            <a:solidFill>
              <a:srgbClr val="FFCC00"/>
            </a:solidFill>
            <a:miter lim="800000"/>
            <a:headEnd/>
            <a:tailEnd/>
          </a:ln>
        </p:spPr>
        <p:txBody>
          <a:bodyPr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各向同性均匀电介质</a:t>
            </a:r>
          </a:p>
        </p:txBody>
      </p:sp>
      <p:graphicFrame>
        <p:nvGraphicFramePr>
          <p:cNvPr id="281616" name="Object 6">
            <a:extLst>
              <a:ext uri="{FF2B5EF4-FFF2-40B4-BE49-F238E27FC236}">
                <a16:creationId xmlns:a16="http://schemas.microsoft.com/office/drawing/2014/main" id="{67DF16FA-3A27-5F7C-3D34-57070893AD0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92725" y="3390900"/>
          <a:ext cx="792163" cy="382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39956" imgH="320206" progId="Equation.3">
                  <p:embed/>
                </p:oleObj>
              </mc:Choice>
              <mc:Fallback>
                <p:oleObj name="公式" r:id="rId10" imgW="639956" imgH="320206" progId="Equation.3">
                  <p:embed/>
                  <p:pic>
                    <p:nvPicPr>
                      <p:cNvPr id="281616" name="Object 6">
                        <a:extLst>
                          <a:ext uri="{FF2B5EF4-FFF2-40B4-BE49-F238E27FC236}">
                            <a16:creationId xmlns:a16="http://schemas.microsoft.com/office/drawing/2014/main" id="{67DF16FA-3A27-5F7C-3D34-57070893AD0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92725" y="3390900"/>
                        <a:ext cx="792163" cy="3825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4445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7" name="Object 7">
            <a:extLst>
              <a:ext uri="{FF2B5EF4-FFF2-40B4-BE49-F238E27FC236}">
                <a16:creationId xmlns:a16="http://schemas.microsoft.com/office/drawing/2014/main" id="{F806295E-90F0-A5BC-2F80-E0E3421F1A5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781300"/>
          <a:ext cx="1079500" cy="549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510571" imgH="228434" progId="Equation.DSMT4">
                  <p:embed/>
                </p:oleObj>
              </mc:Choice>
              <mc:Fallback>
                <p:oleObj name="Equation" r:id="rId12" imgW="510571" imgH="228434" progId="Equation.DSMT4">
                  <p:embed/>
                  <p:pic>
                    <p:nvPicPr>
                      <p:cNvPr id="281617" name="Object 7">
                        <a:extLst>
                          <a:ext uri="{FF2B5EF4-FFF2-40B4-BE49-F238E27FC236}">
                            <a16:creationId xmlns:a16="http://schemas.microsoft.com/office/drawing/2014/main" id="{F806295E-90F0-A5BC-2F80-E0E3421F1A5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781300"/>
                        <a:ext cx="1079500" cy="549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1618" name="Object 8">
            <a:extLst>
              <a:ext uri="{FF2B5EF4-FFF2-40B4-BE49-F238E27FC236}">
                <a16:creationId xmlns:a16="http://schemas.microsoft.com/office/drawing/2014/main" id="{0A8CEA4D-B692-A4F9-44E6-F9274E75F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31913" y="2205038"/>
          <a:ext cx="1079500" cy="5635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95144" imgH="228434" progId="Equation.DSMT4">
                  <p:embed/>
                </p:oleObj>
              </mc:Choice>
              <mc:Fallback>
                <p:oleObj name="Equation" r:id="rId14" imgW="495144" imgH="228434" progId="Equation.DSMT4">
                  <p:embed/>
                  <p:pic>
                    <p:nvPicPr>
                      <p:cNvPr id="281618" name="Object 8">
                        <a:extLst>
                          <a:ext uri="{FF2B5EF4-FFF2-40B4-BE49-F238E27FC236}">
                            <a16:creationId xmlns:a16="http://schemas.microsoft.com/office/drawing/2014/main" id="{0A8CEA4D-B692-A4F9-44E6-F9274E75F27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205038"/>
                        <a:ext cx="1079500" cy="5635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FF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19" name="Text Box 19">
            <a:extLst>
              <a:ext uri="{FF2B5EF4-FFF2-40B4-BE49-F238E27FC236}">
                <a16:creationId xmlns:a16="http://schemas.microsoft.com/office/drawing/2014/main" id="{02976DF9-EC47-AF9C-D3E7-FC0196C18C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11413" y="1989138"/>
            <a:ext cx="655320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不仅与高斯面内包围的自由电荷有关，而且与极化电荷有关 </a:t>
            </a:r>
          </a:p>
        </p:txBody>
      </p:sp>
      <p:sp>
        <p:nvSpPr>
          <p:cNvPr id="281620" name="Text Box 20">
            <a:extLst>
              <a:ext uri="{FF2B5EF4-FFF2-40B4-BE49-F238E27FC236}">
                <a16:creationId xmlns:a16="http://schemas.microsoft.com/office/drawing/2014/main" id="{5127D9EB-0083-EDD2-A4B6-F30F97A772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84438" y="2813050"/>
            <a:ext cx="5162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只与包围在高斯面内的自由电荷有关 </a:t>
            </a:r>
          </a:p>
        </p:txBody>
      </p:sp>
      <p:sp>
        <p:nvSpPr>
          <p:cNvPr id="281621" name="Text Box 21">
            <a:extLst>
              <a:ext uri="{FF2B5EF4-FFF2-40B4-BE49-F238E27FC236}">
                <a16:creationId xmlns:a16="http://schemas.microsoft.com/office/drawing/2014/main" id="{7D237BD7-BCFB-577F-DC5A-EA6AD293B3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2179638"/>
            <a:ext cx="10080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</a:t>
            </a:r>
            <a:endParaRPr lang="en-US" altLang="zh-CN"/>
          </a:p>
        </p:txBody>
      </p:sp>
      <p:sp>
        <p:nvSpPr>
          <p:cNvPr id="281636" name="Text Box 36">
            <a:extLst>
              <a:ext uri="{FF2B5EF4-FFF2-40B4-BE49-F238E27FC236}">
                <a16:creationId xmlns:a16="http://schemas.microsoft.com/office/drawing/2014/main" id="{DA22665E-DD4D-A3F9-BE0D-3FD7010391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152400"/>
            <a:ext cx="6934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latin typeface="Arial" panose="020B0604020202020204" pitchFamily="34" charset="0"/>
                <a:ea typeface="楷体_GB2312" pitchFamily="49" charset="-122"/>
              </a:rPr>
              <a:t>Gauss’s Law in Dielectrics</a:t>
            </a:r>
          </a:p>
        </p:txBody>
      </p:sp>
      <p:graphicFrame>
        <p:nvGraphicFramePr>
          <p:cNvPr id="281637" name="Object 9">
            <a:extLst>
              <a:ext uri="{FF2B5EF4-FFF2-40B4-BE49-F238E27FC236}">
                <a16:creationId xmlns:a16="http://schemas.microsoft.com/office/drawing/2014/main" id="{54A146C4-44A5-71D6-6B27-C628DA1AC53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54038" y="763588"/>
          <a:ext cx="4046537" cy="760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310764" imgH="228434" progId="Equation.DSMT4">
                  <p:embed/>
                </p:oleObj>
              </mc:Choice>
              <mc:Fallback>
                <p:oleObj name="Equation" r:id="rId16" imgW="1310764" imgH="228434" progId="Equation.DSMT4">
                  <p:embed/>
                  <p:pic>
                    <p:nvPicPr>
                      <p:cNvPr id="281637" name="Object 9">
                        <a:extLst>
                          <a:ext uri="{FF2B5EF4-FFF2-40B4-BE49-F238E27FC236}">
                            <a16:creationId xmlns:a16="http://schemas.microsoft.com/office/drawing/2014/main" id="{54A146C4-44A5-71D6-6B27-C628DA1AC53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038" y="763588"/>
                        <a:ext cx="4046537" cy="760412"/>
                      </a:xfrm>
                      <a:prstGeom prst="rect">
                        <a:avLst/>
                      </a:prstGeom>
                      <a:noFill/>
                      <a:ln w="25400">
                        <a:solidFill>
                          <a:srgbClr val="FF99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1638" name="Text Box 38">
            <a:extLst>
              <a:ext uri="{FF2B5EF4-FFF2-40B4-BE49-F238E27FC236}">
                <a16:creationId xmlns:a16="http://schemas.microsoft.com/office/drawing/2014/main" id="{E692279E-CBDB-3FD8-9D40-BDDFA1CD27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00600" y="422275"/>
            <a:ext cx="3886200" cy="1406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0000"/>
              </a:lnSpc>
            </a:pP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    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通过任意封闭曲面的电位移通量 </a:t>
            </a:r>
            <a:r>
              <a:rPr lang="en-US" altLang="zh-CN">
                <a:solidFill>
                  <a:schemeClr val="hlink"/>
                </a:solidFill>
                <a:cs typeface="Times New Roman" panose="02020603050405020304" pitchFamily="18" charset="0"/>
              </a:rPr>
              <a:t>=</a:t>
            </a:r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该封闭面包围自由电荷的代数和。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300"/>
                                        <p:tgtEl>
                                          <p:spTgt spid="2816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816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300"/>
                                        <p:tgtEl>
                                          <p:spTgt spid="281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81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81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81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81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1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281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2000"/>
                                        <p:tgtEl>
                                          <p:spTgt spid="281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2000"/>
                                        <p:tgtEl>
                                          <p:spTgt spid="281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81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281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2816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281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1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81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2816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81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6" grpId="0" autoUpdateAnimBg="0"/>
      <p:bldP spid="281607" grpId="0" autoUpdateAnimBg="0"/>
      <p:bldP spid="281609" grpId="0" animBg="1"/>
      <p:bldP spid="281615" grpId="0" animBg="1"/>
      <p:bldP spid="281619" grpId="0" autoUpdateAnimBg="0"/>
      <p:bldP spid="281620" grpId="0" autoUpdateAnimBg="0"/>
      <p:bldP spid="281621" grpId="0" autoUpdateAnimBg="0"/>
      <p:bldP spid="281636" grpId="0" autoUpdateAnimBg="0"/>
      <p:bldP spid="281638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Text Box 2">
            <a:extLst>
              <a:ext uri="{FF2B5EF4-FFF2-40B4-BE49-F238E27FC236}">
                <a16:creationId xmlns:a16="http://schemas.microsoft.com/office/drawing/2014/main" id="{659044C2-AC2B-6733-56D7-366ABA7C163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62200" y="255588"/>
            <a:ext cx="6400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ea typeface="楷体_GB2312" pitchFamily="49" charset="-122"/>
              </a:rPr>
              <a:t>第九章    真空中的恒定磁场</a:t>
            </a:r>
          </a:p>
        </p:txBody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7D330097-6D5E-5E6B-F062-08EC65525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836613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电荷相对观察者静止</a:t>
            </a:r>
          </a:p>
        </p:txBody>
      </p:sp>
      <p:sp>
        <p:nvSpPr>
          <p:cNvPr id="47108" name="Rectangle 4">
            <a:extLst>
              <a:ext uri="{FF2B5EF4-FFF2-40B4-BE49-F238E27FC236}">
                <a16:creationId xmlns:a16="http://schemas.microsoft.com/office/drawing/2014/main" id="{21D27935-F9F7-E31A-4F72-C098AAC32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1293813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产生静电场</a:t>
            </a:r>
          </a:p>
        </p:txBody>
      </p:sp>
      <p:sp>
        <p:nvSpPr>
          <p:cNvPr id="47109" name="Rectangle 5">
            <a:extLst>
              <a:ext uri="{FF2B5EF4-FFF2-40B4-BE49-F238E27FC236}">
                <a16:creationId xmlns:a16="http://schemas.microsoft.com/office/drawing/2014/main" id="{207C7839-4419-19B3-8B7A-CE96AA8653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48200" y="836613"/>
            <a:ext cx="411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•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电荷相对观察者运动</a:t>
            </a:r>
          </a:p>
        </p:txBody>
      </p:sp>
      <p:sp>
        <p:nvSpPr>
          <p:cNvPr id="47110" name="AutoShape 6">
            <a:extLst>
              <a:ext uri="{FF2B5EF4-FFF2-40B4-BE49-F238E27FC236}">
                <a16:creationId xmlns:a16="http://schemas.microsoft.com/office/drawing/2014/main" id="{4B32C845-A88F-94CE-EB75-0D6D575B74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1903413"/>
            <a:ext cx="838200" cy="304800"/>
          </a:xfrm>
          <a:prstGeom prst="rightArrow">
            <a:avLst>
              <a:gd name="adj1" fmla="val 50000"/>
              <a:gd name="adj2" fmla="val 68750"/>
            </a:avLst>
          </a:prstGeom>
          <a:solidFill>
            <a:srgbClr val="FF66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7111" name="Rectangle 7">
            <a:extLst>
              <a:ext uri="{FF2B5EF4-FFF2-40B4-BE49-F238E27FC236}">
                <a16:creationId xmlns:a16="http://schemas.microsoft.com/office/drawing/2014/main" id="{57A788E0-A03C-BE4B-45E6-9E158C3638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7800" y="1293813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产生电场和磁场</a:t>
            </a:r>
          </a:p>
        </p:txBody>
      </p:sp>
      <p:sp>
        <p:nvSpPr>
          <p:cNvPr id="47112" name="Rectangle 8">
            <a:extLst>
              <a:ext uri="{FF2B5EF4-FFF2-40B4-BE49-F238E27FC236}">
                <a16:creationId xmlns:a16="http://schemas.microsoft.com/office/drawing/2014/main" id="{B30CCA85-F822-683D-F2A4-153B640BBD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0" y="1827213"/>
            <a:ext cx="7620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运动电荷之间相互作用不仅有电力还有磁力</a:t>
            </a:r>
            <a:endParaRPr lang="zh-CN" altLang="en-US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47113" name="Line 9">
            <a:extLst>
              <a:ext uri="{FF2B5EF4-FFF2-40B4-BE49-F238E27FC236}">
                <a16:creationId xmlns:a16="http://schemas.microsoft.com/office/drawing/2014/main" id="{61E27ABA-AD24-5F8A-024C-2B8CF46348EB}"/>
              </a:ext>
            </a:extLst>
          </p:cNvPr>
          <p:cNvSpPr>
            <a:spLocks noChangeShapeType="1"/>
          </p:cNvSpPr>
          <p:nvPr/>
        </p:nvSpPr>
        <p:spPr bwMode="auto">
          <a:xfrm>
            <a:off x="1447800" y="2284413"/>
            <a:ext cx="5791200" cy="0"/>
          </a:xfrm>
          <a:prstGeom prst="line">
            <a:avLst/>
          </a:prstGeom>
          <a:noFill/>
          <a:ln w="158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14" name="Text Box 10">
            <a:extLst>
              <a:ext uri="{FF2B5EF4-FFF2-40B4-BE49-F238E27FC236}">
                <a16:creationId xmlns:a16="http://schemas.microsoft.com/office/drawing/2014/main" id="{FB7F4C89-0CBD-5C0C-F4AC-1E70B2BD2F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349500"/>
            <a:ext cx="36925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00"/>
                </a:solidFill>
                <a:ea typeface="黑体" panose="02010609060101010101" pitchFamily="49" charset="-122"/>
              </a:rPr>
              <a:t>9-1  </a:t>
            </a:r>
            <a:r>
              <a:rPr lang="zh-CN" altLang="en-US" sz="2800">
                <a:solidFill>
                  <a:srgbClr val="00FF00"/>
                </a:solidFill>
                <a:ea typeface="黑体" panose="02010609060101010101" pitchFamily="49" charset="-122"/>
              </a:rPr>
              <a:t>磁力   磁感应强度</a:t>
            </a:r>
            <a:r>
              <a:rPr lang="zh-CN" altLang="en-US" sz="2800">
                <a:solidFill>
                  <a:srgbClr val="00FF00"/>
                </a:solidFill>
              </a:rPr>
              <a:t> </a:t>
            </a:r>
          </a:p>
        </p:txBody>
      </p:sp>
      <p:sp>
        <p:nvSpPr>
          <p:cNvPr id="47115" name="Text Box 11">
            <a:extLst>
              <a:ext uri="{FF2B5EF4-FFF2-40B4-BE49-F238E27FC236}">
                <a16:creationId xmlns:a16="http://schemas.microsoft.com/office/drawing/2014/main" id="{169F85C8-BE78-2F87-D90C-AF188B8F58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138" y="2852738"/>
            <a:ext cx="3063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一</a:t>
            </a:r>
            <a:r>
              <a:rPr lang="en-US" altLang="zh-CN">
                <a:solidFill>
                  <a:srgbClr val="FFFF00"/>
                </a:solidFill>
              </a:rPr>
              <a:t>. </a:t>
            </a:r>
            <a:r>
              <a:rPr lang="zh-CN" altLang="en-US">
                <a:solidFill>
                  <a:srgbClr val="FFFF00"/>
                </a:solidFill>
              </a:rPr>
              <a:t>磁力与磁场</a:t>
            </a:r>
          </a:p>
        </p:txBody>
      </p:sp>
      <p:sp>
        <p:nvSpPr>
          <p:cNvPr id="47116" name="Rectangle 12">
            <a:extLst>
              <a:ext uri="{FF2B5EF4-FFF2-40B4-BE49-F238E27FC236}">
                <a16:creationId xmlns:a16="http://schemas.microsoft.com/office/drawing/2014/main" id="{4AD0A203-1051-5171-3C27-A350FF08AA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0050" y="3335338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奥斯特实验，安培实验</a:t>
            </a:r>
            <a:endParaRPr lang="zh-CN" altLang="en-US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47117" name="Rectangle 13">
            <a:extLst>
              <a:ext uri="{FF2B5EF4-FFF2-40B4-BE49-F238E27FC236}">
                <a16:creationId xmlns:a16="http://schemas.microsoft.com/office/drawing/2014/main" id="{2E9EB5DE-DB1D-1700-BB6D-7C015AAD5B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6113463"/>
            <a:ext cx="624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实验证实：</a:t>
            </a:r>
            <a:r>
              <a:rPr lang="zh-CN" altLang="en-US" u="sng">
                <a:solidFill>
                  <a:srgbClr val="00FF00"/>
                </a:solidFill>
                <a:ea typeface="楷体_GB2312" pitchFamily="49" charset="-122"/>
              </a:rPr>
              <a:t>磁力是通过磁场传递的</a:t>
            </a:r>
          </a:p>
        </p:txBody>
      </p:sp>
      <p:sp>
        <p:nvSpPr>
          <p:cNvPr id="47118" name="Rectangle 14">
            <a:extLst>
              <a:ext uri="{FF2B5EF4-FFF2-40B4-BE49-F238E27FC236}">
                <a16:creationId xmlns:a16="http://schemas.microsoft.com/office/drawing/2014/main" id="{9211F23A-7B3E-ACC6-71E0-9055EF3472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86250" y="2781300"/>
            <a:ext cx="800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永久</a:t>
            </a:r>
          </a:p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磁体</a:t>
            </a:r>
          </a:p>
        </p:txBody>
      </p:sp>
      <p:sp>
        <p:nvSpPr>
          <p:cNvPr id="47119" name="Rectangle 15">
            <a:extLst>
              <a:ext uri="{FF2B5EF4-FFF2-40B4-BE49-F238E27FC236}">
                <a16:creationId xmlns:a16="http://schemas.microsoft.com/office/drawing/2014/main" id="{2DD17BC2-6B56-101C-CA9A-F84BD6E5F2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86750" y="2781300"/>
            <a:ext cx="80010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永久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磁体</a:t>
            </a:r>
          </a:p>
        </p:txBody>
      </p:sp>
      <p:sp>
        <p:nvSpPr>
          <p:cNvPr id="47120" name="Rectangle 16">
            <a:extLst>
              <a:ext uri="{FF2B5EF4-FFF2-40B4-BE49-F238E27FC236}">
                <a16:creationId xmlns:a16="http://schemas.microsoft.com/office/drawing/2014/main" id="{ABC8FCC9-7535-FA3A-B03E-0B3A61911B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78300" y="3771900"/>
            <a:ext cx="793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电流</a:t>
            </a:r>
          </a:p>
        </p:txBody>
      </p:sp>
      <p:sp>
        <p:nvSpPr>
          <p:cNvPr id="47121" name="Rectangle 17">
            <a:extLst>
              <a:ext uri="{FF2B5EF4-FFF2-40B4-BE49-F238E27FC236}">
                <a16:creationId xmlns:a16="http://schemas.microsoft.com/office/drawing/2014/main" id="{561EEFD2-8B9E-F37B-1210-ECA10B2AD8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16900" y="5159375"/>
            <a:ext cx="793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电流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7B15873-7FD6-81D0-8A1F-C9CB69BFC6C7}"/>
              </a:ext>
            </a:extLst>
          </p:cNvPr>
          <p:cNvGrpSpPr>
            <a:grpSpLocks/>
          </p:cNvGrpSpPr>
          <p:nvPr/>
        </p:nvGrpSpPr>
        <p:grpSpPr bwMode="auto">
          <a:xfrm>
            <a:off x="7258050" y="3162300"/>
            <a:ext cx="1143000" cy="533400"/>
            <a:chOff x="4608" y="1968"/>
            <a:chExt cx="720" cy="336"/>
          </a:xfrm>
        </p:grpSpPr>
        <p:grpSp>
          <p:nvGrpSpPr>
            <p:cNvPr id="5164" name="Group 19">
              <a:extLst>
                <a:ext uri="{FF2B5EF4-FFF2-40B4-BE49-F238E27FC236}">
                  <a16:creationId xmlns:a16="http://schemas.microsoft.com/office/drawing/2014/main" id="{CD2589E5-C9C9-FAC8-184B-E3C54F4FFD1E}"/>
                </a:ext>
              </a:extLst>
            </p:cNvPr>
            <p:cNvGrpSpPr>
              <a:grpSpLocks/>
            </p:cNvGrpSpPr>
            <p:nvPr/>
          </p:nvGrpSpPr>
          <p:grpSpPr bwMode="auto">
            <a:xfrm rot="6798449">
              <a:off x="4920" y="1656"/>
              <a:ext cx="96" cy="720"/>
              <a:chOff x="5184" y="2352"/>
              <a:chExt cx="192" cy="864"/>
            </a:xfrm>
          </p:grpSpPr>
          <p:sp>
            <p:nvSpPr>
              <p:cNvPr id="5166" name="AutoShape 20">
                <a:extLst>
                  <a:ext uri="{FF2B5EF4-FFF2-40B4-BE49-F238E27FC236}">
                    <a16:creationId xmlns:a16="http://schemas.microsoft.com/office/drawing/2014/main" id="{558D7710-05BB-ADA2-826F-0F0F1ABFF5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2352"/>
                <a:ext cx="192" cy="432"/>
              </a:xfrm>
              <a:prstGeom prst="flowChartExtra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7" name="AutoShape 21">
                <a:extLst>
                  <a:ext uri="{FF2B5EF4-FFF2-40B4-BE49-F238E27FC236}">
                    <a16:creationId xmlns:a16="http://schemas.microsoft.com/office/drawing/2014/main" id="{6C918AEF-2096-EE8F-DE38-FBDA6ECA16B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721681">
                <a:off x="5184" y="2784"/>
                <a:ext cx="192" cy="432"/>
              </a:xfrm>
              <a:prstGeom prst="flowChartExtra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165" name="AutoShape 22">
              <a:extLst>
                <a:ext uri="{FF2B5EF4-FFF2-40B4-BE49-F238E27FC236}">
                  <a16:creationId xmlns:a16="http://schemas.microsoft.com/office/drawing/2014/main" id="{2E9E0C3A-1489-63B3-6D69-B93E02BD02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48" y="2016"/>
              <a:ext cx="240" cy="288"/>
            </a:xfrm>
            <a:prstGeom prst="flowChartExtra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4" name="Group 23">
            <a:extLst>
              <a:ext uri="{FF2B5EF4-FFF2-40B4-BE49-F238E27FC236}">
                <a16:creationId xmlns:a16="http://schemas.microsoft.com/office/drawing/2014/main" id="{3E7C8C56-1DC9-1607-892A-8CEC6777D20C}"/>
              </a:ext>
            </a:extLst>
          </p:cNvPr>
          <p:cNvGrpSpPr>
            <a:grpSpLocks/>
          </p:cNvGrpSpPr>
          <p:nvPr/>
        </p:nvGrpSpPr>
        <p:grpSpPr bwMode="auto">
          <a:xfrm>
            <a:off x="5886450" y="4457700"/>
            <a:ext cx="1143000" cy="533400"/>
            <a:chOff x="3744" y="2784"/>
            <a:chExt cx="720" cy="336"/>
          </a:xfrm>
        </p:grpSpPr>
        <p:grpSp>
          <p:nvGrpSpPr>
            <p:cNvPr id="5160" name="Group 24">
              <a:extLst>
                <a:ext uri="{FF2B5EF4-FFF2-40B4-BE49-F238E27FC236}">
                  <a16:creationId xmlns:a16="http://schemas.microsoft.com/office/drawing/2014/main" id="{08E48521-0963-B7B1-12E7-76F6086F479A}"/>
                </a:ext>
              </a:extLst>
            </p:cNvPr>
            <p:cNvGrpSpPr>
              <a:grpSpLocks/>
            </p:cNvGrpSpPr>
            <p:nvPr/>
          </p:nvGrpSpPr>
          <p:grpSpPr bwMode="auto">
            <a:xfrm rot="6798449">
              <a:off x="4056" y="2472"/>
              <a:ext cx="96" cy="720"/>
              <a:chOff x="5184" y="2352"/>
              <a:chExt cx="192" cy="864"/>
            </a:xfrm>
          </p:grpSpPr>
          <p:sp>
            <p:nvSpPr>
              <p:cNvPr id="5162" name="AutoShape 25">
                <a:extLst>
                  <a:ext uri="{FF2B5EF4-FFF2-40B4-BE49-F238E27FC236}">
                    <a16:creationId xmlns:a16="http://schemas.microsoft.com/office/drawing/2014/main" id="{4DF446F9-0D64-473B-B81C-85AACD0918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184" y="2352"/>
                <a:ext cx="192" cy="432"/>
              </a:xfrm>
              <a:prstGeom prst="flowChartExtract">
                <a:avLst/>
              </a:prstGeom>
              <a:solidFill>
                <a:srgbClr val="FF9900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5163" name="AutoShape 26">
                <a:extLst>
                  <a:ext uri="{FF2B5EF4-FFF2-40B4-BE49-F238E27FC236}">
                    <a16:creationId xmlns:a16="http://schemas.microsoft.com/office/drawing/2014/main" id="{8A52720C-FE0A-DBAD-658D-15E450356E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721681">
                <a:off x="5184" y="2784"/>
                <a:ext cx="192" cy="432"/>
              </a:xfrm>
              <a:prstGeom prst="flowChartExtract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</p:grpSp>
        <p:sp>
          <p:nvSpPr>
            <p:cNvPr id="5161" name="AutoShape 27">
              <a:extLst>
                <a:ext uri="{FF2B5EF4-FFF2-40B4-BE49-F238E27FC236}">
                  <a16:creationId xmlns:a16="http://schemas.microsoft.com/office/drawing/2014/main" id="{472E28C8-3C47-A938-DB07-BB98FD7AFF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832"/>
              <a:ext cx="240" cy="288"/>
            </a:xfrm>
            <a:prstGeom prst="flowChartExtract">
              <a:avLst/>
            </a:prstGeom>
            <a:solidFill>
              <a:srgbClr val="3366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132" name="Line 28">
            <a:extLst>
              <a:ext uri="{FF2B5EF4-FFF2-40B4-BE49-F238E27FC236}">
                <a16:creationId xmlns:a16="http://schemas.microsoft.com/office/drawing/2014/main" id="{FF9C4A82-5424-6D71-B7A0-3A6C34984D8F}"/>
              </a:ext>
            </a:extLst>
          </p:cNvPr>
          <p:cNvSpPr>
            <a:spLocks noChangeShapeType="1"/>
          </p:cNvSpPr>
          <p:nvPr/>
        </p:nvSpPr>
        <p:spPr bwMode="auto">
          <a:xfrm>
            <a:off x="5200650" y="4152900"/>
            <a:ext cx="3276600" cy="0"/>
          </a:xfrm>
          <a:prstGeom prst="line">
            <a:avLst/>
          </a:prstGeom>
          <a:noFill/>
          <a:ln w="25400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3" name="Rectangle 29">
            <a:extLst>
              <a:ext uri="{FF2B5EF4-FFF2-40B4-BE49-F238E27FC236}">
                <a16:creationId xmlns:a16="http://schemas.microsoft.com/office/drawing/2014/main" id="{8948A997-CABD-81A3-98BC-329B17D6BE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3250" y="4305300"/>
            <a:ext cx="2133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磁体</a:t>
            </a:r>
          </a:p>
        </p:txBody>
      </p:sp>
      <p:sp>
        <p:nvSpPr>
          <p:cNvPr id="47134" name="Line 30">
            <a:extLst>
              <a:ext uri="{FF2B5EF4-FFF2-40B4-BE49-F238E27FC236}">
                <a16:creationId xmlns:a16="http://schemas.microsoft.com/office/drawing/2014/main" id="{6F6572E5-75D0-760B-04DA-5AC1CAD0CD11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2700" y="5372100"/>
            <a:ext cx="2971800" cy="0"/>
          </a:xfrm>
          <a:prstGeom prst="line">
            <a:avLst/>
          </a:prstGeom>
          <a:noFill/>
          <a:ln w="254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5" name="Line 31">
            <a:extLst>
              <a:ext uri="{FF2B5EF4-FFF2-40B4-BE49-F238E27FC236}">
                <a16:creationId xmlns:a16="http://schemas.microsoft.com/office/drawing/2014/main" id="{ABDCD427-FEE9-9256-7BB8-B018862634BA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2700" y="5829300"/>
            <a:ext cx="2971800" cy="0"/>
          </a:xfrm>
          <a:prstGeom prst="lin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6" name="Rectangle 32">
            <a:extLst>
              <a:ext uri="{FF2B5EF4-FFF2-40B4-BE49-F238E27FC236}">
                <a16:creationId xmlns:a16="http://schemas.microsoft.com/office/drawing/2014/main" id="{F83B7631-EC32-9D27-D87F-CC8D0D542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06900" y="5143500"/>
            <a:ext cx="79375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电流</a:t>
            </a:r>
          </a:p>
        </p:txBody>
      </p:sp>
      <p:sp>
        <p:nvSpPr>
          <p:cNvPr id="47137" name="Line 33">
            <a:extLst>
              <a:ext uri="{FF2B5EF4-FFF2-40B4-BE49-F238E27FC236}">
                <a16:creationId xmlns:a16="http://schemas.microsoft.com/office/drawing/2014/main" id="{9D0BAA48-E77A-B56F-DCAF-DE97C5C84880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5372100"/>
            <a:ext cx="533400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8" name="Line 34">
            <a:extLst>
              <a:ext uri="{FF2B5EF4-FFF2-40B4-BE49-F238E27FC236}">
                <a16:creationId xmlns:a16="http://schemas.microsoft.com/office/drawing/2014/main" id="{DF9E51A8-B703-29DF-7FC4-46A37AA4680C}"/>
              </a:ext>
            </a:extLst>
          </p:cNvPr>
          <p:cNvSpPr>
            <a:spLocks noChangeShapeType="1"/>
          </p:cNvSpPr>
          <p:nvPr/>
        </p:nvSpPr>
        <p:spPr bwMode="auto">
          <a:xfrm>
            <a:off x="5549900" y="5829300"/>
            <a:ext cx="533400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7139" name="Line 35">
            <a:extLst>
              <a:ext uri="{FF2B5EF4-FFF2-40B4-BE49-F238E27FC236}">
                <a16:creationId xmlns:a16="http://schemas.microsoft.com/office/drawing/2014/main" id="{BD103969-F47F-01FF-27B7-E478386FA21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43650" y="4152900"/>
            <a:ext cx="762000" cy="0"/>
          </a:xfrm>
          <a:prstGeom prst="line">
            <a:avLst/>
          </a:prstGeom>
          <a:noFill/>
          <a:ln w="444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7140" name="Object 2">
            <a:extLst>
              <a:ext uri="{FF2B5EF4-FFF2-40B4-BE49-F238E27FC236}">
                <a16:creationId xmlns:a16="http://schemas.microsoft.com/office/drawing/2014/main" id="{BEA73878-0596-18F4-110D-76E39DFDD6F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48450" y="3695700"/>
          <a:ext cx="2952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9029" imgH="137160" progId="Equation.3">
                  <p:embed/>
                </p:oleObj>
              </mc:Choice>
              <mc:Fallback>
                <p:oleObj name="Equation" r:id="rId2" imgW="99029" imgH="13716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8450" y="3695700"/>
                        <a:ext cx="2952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1" name="Object 3">
            <a:extLst>
              <a:ext uri="{FF2B5EF4-FFF2-40B4-BE49-F238E27FC236}">
                <a16:creationId xmlns:a16="http://schemas.microsoft.com/office/drawing/2014/main" id="{3900D9D6-F6F3-C634-1891-8CE35B241D9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83200" y="4838700"/>
          <a:ext cx="298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6493" imgH="183046" progId="Equation.3">
                  <p:embed/>
                </p:oleObj>
              </mc:Choice>
              <mc:Fallback>
                <p:oleObj name="Equation" r:id="rId4" imgW="106493" imgH="183046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83200" y="4838700"/>
                        <a:ext cx="298450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2" name="Object 4">
            <a:extLst>
              <a:ext uri="{FF2B5EF4-FFF2-40B4-BE49-F238E27FC236}">
                <a16:creationId xmlns:a16="http://schemas.microsoft.com/office/drawing/2014/main" id="{E038B7B7-6C9A-1056-A8FD-7FDD5AEE863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311900" y="5372100"/>
          <a:ext cx="350838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7347" imgH="183046" progId="Equation.3">
                  <p:embed/>
                </p:oleObj>
              </mc:Choice>
              <mc:Fallback>
                <p:oleObj name="Equation" r:id="rId6" imgW="137347" imgH="183046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11900" y="5372100"/>
                        <a:ext cx="350838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3" name="Object 5">
            <a:extLst>
              <a:ext uri="{FF2B5EF4-FFF2-40B4-BE49-F238E27FC236}">
                <a16:creationId xmlns:a16="http://schemas.microsoft.com/office/drawing/2014/main" id="{49FF1E8D-7B2D-099D-7B67-92C034A021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724650" y="2781300"/>
          <a:ext cx="381000" cy="379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44811" imgH="144641" progId="Equation.3">
                  <p:embed/>
                </p:oleObj>
              </mc:Choice>
              <mc:Fallback>
                <p:oleObj name="Equation" r:id="rId8" imgW="144811" imgH="14464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4650" y="2781300"/>
                        <a:ext cx="381000" cy="379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7144" name="Object 6">
            <a:extLst>
              <a:ext uri="{FF2B5EF4-FFF2-40B4-BE49-F238E27FC236}">
                <a16:creationId xmlns:a16="http://schemas.microsoft.com/office/drawing/2014/main" id="{5B3B8583-2762-D641-B18F-268F96BE9A2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29250" y="2781300"/>
          <a:ext cx="36036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493" imgH="144641" progId="Equation.3">
                  <p:embed/>
                </p:oleObj>
              </mc:Choice>
              <mc:Fallback>
                <p:oleObj name="Equation" r:id="rId10" imgW="106493" imgH="14464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29250" y="2781300"/>
                        <a:ext cx="36036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1">
            <a:extLst>
              <a:ext uri="{FF2B5EF4-FFF2-40B4-BE49-F238E27FC236}">
                <a16:creationId xmlns:a16="http://schemas.microsoft.com/office/drawing/2014/main" id="{52038420-B096-0EA6-937A-DF2193252111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238500"/>
            <a:ext cx="1905000" cy="228600"/>
            <a:chOff x="3168" y="2016"/>
            <a:chExt cx="1200" cy="192"/>
          </a:xfrm>
        </p:grpSpPr>
        <p:sp>
          <p:nvSpPr>
            <p:cNvPr id="47146" name="AutoShape 42">
              <a:extLst>
                <a:ext uri="{FF2B5EF4-FFF2-40B4-BE49-F238E27FC236}">
                  <a16:creationId xmlns:a16="http://schemas.microsoft.com/office/drawing/2014/main" id="{30C2482B-DBCC-37B7-4B09-4A4703058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68" y="2016"/>
              <a:ext cx="672" cy="192"/>
            </a:xfrm>
            <a:prstGeom prst="cube">
              <a:avLst>
                <a:gd name="adj" fmla="val 71181"/>
              </a:avLst>
            </a:prstGeom>
            <a:gradFill rotWithShape="0">
              <a:gsLst>
                <a:gs pos="0">
                  <a:schemeClr val="accent1"/>
                </a:gs>
                <a:gs pos="100000">
                  <a:schemeClr val="accent1">
                    <a:gamma/>
                    <a:shade val="46275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en-US"/>
            </a:p>
          </p:txBody>
        </p:sp>
        <p:sp>
          <p:nvSpPr>
            <p:cNvPr id="5159" name="AutoShape 43">
              <a:extLst>
                <a:ext uri="{FF2B5EF4-FFF2-40B4-BE49-F238E27FC236}">
                  <a16:creationId xmlns:a16="http://schemas.microsoft.com/office/drawing/2014/main" id="{B98A43E0-D05B-3F1B-EFC4-048DD8194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96" y="2016"/>
              <a:ext cx="672" cy="192"/>
            </a:xfrm>
            <a:prstGeom prst="cube">
              <a:avLst>
                <a:gd name="adj" fmla="val 71181"/>
              </a:avLst>
            </a:prstGeom>
            <a:gradFill rotWithShape="0">
              <a:gsLst>
                <a:gs pos="0">
                  <a:srgbClr val="FF9900"/>
                </a:gs>
                <a:gs pos="100000">
                  <a:srgbClr val="764700"/>
                </a:gs>
              </a:gsLst>
              <a:lin ang="540000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47148" name="Rectangle 44">
            <a:extLst>
              <a:ext uri="{FF2B5EF4-FFF2-40B4-BE49-F238E27FC236}">
                <a16:creationId xmlns:a16="http://schemas.microsoft.com/office/drawing/2014/main" id="{BB94768B-7405-2F17-12A4-905928B547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850" y="3771900"/>
            <a:ext cx="342900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hlink"/>
                </a:solidFill>
                <a:ea typeface="楷体_GB2312" pitchFamily="49" charset="-122"/>
              </a:rPr>
              <a:t>    </a:t>
            </a:r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永久磁体、运动电荷、传导电流之间都存在磁</a:t>
            </a:r>
          </a:p>
          <a:p>
            <a:pPr eaLnBrk="1" hangingPunct="1"/>
            <a:r>
              <a:rPr lang="zh-CN" altLang="en-US">
                <a:solidFill>
                  <a:schemeClr val="hlink"/>
                </a:solidFill>
                <a:ea typeface="楷体_GB2312" pitchFamily="49" charset="-122"/>
              </a:rPr>
              <a:t>力的相互作用。</a:t>
            </a:r>
          </a:p>
        </p:txBody>
      </p:sp>
      <p:sp>
        <p:nvSpPr>
          <p:cNvPr id="47149" name="Rectangle 45">
            <a:extLst>
              <a:ext uri="{FF2B5EF4-FFF2-40B4-BE49-F238E27FC236}">
                <a16:creationId xmlns:a16="http://schemas.microsoft.com/office/drawing/2014/main" id="{C8E56AC8-D384-9201-9882-3B2FEB593E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5087938"/>
            <a:ext cx="3108325" cy="830262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FF00"/>
                </a:solidFill>
                <a:ea typeface="楷体_GB2312" pitchFamily="49" charset="-122"/>
              </a:rPr>
              <a:t> 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真空中一切磁力都起</a:t>
            </a:r>
          </a:p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源于电荷的运动</a:t>
            </a:r>
          </a:p>
        </p:txBody>
      </p:sp>
      <p:sp>
        <p:nvSpPr>
          <p:cNvPr id="47150" name="AutoShape 46">
            <a:extLst>
              <a:ext uri="{FF2B5EF4-FFF2-40B4-BE49-F238E27FC236}">
                <a16:creationId xmlns:a16="http://schemas.microsoft.com/office/drawing/2014/main" id="{2B5DB1FE-6CC6-16EE-28DF-42A6220FBD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1850" y="4686300"/>
            <a:ext cx="533400" cy="457200"/>
          </a:xfrm>
          <a:prstGeom prst="star5">
            <a:avLst/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/>
          </a:p>
        </p:txBody>
      </p:sp>
      <p:sp>
        <p:nvSpPr>
          <p:cNvPr id="47151" name="Rectangle 47">
            <a:extLst>
              <a:ext uri="{FF2B5EF4-FFF2-40B4-BE49-F238E27FC236}">
                <a16:creationId xmlns:a16="http://schemas.microsoft.com/office/drawing/2014/main" id="{D7ED56C3-7A82-622E-1AC1-772BA48DE9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0" y="6134100"/>
            <a:ext cx="4038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磁场也是一种物质</a:t>
            </a:r>
            <a:endParaRPr lang="zh-CN" altLang="en-US">
              <a:solidFill>
                <a:schemeClr val="hlink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" fill="hold"/>
                                        <p:tgtEl>
                                          <p:spTgt spid="471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3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300" fill="hold"/>
                                        <p:tgtEl>
                                          <p:spTgt spid="471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710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3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300" fill="hold"/>
                                        <p:tgtEl>
                                          <p:spTgt spid="4710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471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47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5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2" dur="300"/>
                                        <p:tgtEl>
                                          <p:spTgt spid="47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7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47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47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47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7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4" presetID="3" presetClass="entr" presetSubtype="1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66" dur="300"/>
                                        <p:tgtEl>
                                          <p:spTgt spid="47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80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2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500" fill="hold"/>
                                        <p:tgtEl>
                                          <p:spTgt spid="471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16" presetClass="entr" presetSubtype="4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88" dur="300"/>
                                        <p:tgtEl>
                                          <p:spTgt spid="47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93" dur="500"/>
                                        <p:tgtEl>
                                          <p:spTgt spid="47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98" dur="500"/>
                                        <p:tgtEl>
                                          <p:spTgt spid="47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" presetClass="entr" presetSubtype="0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Abs val="300"/>
                                  </p:iterate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299"/>
                                          </p:stCondLst>
                                        </p:cTn>
                                        <p:tgtEl>
                                          <p:spTgt spid="47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112" presetID="3" presetClass="entr" presetSubtype="5" fill="hold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14" dur="300"/>
                                        <p:tgtEl>
                                          <p:spTgt spid="47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7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7" presetID="4" presetClass="entr" presetSubtype="16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9" dur="500"/>
                                        <p:tgtEl>
                                          <p:spTgt spid="47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47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2" presetID="5" presetClass="entr" presetSubtype="10" fill="hold" nodeType="afterEffect">
                                  <p:stCondLst>
                                    <p:cond delay="400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44" dur="300"/>
                                        <p:tgtEl>
                                          <p:spTgt spid="47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9" dur="300"/>
                                        <p:tgtEl>
                                          <p:spTgt spid="47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4" dur="3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5" dur="300" fill="hold"/>
                                        <p:tgtEl>
                                          <p:spTgt spid="471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157" presetID="15" presetClass="entr" presetSubtype="0" fill="hold" nodeType="afterEffect">
                                  <p:stCondLst>
                                    <p:cond delay="700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1000" fill="hold"/>
                                        <p:tgtEl>
                                          <p:spTgt spid="4715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1000" fill="hold"/>
                                        <p:tgtEl>
                                          <p:spTgt spid="4715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1" dur="1000" fill="hold"/>
                                        <p:tgtEl>
                                          <p:spTgt spid="471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2" dur="1000" fill="hold"/>
                                        <p:tgtEl>
                                          <p:spTgt spid="471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 nodeType="clickPar">
                      <p:stCondLst>
                        <p:cond delay="indefinite"/>
                      </p:stCondLst>
                      <p:childTnLst>
                        <p:par>
                          <p:cTn id="1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7" dur="300"/>
                                        <p:tgtEl>
                                          <p:spTgt spid="47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172" dur="300"/>
                                        <p:tgtEl>
                                          <p:spTgt spid="47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106" grpId="0" autoUpdateAnimBg="0"/>
      <p:bldP spid="47107" grpId="0" autoUpdateAnimBg="0"/>
      <p:bldP spid="47108" grpId="0" autoUpdateAnimBg="0"/>
      <p:bldP spid="47109" grpId="0" autoUpdateAnimBg="0"/>
      <p:bldP spid="47110" grpId="0" animBg="1"/>
      <p:bldP spid="47111" grpId="0" autoUpdateAnimBg="0"/>
      <p:bldP spid="47112" grpId="0" autoUpdateAnimBg="0"/>
      <p:bldP spid="47114" grpId="0" autoUpdateAnimBg="0"/>
      <p:bldP spid="47115" grpId="0" autoUpdateAnimBg="0"/>
      <p:bldP spid="47116" grpId="0" autoUpdateAnimBg="0"/>
      <p:bldP spid="47117" grpId="0" autoUpdateAnimBg="0"/>
      <p:bldP spid="47118" grpId="0" autoUpdateAnimBg="0"/>
      <p:bldP spid="47119" grpId="0" autoUpdateAnimBg="0"/>
      <p:bldP spid="47120" grpId="0" autoUpdateAnimBg="0"/>
      <p:bldP spid="47121" grpId="0" autoUpdateAnimBg="0"/>
      <p:bldP spid="47133" grpId="0" autoUpdateAnimBg="0"/>
      <p:bldP spid="47136" grpId="0" autoUpdateAnimBg="0"/>
      <p:bldP spid="47148" grpId="0" autoUpdateAnimBg="0"/>
      <p:bldP spid="47149" grpId="0" animBg="1" autoUpdateAnimBg="0"/>
      <p:bldP spid="47151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Text Box 2">
            <a:extLst>
              <a:ext uri="{FF2B5EF4-FFF2-40B4-BE49-F238E27FC236}">
                <a16:creationId xmlns:a16="http://schemas.microsoft.com/office/drawing/2014/main" id="{16EC07D6-BEC6-9874-923B-A2ECD7D182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188913"/>
            <a:ext cx="18176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磁场的性质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sp>
        <p:nvSpPr>
          <p:cNvPr id="48131" name="Text Box 3">
            <a:extLst>
              <a:ext uri="{FF2B5EF4-FFF2-40B4-BE49-F238E27FC236}">
                <a16:creationId xmlns:a16="http://schemas.microsoft.com/office/drawing/2014/main" id="{278B0AFF-0885-4348-40ED-AB911A261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213" y="709613"/>
            <a:ext cx="4903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对运动电荷</a:t>
            </a:r>
            <a:r>
              <a:rPr lang="en-US" altLang="zh-CN">
                <a:solidFill>
                  <a:schemeClr val="bg1"/>
                </a:solidFill>
              </a:rPr>
              <a:t>(</a:t>
            </a:r>
            <a:r>
              <a:rPr lang="zh-CN" altLang="en-US">
                <a:solidFill>
                  <a:schemeClr val="bg1"/>
                </a:solidFill>
              </a:rPr>
              <a:t>或电流</a:t>
            </a:r>
            <a:r>
              <a:rPr lang="en-US" altLang="zh-CN">
                <a:solidFill>
                  <a:schemeClr val="bg1"/>
                </a:solidFill>
              </a:rPr>
              <a:t>)</a:t>
            </a:r>
            <a:r>
              <a:rPr lang="zh-CN" altLang="en-US">
                <a:solidFill>
                  <a:schemeClr val="bg1"/>
                </a:solidFill>
              </a:rPr>
              <a:t>有力的作用</a:t>
            </a:r>
            <a:r>
              <a:rPr lang="en-US" altLang="zh-CN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8132" name="Text Box 4">
            <a:extLst>
              <a:ext uri="{FF2B5EF4-FFF2-40B4-BE49-F238E27FC236}">
                <a16:creationId xmlns:a16="http://schemas.microsoft.com/office/drawing/2014/main" id="{65441903-D492-6CCC-3445-CEF1A6982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5963" y="668338"/>
            <a:ext cx="2147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磁场有能量</a:t>
            </a:r>
          </a:p>
        </p:txBody>
      </p:sp>
      <p:sp>
        <p:nvSpPr>
          <p:cNvPr id="48133" name="AutoShape 5">
            <a:extLst>
              <a:ext uri="{FF2B5EF4-FFF2-40B4-BE49-F238E27FC236}">
                <a16:creationId xmlns:a16="http://schemas.microsoft.com/office/drawing/2014/main" id="{260454F3-89F7-E4AC-8CD2-EAE5034AAB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4075" y="5876925"/>
            <a:ext cx="2089150" cy="8636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8134" name="Text Box 6">
            <a:extLst>
              <a:ext uri="{FF2B5EF4-FFF2-40B4-BE49-F238E27FC236}">
                <a16:creationId xmlns:a16="http://schemas.microsoft.com/office/drawing/2014/main" id="{9F544FB3-C16F-5B00-FEEB-BB530830D0E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125538"/>
            <a:ext cx="25050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</a:rPr>
              <a:t>二</a:t>
            </a:r>
            <a:r>
              <a:rPr lang="en-US" altLang="zh-CN" sz="2800">
                <a:solidFill>
                  <a:srgbClr val="FFFF00"/>
                </a:solidFill>
              </a:rPr>
              <a:t>. </a:t>
            </a:r>
            <a:r>
              <a:rPr lang="zh-CN" altLang="en-US" sz="2800">
                <a:solidFill>
                  <a:srgbClr val="FFFF00"/>
                </a:solidFill>
              </a:rPr>
              <a:t>磁感应强度</a:t>
            </a:r>
          </a:p>
        </p:txBody>
      </p:sp>
      <p:sp>
        <p:nvSpPr>
          <p:cNvPr id="48135" name="Text Box 7">
            <a:extLst>
              <a:ext uri="{FF2B5EF4-FFF2-40B4-BE49-F238E27FC236}">
                <a16:creationId xmlns:a16="http://schemas.microsoft.com/office/drawing/2014/main" id="{B78C2CC7-ACD4-5E18-CD9F-18B1E55069B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7075" y="1657350"/>
            <a:ext cx="3248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在闭合回路中取电流元</a:t>
            </a:r>
          </a:p>
        </p:txBody>
      </p:sp>
      <p:graphicFrame>
        <p:nvGraphicFramePr>
          <p:cNvPr id="48136" name="Object 2">
            <a:extLst>
              <a:ext uri="{FF2B5EF4-FFF2-40B4-BE49-F238E27FC236}">
                <a16:creationId xmlns:a16="http://schemas.microsoft.com/office/drawing/2014/main" id="{9B883B84-0EF2-9AF2-24C2-35C45C8AC5A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68750" y="1692275"/>
          <a:ext cx="52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87680" imgH="335169" progId="Equation.3">
                  <p:embed/>
                </p:oleObj>
              </mc:Choice>
              <mc:Fallback>
                <p:oleObj name="Equation" r:id="rId2" imgW="487680" imgH="335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8750" y="1692275"/>
                        <a:ext cx="520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37" name="Freeform 9">
            <a:extLst>
              <a:ext uri="{FF2B5EF4-FFF2-40B4-BE49-F238E27FC236}">
                <a16:creationId xmlns:a16="http://schemas.microsoft.com/office/drawing/2014/main" id="{11A470DA-330F-DCF4-E4F5-49ED9ACCFB0D}"/>
              </a:ext>
            </a:extLst>
          </p:cNvPr>
          <p:cNvSpPr>
            <a:spLocks/>
          </p:cNvSpPr>
          <p:nvPr/>
        </p:nvSpPr>
        <p:spPr bwMode="auto">
          <a:xfrm>
            <a:off x="6629400" y="1579563"/>
            <a:ext cx="1625600" cy="2070100"/>
          </a:xfrm>
          <a:custGeom>
            <a:avLst/>
            <a:gdLst>
              <a:gd name="T0" fmla="*/ 2147483646 w 1024"/>
              <a:gd name="T1" fmla="*/ 2147483646 h 1304"/>
              <a:gd name="T2" fmla="*/ 2147483646 w 1024"/>
              <a:gd name="T3" fmla="*/ 2147483646 h 1304"/>
              <a:gd name="T4" fmla="*/ 2147483646 w 1024"/>
              <a:gd name="T5" fmla="*/ 2147483646 h 1304"/>
              <a:gd name="T6" fmla="*/ 2147483646 w 1024"/>
              <a:gd name="T7" fmla="*/ 2147483646 h 1304"/>
              <a:gd name="T8" fmla="*/ 2147483646 w 1024"/>
              <a:gd name="T9" fmla="*/ 2147483646 h 1304"/>
              <a:gd name="T10" fmla="*/ 2147483646 w 1024"/>
              <a:gd name="T11" fmla="*/ 2147483646 h 1304"/>
              <a:gd name="T12" fmla="*/ 2147483646 w 1024"/>
              <a:gd name="T13" fmla="*/ 2147483646 h 1304"/>
              <a:gd name="T14" fmla="*/ 2147483646 w 1024"/>
              <a:gd name="T15" fmla="*/ 0 h 1304"/>
              <a:gd name="T16" fmla="*/ 2147483646 w 1024"/>
              <a:gd name="T17" fmla="*/ 2147483646 h 130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1024"/>
              <a:gd name="T28" fmla="*/ 0 h 1304"/>
              <a:gd name="T29" fmla="*/ 1024 w 1024"/>
              <a:gd name="T30" fmla="*/ 1304 h 1304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1024" h="1304">
                <a:moveTo>
                  <a:pt x="464" y="144"/>
                </a:moveTo>
                <a:cubicBezTo>
                  <a:pt x="408" y="200"/>
                  <a:pt x="304" y="256"/>
                  <a:pt x="272" y="336"/>
                </a:cubicBezTo>
                <a:cubicBezTo>
                  <a:pt x="240" y="416"/>
                  <a:pt x="312" y="528"/>
                  <a:pt x="272" y="624"/>
                </a:cubicBezTo>
                <a:cubicBezTo>
                  <a:pt x="232" y="720"/>
                  <a:pt x="0" y="800"/>
                  <a:pt x="32" y="912"/>
                </a:cubicBezTo>
                <a:cubicBezTo>
                  <a:pt x="64" y="1024"/>
                  <a:pt x="312" y="1304"/>
                  <a:pt x="464" y="1296"/>
                </a:cubicBezTo>
                <a:cubicBezTo>
                  <a:pt x="616" y="1288"/>
                  <a:pt x="864" y="1056"/>
                  <a:pt x="944" y="864"/>
                </a:cubicBezTo>
                <a:cubicBezTo>
                  <a:pt x="1024" y="672"/>
                  <a:pt x="1000" y="288"/>
                  <a:pt x="944" y="144"/>
                </a:cubicBezTo>
                <a:cubicBezTo>
                  <a:pt x="888" y="0"/>
                  <a:pt x="680" y="0"/>
                  <a:pt x="608" y="0"/>
                </a:cubicBezTo>
                <a:cubicBezTo>
                  <a:pt x="536" y="0"/>
                  <a:pt x="520" y="88"/>
                  <a:pt x="464" y="144"/>
                </a:cubicBezTo>
                <a:close/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38" name="Line 10">
            <a:extLst>
              <a:ext uri="{FF2B5EF4-FFF2-40B4-BE49-F238E27FC236}">
                <a16:creationId xmlns:a16="http://schemas.microsoft.com/office/drawing/2014/main" id="{8BA371B9-6764-3699-DE2C-6C8010F7C132}"/>
              </a:ext>
            </a:extLst>
          </p:cNvPr>
          <p:cNvSpPr>
            <a:spLocks noChangeShapeType="1"/>
          </p:cNvSpPr>
          <p:nvPr/>
        </p:nvSpPr>
        <p:spPr bwMode="auto">
          <a:xfrm rot="20531378" flipV="1">
            <a:off x="7705725" y="3162300"/>
            <a:ext cx="381000" cy="228600"/>
          </a:xfrm>
          <a:prstGeom prst="line">
            <a:avLst/>
          </a:prstGeom>
          <a:noFill/>
          <a:ln w="57150">
            <a:solidFill>
              <a:srgbClr val="FF33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139" name="Object 3">
            <a:extLst>
              <a:ext uri="{FF2B5EF4-FFF2-40B4-BE49-F238E27FC236}">
                <a16:creationId xmlns:a16="http://schemas.microsoft.com/office/drawing/2014/main" id="{C136ED40-1928-4865-A8E4-BF12CE4A0F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67650" y="3275013"/>
          <a:ext cx="496888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7680" imgH="335169" progId="Equation.3">
                  <p:embed/>
                </p:oleObj>
              </mc:Choice>
              <mc:Fallback>
                <p:oleObj name="Equation" r:id="rId4" imgW="487680" imgH="3351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67650" y="3275013"/>
                        <a:ext cx="496888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0" name="Text Box 12">
            <a:extLst>
              <a:ext uri="{FF2B5EF4-FFF2-40B4-BE49-F238E27FC236}">
                <a16:creationId xmlns:a16="http://schemas.microsoft.com/office/drawing/2014/main" id="{3E948344-3ED0-95D7-280C-74B4103DE1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9613" y="2149475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电流元在磁场中的受力特点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sp>
        <p:nvSpPr>
          <p:cNvPr id="48141" name="Text Box 13">
            <a:extLst>
              <a:ext uri="{FF2B5EF4-FFF2-40B4-BE49-F238E27FC236}">
                <a16:creationId xmlns:a16="http://schemas.microsoft.com/office/drawing/2014/main" id="{36F3A94A-1139-4F8D-42B8-0333796E7C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2524125"/>
            <a:ext cx="46355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(1) </a:t>
            </a:r>
            <a:r>
              <a:rPr lang="zh-CN" altLang="en-US">
                <a:solidFill>
                  <a:schemeClr val="bg1"/>
                </a:solidFill>
              </a:rPr>
              <a:t>电流元在磁场中的方向不同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受力也不同</a:t>
            </a:r>
            <a:r>
              <a:rPr lang="en-US" altLang="zh-CN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8142" name="Text Box 14">
            <a:extLst>
              <a:ext uri="{FF2B5EF4-FFF2-40B4-BE49-F238E27FC236}">
                <a16:creationId xmlns:a16="http://schemas.microsoft.com/office/drawing/2014/main" id="{1CCDC43A-F933-C089-D421-0057C064C53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1425" y="3525838"/>
            <a:ext cx="23288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存在一个方向使</a:t>
            </a:r>
          </a:p>
        </p:txBody>
      </p:sp>
      <p:graphicFrame>
        <p:nvGraphicFramePr>
          <p:cNvPr id="48143" name="Object 4">
            <a:extLst>
              <a:ext uri="{FF2B5EF4-FFF2-40B4-BE49-F238E27FC236}">
                <a16:creationId xmlns:a16="http://schemas.microsoft.com/office/drawing/2014/main" id="{F06D690F-EB64-F6A7-59FA-8583567E1C1A}"/>
              </a:ext>
            </a:extLst>
          </p:cNvPr>
          <p:cNvGraphicFramePr>
            <a:graphicFrameLocks/>
          </p:cNvGraphicFramePr>
          <p:nvPr/>
        </p:nvGraphicFramePr>
        <p:xfrm>
          <a:off x="3829050" y="3590925"/>
          <a:ext cx="989013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59933" imgH="289782" progId="Equation.3">
                  <p:embed/>
                </p:oleObj>
              </mc:Choice>
              <mc:Fallback>
                <p:oleObj name="Equation" r:id="rId6" imgW="959933" imgH="28978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9050" y="3590925"/>
                        <a:ext cx="989013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4" name="Object 5">
            <a:extLst>
              <a:ext uri="{FF2B5EF4-FFF2-40B4-BE49-F238E27FC236}">
                <a16:creationId xmlns:a16="http://schemas.microsoft.com/office/drawing/2014/main" id="{71D729CA-B181-906F-63AF-6CC8D8D6787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53200" y="4856163"/>
          <a:ext cx="522288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87680" imgH="335169" progId="Equation.3">
                  <p:embed/>
                </p:oleObj>
              </mc:Choice>
              <mc:Fallback>
                <p:oleObj name="Equation" r:id="rId4" imgW="487680" imgH="33516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4856163"/>
                        <a:ext cx="522288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45" name="Object 6">
            <a:extLst>
              <a:ext uri="{FF2B5EF4-FFF2-40B4-BE49-F238E27FC236}">
                <a16:creationId xmlns:a16="http://schemas.microsoft.com/office/drawing/2014/main" id="{594988A7-5ABA-E4CF-E364-EBC05A2D8DE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239000" y="5535613"/>
          <a:ext cx="989013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59933" imgH="289782" progId="Equation.3">
                  <p:embed/>
                </p:oleObj>
              </mc:Choice>
              <mc:Fallback>
                <p:oleObj name="Equation" r:id="rId9" imgW="959933" imgH="289782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39000" y="5535613"/>
                        <a:ext cx="989013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6" name="Text Box 18">
            <a:extLst>
              <a:ext uri="{FF2B5EF4-FFF2-40B4-BE49-F238E27FC236}">
                <a16:creationId xmlns:a16="http://schemas.microsoft.com/office/drawing/2014/main" id="{A32B39CC-9553-9F49-9A99-AAAB8853C4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8250" y="5389563"/>
            <a:ext cx="106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定义</a:t>
            </a:r>
          </a:p>
        </p:txBody>
      </p:sp>
      <p:graphicFrame>
        <p:nvGraphicFramePr>
          <p:cNvPr id="48147" name="Object 7">
            <a:extLst>
              <a:ext uri="{FF2B5EF4-FFF2-40B4-BE49-F238E27FC236}">
                <a16:creationId xmlns:a16="http://schemas.microsoft.com/office/drawing/2014/main" id="{A0D94624-4182-E1E6-6C44-3A64F0A9FE28}"/>
              </a:ext>
            </a:extLst>
          </p:cNvPr>
          <p:cNvGraphicFramePr>
            <a:graphicFrameLocks/>
          </p:cNvGraphicFramePr>
          <p:nvPr/>
        </p:nvGraphicFramePr>
        <p:xfrm>
          <a:off x="2268538" y="5876925"/>
          <a:ext cx="1436687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2329" imgH="792535" progId="Equation.3">
                  <p:embed/>
                </p:oleObj>
              </mc:Choice>
              <mc:Fallback>
                <p:oleObj name="Equation" r:id="rId11" imgW="1402329" imgH="79253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68538" y="5876925"/>
                        <a:ext cx="1436687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48" name="Freeform 20">
            <a:extLst>
              <a:ext uri="{FF2B5EF4-FFF2-40B4-BE49-F238E27FC236}">
                <a16:creationId xmlns:a16="http://schemas.microsoft.com/office/drawing/2014/main" id="{F5BF30CB-7622-69CA-02C5-3B08FAD1EE8D}"/>
              </a:ext>
            </a:extLst>
          </p:cNvPr>
          <p:cNvSpPr>
            <a:spLocks/>
          </p:cNvSpPr>
          <p:nvPr/>
        </p:nvSpPr>
        <p:spPr bwMode="auto">
          <a:xfrm>
            <a:off x="6172200" y="4849813"/>
            <a:ext cx="2057400" cy="1454150"/>
          </a:xfrm>
          <a:custGeom>
            <a:avLst/>
            <a:gdLst>
              <a:gd name="T0" fmla="*/ 0 w 1488"/>
              <a:gd name="T1" fmla="*/ 2147483646 h 832"/>
              <a:gd name="T2" fmla="*/ 2147483646 w 1488"/>
              <a:gd name="T3" fmla="*/ 2147483646 h 832"/>
              <a:gd name="T4" fmla="*/ 2147483646 w 1488"/>
              <a:gd name="T5" fmla="*/ 2147483646 h 832"/>
              <a:gd name="T6" fmla="*/ 2147483646 w 1488"/>
              <a:gd name="T7" fmla="*/ 2147483646 h 832"/>
              <a:gd name="T8" fmla="*/ 0 60000 65536"/>
              <a:gd name="T9" fmla="*/ 0 60000 65536"/>
              <a:gd name="T10" fmla="*/ 0 60000 65536"/>
              <a:gd name="T11" fmla="*/ 0 60000 65536"/>
              <a:gd name="T12" fmla="*/ 0 w 1488"/>
              <a:gd name="T13" fmla="*/ 0 h 832"/>
              <a:gd name="T14" fmla="*/ 1488 w 1488"/>
              <a:gd name="T15" fmla="*/ 832 h 832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488" h="832">
                <a:moveTo>
                  <a:pt x="0" y="832"/>
                </a:moveTo>
                <a:cubicBezTo>
                  <a:pt x="60" y="680"/>
                  <a:pt x="120" y="528"/>
                  <a:pt x="336" y="400"/>
                </a:cubicBezTo>
                <a:cubicBezTo>
                  <a:pt x="552" y="272"/>
                  <a:pt x="1104" y="128"/>
                  <a:pt x="1296" y="64"/>
                </a:cubicBezTo>
                <a:cubicBezTo>
                  <a:pt x="1488" y="0"/>
                  <a:pt x="1488" y="8"/>
                  <a:pt x="1488" y="16"/>
                </a:cubicBezTo>
              </a:path>
            </a:pathLst>
          </a:custGeom>
          <a:noFill/>
          <a:ln w="38100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49" name="Line 21">
            <a:extLst>
              <a:ext uri="{FF2B5EF4-FFF2-40B4-BE49-F238E27FC236}">
                <a16:creationId xmlns:a16="http://schemas.microsoft.com/office/drawing/2014/main" id="{5599EDE9-0383-1BDB-19B8-981B5E1153EE}"/>
              </a:ext>
            </a:extLst>
          </p:cNvPr>
          <p:cNvSpPr>
            <a:spLocks noChangeShapeType="1"/>
          </p:cNvSpPr>
          <p:nvPr/>
        </p:nvSpPr>
        <p:spPr bwMode="auto">
          <a:xfrm rot="21077076" flipV="1">
            <a:off x="7667625" y="4510088"/>
            <a:ext cx="533400" cy="152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150" name="Object 8">
            <a:extLst>
              <a:ext uri="{FF2B5EF4-FFF2-40B4-BE49-F238E27FC236}">
                <a16:creationId xmlns:a16="http://schemas.microsoft.com/office/drawing/2014/main" id="{095CE917-7057-101F-E8E5-C8006718D4C1}"/>
              </a:ext>
            </a:extLst>
          </p:cNvPr>
          <p:cNvGraphicFramePr>
            <a:graphicFrameLocks/>
          </p:cNvGraphicFramePr>
          <p:nvPr/>
        </p:nvGraphicFramePr>
        <p:xfrm>
          <a:off x="8229600" y="4170363"/>
          <a:ext cx="280988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51304" imgH="312226" progId="Equation.3">
                  <p:embed/>
                </p:oleObj>
              </mc:Choice>
              <mc:Fallback>
                <p:oleObj name="Equation" r:id="rId13" imgW="251304" imgH="312226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29600" y="4170363"/>
                        <a:ext cx="280988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1" name="Text Box 23">
            <a:extLst>
              <a:ext uri="{FF2B5EF4-FFF2-40B4-BE49-F238E27FC236}">
                <a16:creationId xmlns:a16="http://schemas.microsoft.com/office/drawing/2014/main" id="{972F7A45-28A9-8BC1-59FA-F6557717ED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418013"/>
            <a:ext cx="5400675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76250" indent="-4762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>
                <a:solidFill>
                  <a:schemeClr val="bg1"/>
                </a:solidFill>
              </a:rPr>
              <a:t>(2) </a:t>
            </a:r>
            <a:r>
              <a:rPr lang="zh-CN" altLang="en-US">
                <a:solidFill>
                  <a:schemeClr val="bg1"/>
                </a:solidFill>
              </a:rPr>
              <a:t>当电流元的取向与 磁感应强度的方向垂 直时</a:t>
            </a:r>
            <a:r>
              <a:rPr lang="en-US" altLang="zh-CN">
                <a:solidFill>
                  <a:schemeClr val="bg1"/>
                </a:solidFill>
              </a:rPr>
              <a:t>,</a:t>
            </a:r>
            <a:r>
              <a:rPr lang="zh-CN" altLang="en-US">
                <a:solidFill>
                  <a:schemeClr val="bg1"/>
                </a:solidFill>
              </a:rPr>
              <a:t>受到的磁场力最 大</a:t>
            </a:r>
            <a:r>
              <a:rPr lang="en-US" altLang="zh-CN">
                <a:solidFill>
                  <a:schemeClr val="bg1"/>
                </a:solidFill>
              </a:rPr>
              <a:t>;</a:t>
            </a:r>
          </a:p>
        </p:txBody>
      </p:sp>
      <p:sp>
        <p:nvSpPr>
          <p:cNvPr id="48152" name="Line 24">
            <a:extLst>
              <a:ext uri="{FF2B5EF4-FFF2-40B4-BE49-F238E27FC236}">
                <a16:creationId xmlns:a16="http://schemas.microsoft.com/office/drawing/2014/main" id="{A2414DB3-BF4C-4B67-6B29-614F3AAFC1A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010400" y="5102225"/>
            <a:ext cx="381000" cy="228600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8153" name="Rectangle 25">
            <a:extLst>
              <a:ext uri="{FF2B5EF4-FFF2-40B4-BE49-F238E27FC236}">
                <a16:creationId xmlns:a16="http://schemas.microsoft.com/office/drawing/2014/main" id="{2F9A4C62-5AF3-DBAE-7639-3A0CE9DBD9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57400" y="5410200"/>
            <a:ext cx="2940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磁感应强度    的大小</a:t>
            </a:r>
          </a:p>
        </p:txBody>
      </p:sp>
      <p:sp>
        <p:nvSpPr>
          <p:cNvPr id="48154" name="Rectangle 26">
            <a:extLst>
              <a:ext uri="{FF2B5EF4-FFF2-40B4-BE49-F238E27FC236}">
                <a16:creationId xmlns:a16="http://schemas.microsoft.com/office/drawing/2014/main" id="{897E029D-773C-F89E-3156-C551A29BA7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4011613"/>
            <a:ext cx="4854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定义</a:t>
            </a:r>
            <a:r>
              <a:rPr lang="zh-CN" altLang="en-US">
                <a:solidFill>
                  <a:schemeClr val="bg1"/>
                </a:solidFill>
              </a:rPr>
              <a:t>该方向为磁感应强度     的方向</a:t>
            </a:r>
          </a:p>
        </p:txBody>
      </p:sp>
      <p:graphicFrame>
        <p:nvGraphicFramePr>
          <p:cNvPr id="48155" name="Object 9">
            <a:extLst>
              <a:ext uri="{FF2B5EF4-FFF2-40B4-BE49-F238E27FC236}">
                <a16:creationId xmlns:a16="http://schemas.microsoft.com/office/drawing/2014/main" id="{A5BB5A9A-A465-6F93-C895-4C1090BDB334}"/>
              </a:ext>
            </a:extLst>
          </p:cNvPr>
          <p:cNvGraphicFramePr>
            <a:graphicFrameLocks/>
          </p:cNvGraphicFramePr>
          <p:nvPr/>
        </p:nvGraphicFramePr>
        <p:xfrm>
          <a:off x="2700338" y="1196975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251304" imgH="312226" progId="Equation.DSMT4">
                  <p:embed/>
                </p:oleObj>
              </mc:Choice>
              <mc:Fallback>
                <p:oleObj name="Equation" r:id="rId15" imgW="251304" imgH="312226" progId="Equation.DSMT4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0338" y="1196975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8156" name="Line 28">
            <a:extLst>
              <a:ext uri="{FF2B5EF4-FFF2-40B4-BE49-F238E27FC236}">
                <a16:creationId xmlns:a16="http://schemas.microsoft.com/office/drawing/2014/main" id="{2342A01C-6B0B-1D7C-359C-FB7D82041605}"/>
              </a:ext>
            </a:extLst>
          </p:cNvPr>
          <p:cNvSpPr>
            <a:spLocks noChangeShapeType="1"/>
          </p:cNvSpPr>
          <p:nvPr/>
        </p:nvSpPr>
        <p:spPr bwMode="auto">
          <a:xfrm rot="21240000" flipV="1">
            <a:off x="8177213" y="2044700"/>
            <a:ext cx="20637" cy="360363"/>
          </a:xfrm>
          <a:prstGeom prst="line">
            <a:avLst/>
          </a:prstGeom>
          <a:noFill/>
          <a:ln w="57150">
            <a:solidFill>
              <a:srgbClr val="FF9900"/>
            </a:solidFill>
            <a:round/>
            <a:headEnd/>
            <a:tailEnd type="stealth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8157" name="Object 10">
            <a:extLst>
              <a:ext uri="{FF2B5EF4-FFF2-40B4-BE49-F238E27FC236}">
                <a16:creationId xmlns:a16="http://schemas.microsoft.com/office/drawing/2014/main" id="{E197CB75-816F-7F8C-5880-D32889BDF953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16913" y="1973263"/>
          <a:ext cx="217487" cy="350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98058" imgH="335169" progId="Equation.3">
                  <p:embed/>
                </p:oleObj>
              </mc:Choice>
              <mc:Fallback>
                <p:oleObj name="公式" r:id="rId17" imgW="198058" imgH="335169" progId="Equation.3">
                  <p:embed/>
                  <p:pic>
                    <p:nvPicPr>
                      <p:cNvPr id="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6913" y="1973263"/>
                        <a:ext cx="217487" cy="3508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8" name="Object 11">
            <a:extLst>
              <a:ext uri="{FF2B5EF4-FFF2-40B4-BE49-F238E27FC236}">
                <a16:creationId xmlns:a16="http://schemas.microsoft.com/office/drawing/2014/main" id="{14EE2AEE-48A1-358E-D042-1980B9B3DF3D}"/>
              </a:ext>
            </a:extLst>
          </p:cNvPr>
          <p:cNvGraphicFramePr>
            <a:graphicFrameLocks/>
          </p:cNvGraphicFramePr>
          <p:nvPr/>
        </p:nvGraphicFramePr>
        <p:xfrm>
          <a:off x="4643438" y="4060825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1304" imgH="312226" progId="Equation.3">
                  <p:embed/>
                </p:oleObj>
              </mc:Choice>
              <mc:Fallback>
                <p:oleObj name="Equation" r:id="rId19" imgW="251304" imgH="312226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3438" y="4060825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8159" name="Object 12">
            <a:extLst>
              <a:ext uri="{FF2B5EF4-FFF2-40B4-BE49-F238E27FC236}">
                <a16:creationId xmlns:a16="http://schemas.microsoft.com/office/drawing/2014/main" id="{9D042372-7CF5-FE58-906B-CBAC23D69C8D}"/>
              </a:ext>
            </a:extLst>
          </p:cNvPr>
          <p:cNvGraphicFramePr>
            <a:graphicFrameLocks/>
          </p:cNvGraphicFramePr>
          <p:nvPr/>
        </p:nvGraphicFramePr>
        <p:xfrm>
          <a:off x="3635375" y="5462588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51304" imgH="312226" progId="Equation.3">
                  <p:embed/>
                </p:oleObj>
              </mc:Choice>
              <mc:Fallback>
                <p:oleObj name="Equation" r:id="rId19" imgW="251304" imgH="31222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5462588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8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481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48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8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48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1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41" dur="2000"/>
                                        <p:tgtEl>
                                          <p:spTgt spid="48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48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2000"/>
                                        <p:tgtEl>
                                          <p:spTgt spid="48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6000"/>
                                  </p:iterate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8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48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48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8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1000"/>
                                        <p:tgtEl>
                                          <p:spTgt spid="48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2000"/>
                                        <p:tgtEl>
                                          <p:spTgt spid="48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1" dur="500"/>
                                        <p:tgtEl>
                                          <p:spTgt spid="48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4" dur="500"/>
                                        <p:tgtEl>
                                          <p:spTgt spid="48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6000"/>
                                  </p:iterate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8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8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48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48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2000"/>
                                        <p:tgtEl>
                                          <p:spTgt spid="48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2000"/>
                                        <p:tgtEl>
                                          <p:spTgt spid="48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130" grpId="0" autoUpdateAnimBg="0"/>
      <p:bldP spid="48131" grpId="0" autoUpdateAnimBg="0"/>
      <p:bldP spid="48132" grpId="0" autoUpdateAnimBg="0"/>
      <p:bldP spid="48133" grpId="0" animBg="1"/>
      <p:bldP spid="48135" grpId="0" autoUpdateAnimBg="0"/>
      <p:bldP spid="48140" grpId="0" autoUpdateAnimBg="0"/>
      <p:bldP spid="48141" grpId="0" autoUpdateAnimBg="0"/>
      <p:bldP spid="48142" grpId="0" autoUpdateAnimBg="0"/>
      <p:bldP spid="48146" grpId="0" autoUpdateAnimBg="0"/>
      <p:bldP spid="48151" grpId="0" autoUpdateAnimBg="0"/>
      <p:bldP spid="48153" grpId="0" autoUpdateAnimBg="0"/>
      <p:bldP spid="48154" grpId="0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AutoShape 2">
            <a:extLst>
              <a:ext uri="{FF2B5EF4-FFF2-40B4-BE49-F238E27FC236}">
                <a16:creationId xmlns:a16="http://schemas.microsoft.com/office/drawing/2014/main" id="{8831B93E-DD5C-0299-B635-AED013059E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14625" y="3857625"/>
            <a:ext cx="2089150" cy="8636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49155" name="Text Box 3">
            <a:extLst>
              <a:ext uri="{FF2B5EF4-FFF2-40B4-BE49-F238E27FC236}">
                <a16:creationId xmlns:a16="http://schemas.microsoft.com/office/drawing/2014/main" id="{568430BB-EDB6-4F9C-9F13-46D2B87F95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1330325"/>
            <a:ext cx="2438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所组成的平面</a:t>
            </a:r>
            <a:r>
              <a:rPr lang="en-US" altLang="zh-CN">
                <a:solidFill>
                  <a:schemeClr val="bg1"/>
                </a:solidFill>
              </a:rPr>
              <a:t>;   </a:t>
            </a:r>
          </a:p>
        </p:txBody>
      </p:sp>
      <p:graphicFrame>
        <p:nvGraphicFramePr>
          <p:cNvPr id="49156" name="Object 2">
            <a:extLst>
              <a:ext uri="{FF2B5EF4-FFF2-40B4-BE49-F238E27FC236}">
                <a16:creationId xmlns:a16="http://schemas.microsoft.com/office/drawing/2014/main" id="{0EAE4125-BFCC-E854-E3E1-2E2F3A72BBA8}"/>
              </a:ext>
            </a:extLst>
          </p:cNvPr>
          <p:cNvGraphicFramePr>
            <a:graphicFrameLocks/>
          </p:cNvGraphicFramePr>
          <p:nvPr/>
        </p:nvGraphicFramePr>
        <p:xfrm>
          <a:off x="2571750" y="428625"/>
          <a:ext cx="774700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54411" imgH="418961" progId="Equation.3">
                  <p:embed/>
                </p:oleObj>
              </mc:Choice>
              <mc:Fallback>
                <p:oleObj name="Equation" r:id="rId2" imgW="754411" imgH="418961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71750" y="428625"/>
                        <a:ext cx="774700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57" name="Freeform 5">
            <a:extLst>
              <a:ext uri="{FF2B5EF4-FFF2-40B4-BE49-F238E27FC236}">
                <a16:creationId xmlns:a16="http://schemas.microsoft.com/office/drawing/2014/main" id="{6E2790C3-7F81-AD63-7F94-EBB4DBE9FA4E}"/>
              </a:ext>
            </a:extLst>
          </p:cNvPr>
          <p:cNvSpPr>
            <a:spLocks/>
          </p:cNvSpPr>
          <p:nvPr/>
        </p:nvSpPr>
        <p:spPr bwMode="auto">
          <a:xfrm>
            <a:off x="5486400" y="1371600"/>
            <a:ext cx="3200400" cy="1524000"/>
          </a:xfrm>
          <a:custGeom>
            <a:avLst/>
            <a:gdLst>
              <a:gd name="T0" fmla="*/ 2147483646 w 1872"/>
              <a:gd name="T1" fmla="*/ 0 h 960"/>
              <a:gd name="T2" fmla="*/ 2147483646 w 1872"/>
              <a:gd name="T3" fmla="*/ 0 h 960"/>
              <a:gd name="T4" fmla="*/ 2147483646 w 1872"/>
              <a:gd name="T5" fmla="*/ 2147483646 h 960"/>
              <a:gd name="T6" fmla="*/ 0 w 1872"/>
              <a:gd name="T7" fmla="*/ 2147483646 h 960"/>
              <a:gd name="T8" fmla="*/ 2147483646 w 1872"/>
              <a:gd name="T9" fmla="*/ 0 h 96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872"/>
              <a:gd name="T16" fmla="*/ 0 h 960"/>
              <a:gd name="T17" fmla="*/ 1872 w 1872"/>
              <a:gd name="T18" fmla="*/ 960 h 96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872" h="960">
                <a:moveTo>
                  <a:pt x="432" y="0"/>
                </a:moveTo>
                <a:lnTo>
                  <a:pt x="1872" y="0"/>
                </a:lnTo>
                <a:lnTo>
                  <a:pt x="1440" y="960"/>
                </a:lnTo>
                <a:lnTo>
                  <a:pt x="0" y="960"/>
                </a:lnTo>
                <a:lnTo>
                  <a:pt x="432" y="0"/>
                </a:lnTo>
                <a:close/>
              </a:path>
            </a:pathLst>
          </a:custGeom>
          <a:gradFill rotWithShape="1">
            <a:gsLst>
              <a:gs pos="0">
                <a:srgbClr val="184776"/>
              </a:gs>
              <a:gs pos="50000">
                <a:srgbClr val="3399FF"/>
              </a:gs>
              <a:gs pos="100000">
                <a:srgbClr val="184776"/>
              </a:gs>
            </a:gsLst>
            <a:lin ang="5400000" scaled="1"/>
          </a:gradFill>
          <a:ln w="9525">
            <a:solidFill>
              <a:schemeClr val="folHlink"/>
            </a:solidFill>
            <a:round/>
            <a:headEnd/>
            <a:tailEnd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158" name="Line 6">
            <a:extLst>
              <a:ext uri="{FF2B5EF4-FFF2-40B4-BE49-F238E27FC236}">
                <a16:creationId xmlns:a16="http://schemas.microsoft.com/office/drawing/2014/main" id="{2B4C810C-C0E6-E696-C111-24F50A006E34}"/>
              </a:ext>
            </a:extLst>
          </p:cNvPr>
          <p:cNvSpPr>
            <a:spLocks noChangeShapeType="1"/>
          </p:cNvSpPr>
          <p:nvPr/>
        </p:nvSpPr>
        <p:spPr bwMode="auto">
          <a:xfrm>
            <a:off x="6705600" y="2362200"/>
            <a:ext cx="762000" cy="0"/>
          </a:xfrm>
          <a:prstGeom prst="line">
            <a:avLst/>
          </a:prstGeom>
          <a:noFill/>
          <a:ln w="38100">
            <a:solidFill>
              <a:srgbClr val="FF99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59" name="Object 3">
            <a:extLst>
              <a:ext uri="{FF2B5EF4-FFF2-40B4-BE49-F238E27FC236}">
                <a16:creationId xmlns:a16="http://schemas.microsoft.com/office/drawing/2014/main" id="{4AF061DD-97EF-E4A4-0485-1F35290BCD68}"/>
              </a:ext>
            </a:extLst>
          </p:cNvPr>
          <p:cNvGraphicFramePr>
            <a:graphicFrameLocks/>
          </p:cNvGraphicFramePr>
          <p:nvPr/>
        </p:nvGraphicFramePr>
        <p:xfrm>
          <a:off x="7543800" y="2157413"/>
          <a:ext cx="5222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95144" imgH="343149" progId="Equation.3">
                  <p:embed/>
                </p:oleObj>
              </mc:Choice>
              <mc:Fallback>
                <p:oleObj name="Equation" r:id="rId4" imgW="495144" imgH="34314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43800" y="2157413"/>
                        <a:ext cx="5222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0" name="Line 8">
            <a:extLst>
              <a:ext uri="{FF2B5EF4-FFF2-40B4-BE49-F238E27FC236}">
                <a16:creationId xmlns:a16="http://schemas.microsoft.com/office/drawing/2014/main" id="{AD26C519-49A2-B0BD-E0C3-AFB6F77F275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1600200"/>
            <a:ext cx="304800" cy="76200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61" name="Object 4">
            <a:extLst>
              <a:ext uri="{FF2B5EF4-FFF2-40B4-BE49-F238E27FC236}">
                <a16:creationId xmlns:a16="http://schemas.microsoft.com/office/drawing/2014/main" id="{FC4F0C67-6878-DDBC-7C7F-909DE5B41108}"/>
              </a:ext>
            </a:extLst>
          </p:cNvPr>
          <p:cNvGraphicFramePr>
            <a:graphicFrameLocks/>
          </p:cNvGraphicFramePr>
          <p:nvPr/>
        </p:nvGraphicFramePr>
        <p:xfrm>
          <a:off x="7067550" y="152400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59267" imgH="320206" progId="Equation.3">
                  <p:embed/>
                </p:oleObj>
              </mc:Choice>
              <mc:Fallback>
                <p:oleObj name="Equation" r:id="rId6" imgW="259267" imgH="32020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67550" y="152400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2" name="Line 10">
            <a:extLst>
              <a:ext uri="{FF2B5EF4-FFF2-40B4-BE49-F238E27FC236}">
                <a16:creationId xmlns:a16="http://schemas.microsoft.com/office/drawing/2014/main" id="{95EDB90E-B66C-D35E-F8E5-368259C10CF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05600" y="1389063"/>
            <a:ext cx="0" cy="9906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49163" name="Object 5">
            <a:extLst>
              <a:ext uri="{FF2B5EF4-FFF2-40B4-BE49-F238E27FC236}">
                <a16:creationId xmlns:a16="http://schemas.microsoft.com/office/drawing/2014/main" id="{30F35BD0-2BD8-594A-EF81-1C0C395F1C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8400" y="838200"/>
          <a:ext cx="769938" cy="441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754411" imgH="418961" progId="Equation.3">
                  <p:embed/>
                </p:oleObj>
              </mc:Choice>
              <mc:Fallback>
                <p:oleObj name="Equation" r:id="rId8" imgW="754411" imgH="418961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8400" y="838200"/>
                        <a:ext cx="769938" cy="441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4" name="Text Box 12">
            <a:extLst>
              <a:ext uri="{FF2B5EF4-FFF2-40B4-BE49-F238E27FC236}">
                <a16:creationId xmlns:a16="http://schemas.microsoft.com/office/drawing/2014/main" id="{4948FDF5-68AA-351F-20CA-CD8EF2F7C3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5013" y="2030413"/>
            <a:ext cx="3765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(4) </a:t>
            </a:r>
            <a:r>
              <a:rPr lang="zh-CN" altLang="en-US">
                <a:solidFill>
                  <a:schemeClr val="bg1"/>
                </a:solidFill>
              </a:rPr>
              <a:t>当电流元与磁感应强度 </a:t>
            </a:r>
          </a:p>
        </p:txBody>
      </p:sp>
      <p:graphicFrame>
        <p:nvGraphicFramePr>
          <p:cNvPr id="49165" name="Object 6">
            <a:extLst>
              <a:ext uri="{FF2B5EF4-FFF2-40B4-BE49-F238E27FC236}">
                <a16:creationId xmlns:a16="http://schemas.microsoft.com/office/drawing/2014/main" id="{84925EA3-8726-DB02-C772-ECA4BE97ABED}"/>
              </a:ext>
            </a:extLst>
          </p:cNvPr>
          <p:cNvGraphicFramePr>
            <a:graphicFrameLocks/>
          </p:cNvGraphicFramePr>
          <p:nvPr/>
        </p:nvGraphicFramePr>
        <p:xfrm>
          <a:off x="1466850" y="3543300"/>
          <a:ext cx="21590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133849" imgH="297263" progId="Equation.3">
                  <p:embed/>
                </p:oleObj>
              </mc:Choice>
              <mc:Fallback>
                <p:oleObj name="Equation" r:id="rId10" imgW="2133849" imgH="297263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3543300"/>
                        <a:ext cx="21590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66" name="Object 7">
            <a:extLst>
              <a:ext uri="{FF2B5EF4-FFF2-40B4-BE49-F238E27FC236}">
                <a16:creationId xmlns:a16="http://schemas.microsoft.com/office/drawing/2014/main" id="{54B59A00-321A-6E8A-9FE5-031A6734CCB1}"/>
              </a:ext>
            </a:extLst>
          </p:cNvPr>
          <p:cNvGraphicFramePr>
            <a:graphicFrameLocks/>
          </p:cNvGraphicFramePr>
          <p:nvPr/>
        </p:nvGraphicFramePr>
        <p:xfrm>
          <a:off x="1331913" y="2992438"/>
          <a:ext cx="52228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95144" imgH="343149" progId="Equation.3">
                  <p:embed/>
                </p:oleObj>
              </mc:Choice>
              <mc:Fallback>
                <p:oleObj name="Equation" r:id="rId12" imgW="495144" imgH="343149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2992438"/>
                        <a:ext cx="52228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67" name="Text Box 15">
            <a:extLst>
              <a:ext uri="{FF2B5EF4-FFF2-40B4-BE49-F238E27FC236}">
                <a16:creationId xmlns:a16="http://schemas.microsoft.com/office/drawing/2014/main" id="{0D2F58FE-E0A4-D083-D398-516CD41BF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38300" y="2903538"/>
            <a:ext cx="3733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66FFFF"/>
                </a:solidFill>
              </a:rPr>
              <a:t>  </a:t>
            </a:r>
            <a:r>
              <a:rPr lang="zh-CN" altLang="en-US">
                <a:solidFill>
                  <a:schemeClr val="bg1"/>
                </a:solidFill>
              </a:rPr>
              <a:t>受到磁场力的大小为</a:t>
            </a:r>
          </a:p>
        </p:txBody>
      </p:sp>
      <p:sp>
        <p:nvSpPr>
          <p:cNvPr id="49168" name="Text Box 16">
            <a:extLst>
              <a:ext uri="{FF2B5EF4-FFF2-40B4-BE49-F238E27FC236}">
                <a16:creationId xmlns:a16="http://schemas.microsoft.com/office/drawing/2014/main" id="{204FEE51-73D1-B636-82BD-1D6958D541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7238" y="40513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矢量形式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graphicFrame>
        <p:nvGraphicFramePr>
          <p:cNvPr id="49169" name="Object 8">
            <a:extLst>
              <a:ext uri="{FF2B5EF4-FFF2-40B4-BE49-F238E27FC236}">
                <a16:creationId xmlns:a16="http://schemas.microsoft.com/office/drawing/2014/main" id="{F9D30C65-D940-67D9-A782-5BF3EA0284D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03525" y="4068763"/>
          <a:ext cx="1865313" cy="369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805909" imgH="343149" progId="Equation.3">
                  <p:embed/>
                </p:oleObj>
              </mc:Choice>
              <mc:Fallback>
                <p:oleObj name="Equation" r:id="rId14" imgW="1805909" imgH="34314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03525" y="4068763"/>
                        <a:ext cx="1865313" cy="3698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0" name="Rectangle 18">
            <a:extLst>
              <a:ext uri="{FF2B5EF4-FFF2-40B4-BE49-F238E27FC236}">
                <a16:creationId xmlns:a16="http://schemas.microsoft.com/office/drawing/2014/main" id="{24DFC458-849D-AE55-BC76-2AFFF385BE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8188" y="381000"/>
            <a:ext cx="2249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 (3) </a:t>
            </a:r>
            <a:r>
              <a:rPr lang="zh-CN" altLang="en-US">
                <a:solidFill>
                  <a:schemeClr val="bg1"/>
                </a:solidFill>
              </a:rPr>
              <a:t>磁场力</a:t>
            </a:r>
          </a:p>
        </p:txBody>
      </p:sp>
      <p:sp>
        <p:nvSpPr>
          <p:cNvPr id="49171" name="Rectangle 19">
            <a:extLst>
              <a:ext uri="{FF2B5EF4-FFF2-40B4-BE49-F238E27FC236}">
                <a16:creationId xmlns:a16="http://schemas.microsoft.com/office/drawing/2014/main" id="{04D24F51-64AE-9DDF-1F66-C8E1D37941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5475" y="363538"/>
            <a:ext cx="306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的方向总是垂直</a:t>
            </a:r>
          </a:p>
        </p:txBody>
      </p:sp>
      <p:sp>
        <p:nvSpPr>
          <p:cNvPr id="49172" name="Rectangle 20">
            <a:extLst>
              <a:ext uri="{FF2B5EF4-FFF2-40B4-BE49-F238E27FC236}">
                <a16:creationId xmlns:a16="http://schemas.microsoft.com/office/drawing/2014/main" id="{8146AE43-A114-C9C7-6B37-36D83B45F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3163" y="869950"/>
            <a:ext cx="40481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于电流元         和磁感应强度 </a:t>
            </a:r>
          </a:p>
        </p:txBody>
      </p:sp>
      <p:graphicFrame>
        <p:nvGraphicFramePr>
          <p:cNvPr id="49173" name="Object 9">
            <a:extLst>
              <a:ext uri="{FF2B5EF4-FFF2-40B4-BE49-F238E27FC236}">
                <a16:creationId xmlns:a16="http://schemas.microsoft.com/office/drawing/2014/main" id="{F7FE9AD3-09B5-0FBF-2731-9AFFC0318D61}"/>
              </a:ext>
            </a:extLst>
          </p:cNvPr>
          <p:cNvGraphicFramePr>
            <a:graphicFrameLocks/>
          </p:cNvGraphicFramePr>
          <p:nvPr/>
        </p:nvGraphicFramePr>
        <p:xfrm>
          <a:off x="5013325" y="9144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59267" imgH="320206" progId="Equation.3">
                  <p:embed/>
                </p:oleObj>
              </mc:Choice>
              <mc:Fallback>
                <p:oleObj name="Equation" r:id="rId16" imgW="259267" imgH="320206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13325" y="9144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9174" name="Object 10">
            <a:extLst>
              <a:ext uri="{FF2B5EF4-FFF2-40B4-BE49-F238E27FC236}">
                <a16:creationId xmlns:a16="http://schemas.microsoft.com/office/drawing/2014/main" id="{FDB5527D-CC98-5554-17BC-1A2CF030AD12}"/>
              </a:ext>
            </a:extLst>
          </p:cNvPr>
          <p:cNvGraphicFramePr>
            <a:graphicFrameLocks/>
          </p:cNvGraphicFramePr>
          <p:nvPr/>
        </p:nvGraphicFramePr>
        <p:xfrm>
          <a:off x="4356100" y="2082800"/>
          <a:ext cx="279400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9267" imgH="320206" progId="Equation.3">
                  <p:embed/>
                </p:oleObj>
              </mc:Choice>
              <mc:Fallback>
                <p:oleObj name="Equation" r:id="rId18" imgW="259267" imgH="320206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082800"/>
                        <a:ext cx="279400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5" name="Rectangle 23">
            <a:extLst>
              <a:ext uri="{FF2B5EF4-FFF2-40B4-BE49-F238E27FC236}">
                <a16:creationId xmlns:a16="http://schemas.microsoft.com/office/drawing/2014/main" id="{05BA0C6C-2E75-6090-D37B-99E8073B56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7450" y="2505075"/>
            <a:ext cx="2574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间的夹角为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 </a:t>
            </a:r>
            <a:r>
              <a:rPr lang="zh-CN" altLang="en-US">
                <a:solidFill>
                  <a:schemeClr val="bg1"/>
                </a:solidFill>
              </a:rPr>
              <a:t>时，</a:t>
            </a:r>
          </a:p>
        </p:txBody>
      </p:sp>
      <p:sp>
        <p:nvSpPr>
          <p:cNvPr id="49176" name="Rectangle 24">
            <a:extLst>
              <a:ext uri="{FF2B5EF4-FFF2-40B4-BE49-F238E27FC236}">
                <a16:creationId xmlns:a16="http://schemas.microsoft.com/office/drawing/2014/main" id="{AA36F2D2-A39D-24F8-417F-A923BBF110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79975" y="4051300"/>
            <a:ext cx="271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安培力公式</a:t>
            </a:r>
          </a:p>
        </p:txBody>
      </p:sp>
      <p:graphicFrame>
        <p:nvGraphicFramePr>
          <p:cNvPr id="49177" name="Object 11">
            <a:extLst>
              <a:ext uri="{FF2B5EF4-FFF2-40B4-BE49-F238E27FC236}">
                <a16:creationId xmlns:a16="http://schemas.microsoft.com/office/drawing/2014/main" id="{5AEEB751-AC50-6480-6EC7-0F8E5C3CBDD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538413" y="908050"/>
          <a:ext cx="52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495144" imgH="343149" progId="Equation.3">
                  <p:embed/>
                </p:oleObj>
              </mc:Choice>
              <mc:Fallback>
                <p:oleObj name="Equation" r:id="rId20" imgW="495144" imgH="34314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38413" y="908050"/>
                        <a:ext cx="520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78" name="Text Box 26">
            <a:extLst>
              <a:ext uri="{FF2B5EF4-FFF2-40B4-BE49-F238E27FC236}">
                <a16:creationId xmlns:a16="http://schemas.microsoft.com/office/drawing/2014/main" id="{7F1F24C0-FE89-5F40-1F45-EBD3F41C1D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508500"/>
            <a:ext cx="2225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说明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sp>
        <p:nvSpPr>
          <p:cNvPr id="49179" name="Text Box 27">
            <a:extLst>
              <a:ext uri="{FF2B5EF4-FFF2-40B4-BE49-F238E27FC236}">
                <a16:creationId xmlns:a16="http://schemas.microsoft.com/office/drawing/2014/main" id="{BD0D50F6-6B96-035D-C580-583DE9632E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013325"/>
            <a:ext cx="727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磁感应强 度有各种定义方法</a:t>
            </a:r>
          </a:p>
        </p:txBody>
      </p:sp>
      <p:sp>
        <p:nvSpPr>
          <p:cNvPr id="49180" name="Text Box 28">
            <a:extLst>
              <a:ext uri="{FF2B5EF4-FFF2-40B4-BE49-F238E27FC236}">
                <a16:creationId xmlns:a16="http://schemas.microsoft.com/office/drawing/2014/main" id="{835109D9-FB1D-062E-E5DE-B807E8741B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419725"/>
            <a:ext cx="727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磁感应强  度的单位：</a:t>
            </a:r>
            <a:r>
              <a:rPr lang="zh-CN" altLang="en-US">
                <a:solidFill>
                  <a:srgbClr val="FFCC00"/>
                </a:solidFill>
              </a:rPr>
              <a:t>特斯拉（</a:t>
            </a:r>
            <a:r>
              <a:rPr lang="en-US" altLang="zh-CN" i="1">
                <a:solidFill>
                  <a:srgbClr val="FFCC00"/>
                </a:solidFill>
              </a:rPr>
              <a:t>T</a:t>
            </a:r>
            <a:r>
              <a:rPr lang="zh-CN" altLang="en-US">
                <a:solidFill>
                  <a:srgbClr val="FFCC00"/>
                </a:solidFill>
              </a:rPr>
              <a:t>）</a:t>
            </a:r>
          </a:p>
        </p:txBody>
      </p:sp>
      <p:sp>
        <p:nvSpPr>
          <p:cNvPr id="49181" name="Text Box 29">
            <a:extLst>
              <a:ext uri="{FF2B5EF4-FFF2-40B4-BE49-F238E27FC236}">
                <a16:creationId xmlns:a16="http://schemas.microsoft.com/office/drawing/2014/main" id="{25B82E22-DAB2-1276-6F2B-2A6CC1DBDA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5851525"/>
            <a:ext cx="7272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磁感应强度描述空间各点磁场强弱和方向的物理量</a:t>
            </a:r>
          </a:p>
        </p:txBody>
      </p:sp>
      <p:graphicFrame>
        <p:nvGraphicFramePr>
          <p:cNvPr id="49182" name="Object 12">
            <a:extLst>
              <a:ext uri="{FF2B5EF4-FFF2-40B4-BE49-F238E27FC236}">
                <a16:creationId xmlns:a16="http://schemas.microsoft.com/office/drawing/2014/main" id="{3EE7BDA7-90BF-3445-B787-A9D2DEDC24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8163" y="6342063"/>
          <a:ext cx="2690812" cy="5000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838013" imgH="205989" progId="Equation.DSMT4">
                  <p:embed/>
                </p:oleObj>
              </mc:Choice>
              <mc:Fallback>
                <p:oleObj name="Equation" r:id="rId22" imgW="838013" imgH="205989" progId="Equation.DSMT4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8163" y="6342063"/>
                        <a:ext cx="2690812" cy="5000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3" name="Rectangle 31">
            <a:extLst>
              <a:ext uri="{FF2B5EF4-FFF2-40B4-BE49-F238E27FC236}">
                <a16:creationId xmlns:a16="http://schemas.microsoft.com/office/drawing/2014/main" id="{2177DB3F-C2D7-FA52-9FD7-560A938DD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6335713"/>
            <a:ext cx="293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一般情况，</a:t>
            </a:r>
          </a:p>
        </p:txBody>
      </p:sp>
      <p:sp>
        <p:nvSpPr>
          <p:cNvPr id="49184" name="Rectangle 32">
            <a:extLst>
              <a:ext uri="{FF2B5EF4-FFF2-40B4-BE49-F238E27FC236}">
                <a16:creationId xmlns:a16="http://schemas.microsoft.com/office/drawing/2014/main" id="{CF11670C-744D-EB90-3098-DB3CAFC75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30725" y="6335713"/>
            <a:ext cx="148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特殊，</a:t>
            </a:r>
          </a:p>
        </p:txBody>
      </p:sp>
      <p:graphicFrame>
        <p:nvGraphicFramePr>
          <p:cNvPr id="49185" name="Object 13">
            <a:extLst>
              <a:ext uri="{FF2B5EF4-FFF2-40B4-BE49-F238E27FC236}">
                <a16:creationId xmlns:a16="http://schemas.microsoft.com/office/drawing/2014/main" id="{23656578-1A4D-209D-EB22-81103D54E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64175" y="6329363"/>
          <a:ext cx="1266825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381187" imgH="183046" progId="Equation.DSMT4">
                  <p:embed/>
                </p:oleObj>
              </mc:Choice>
              <mc:Fallback>
                <p:oleObj name="Equation" r:id="rId24" imgW="381187" imgH="183046" progId="Equation.DSMT4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64175" y="6329363"/>
                        <a:ext cx="1266825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186" name="Rectangle 34">
            <a:extLst>
              <a:ext uri="{FF2B5EF4-FFF2-40B4-BE49-F238E27FC236}">
                <a16:creationId xmlns:a16="http://schemas.microsoft.com/office/drawing/2014/main" id="{5EE8E3C1-E9B8-726E-B8A2-13C2E89005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4325" y="6335713"/>
            <a:ext cx="263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FFCC00"/>
                </a:solidFill>
                <a:ea typeface="楷体_GB2312" pitchFamily="49" charset="-122"/>
              </a:rPr>
              <a:t>—— </a:t>
            </a:r>
            <a:r>
              <a:rPr lang="zh-CN" altLang="en-US">
                <a:solidFill>
                  <a:srgbClr val="FFCC00"/>
                </a:solidFill>
                <a:ea typeface="楷体_GB2312" pitchFamily="49" charset="-122"/>
              </a:rPr>
              <a:t>匀强磁场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9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9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9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49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5" dur="500"/>
                                        <p:tgtEl>
                                          <p:spTgt spid="49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4915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4916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4916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49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49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9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9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9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9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49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2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49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49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49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49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49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49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4" dur="300"/>
                                        <p:tgtEl>
                                          <p:spTgt spid="49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4918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0" dur="500" fill="hold"/>
                                        <p:tgtEl>
                                          <p:spTgt spid="4918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45" dur="500"/>
                                        <p:tgtEl>
                                          <p:spTgt spid="49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0" dur="500" fill="hold"/>
                                        <p:tgtEl>
                                          <p:spTgt spid="4918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4918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6" dur="3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7" dur="300" fill="hold"/>
                                        <p:tgtEl>
                                          <p:spTgt spid="4918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154" grpId="0" animBg="1"/>
      <p:bldP spid="49155" grpId="0" autoUpdateAnimBg="0"/>
      <p:bldP spid="49164" grpId="0" autoUpdateAnimBg="0"/>
      <p:bldP spid="49167" grpId="0" autoUpdateAnimBg="0"/>
      <p:bldP spid="49168" grpId="0" autoUpdateAnimBg="0"/>
      <p:bldP spid="49170" grpId="0" autoUpdateAnimBg="0"/>
      <p:bldP spid="49171" grpId="0" autoUpdateAnimBg="0"/>
      <p:bldP spid="49172" grpId="0" autoUpdateAnimBg="0"/>
      <p:bldP spid="49175" grpId="0" autoUpdateAnimBg="0"/>
      <p:bldP spid="49176" grpId="0" autoUpdateAnimBg="0"/>
      <p:bldP spid="49178" grpId="0" autoUpdateAnimBg="0"/>
      <p:bldP spid="49179" grpId="0" autoUpdateAnimBg="0"/>
      <p:bldP spid="49180" grpId="0" autoUpdateAnimBg="0"/>
      <p:bldP spid="49181" grpId="0" autoUpdateAnimBg="0"/>
      <p:bldP spid="49183" grpId="0" autoUpdateAnimBg="0"/>
      <p:bldP spid="49184" grpId="0" autoUpdateAnimBg="0"/>
      <p:bldP spid="49186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ext Box 2">
            <a:extLst>
              <a:ext uri="{FF2B5EF4-FFF2-40B4-BE49-F238E27FC236}">
                <a16:creationId xmlns:a16="http://schemas.microsoft.com/office/drawing/2014/main" id="{4C885849-A8E9-AFDE-C2B7-1C21991990E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89150" y="349250"/>
            <a:ext cx="56832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>
                <a:solidFill>
                  <a:srgbClr val="00FF00"/>
                </a:solidFill>
                <a:ea typeface="黑体" panose="02010609060101010101" pitchFamily="49" charset="-122"/>
              </a:rPr>
              <a:t>§9.2  </a:t>
            </a:r>
            <a:r>
              <a:rPr lang="zh-CN" altLang="en-US" sz="3200">
                <a:solidFill>
                  <a:srgbClr val="00FF00"/>
                </a:solidFill>
                <a:ea typeface="黑体" panose="02010609060101010101" pitchFamily="49" charset="-122"/>
              </a:rPr>
              <a:t>毕奥－萨伐尔定律</a:t>
            </a:r>
            <a:r>
              <a:rPr lang="zh-CN" altLang="en-US" sz="3200">
                <a:solidFill>
                  <a:srgbClr val="00FF00"/>
                </a:solidFill>
              </a:rPr>
              <a:t> </a:t>
            </a:r>
          </a:p>
        </p:txBody>
      </p:sp>
      <p:sp>
        <p:nvSpPr>
          <p:cNvPr id="50179" name="Text Box 3">
            <a:extLst>
              <a:ext uri="{FF2B5EF4-FFF2-40B4-BE49-F238E27FC236}">
                <a16:creationId xmlns:a16="http://schemas.microsoft.com/office/drawing/2014/main" id="{EFF70B1F-1235-64CC-605B-AA4E3F768B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9550" y="881063"/>
            <a:ext cx="62674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毕奥－萨伐尔定律</a:t>
            </a:r>
            <a:r>
              <a:rPr lang="zh-CN" altLang="en-US" sz="2800">
                <a:solidFill>
                  <a:srgbClr val="FFFF66"/>
                </a:solidFill>
              </a:rPr>
              <a:t> </a:t>
            </a:r>
          </a:p>
        </p:txBody>
      </p:sp>
      <p:sp>
        <p:nvSpPr>
          <p:cNvPr id="50180" name="Text Box 4">
            <a:extLst>
              <a:ext uri="{FF2B5EF4-FFF2-40B4-BE49-F238E27FC236}">
                <a16:creationId xmlns:a16="http://schemas.microsoft.com/office/drawing/2014/main" id="{596A3DF8-DC33-F8A1-0FF2-F6AEC8DBE65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1428750"/>
            <a:ext cx="16748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静电场</a:t>
            </a:r>
            <a:r>
              <a:rPr lang="en-US" altLang="zh-CN">
                <a:solidFill>
                  <a:srgbClr val="66FFFF"/>
                </a:solidFill>
              </a:rPr>
              <a:t>:</a:t>
            </a:r>
          </a:p>
        </p:txBody>
      </p:sp>
      <p:sp>
        <p:nvSpPr>
          <p:cNvPr id="50181" name="Text Box 5">
            <a:extLst>
              <a:ext uri="{FF2B5EF4-FFF2-40B4-BE49-F238E27FC236}">
                <a16:creationId xmlns:a16="http://schemas.microsoft.com/office/drawing/2014/main" id="{77350EED-9C3C-07CA-4D2F-CB14C5F0CF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17725" y="14620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取</a:t>
            </a:r>
          </a:p>
        </p:txBody>
      </p:sp>
      <p:graphicFrame>
        <p:nvGraphicFramePr>
          <p:cNvPr id="50182" name="Object 2">
            <a:extLst>
              <a:ext uri="{FF2B5EF4-FFF2-40B4-BE49-F238E27FC236}">
                <a16:creationId xmlns:a16="http://schemas.microsoft.com/office/drawing/2014/main" id="{DE9ACD0E-2297-240C-EAED-39B111E3E796}"/>
              </a:ext>
            </a:extLst>
          </p:cNvPr>
          <p:cNvGraphicFramePr>
            <a:graphicFrameLocks/>
          </p:cNvGraphicFramePr>
          <p:nvPr/>
        </p:nvGraphicFramePr>
        <p:xfrm>
          <a:off x="2628900" y="1524000"/>
          <a:ext cx="3921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3224" imgH="373574" progId="Equation.3">
                  <p:embed/>
                </p:oleObj>
              </mc:Choice>
              <mc:Fallback>
                <p:oleObj name="Equation" r:id="rId2" imgW="373224" imgH="373574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1524000"/>
                        <a:ext cx="3921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3" name="Line 7">
            <a:extLst>
              <a:ext uri="{FF2B5EF4-FFF2-40B4-BE49-F238E27FC236}">
                <a16:creationId xmlns:a16="http://schemas.microsoft.com/office/drawing/2014/main" id="{749D1C53-5CEE-E1E5-7BB7-F4198DA00CCB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3200400" y="1711325"/>
            <a:ext cx="1066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184" name="Object 3">
            <a:extLst>
              <a:ext uri="{FF2B5EF4-FFF2-40B4-BE49-F238E27FC236}">
                <a16:creationId xmlns:a16="http://schemas.microsoft.com/office/drawing/2014/main" id="{399BF60F-7868-3497-9515-E7A04DFB384F}"/>
              </a:ext>
            </a:extLst>
          </p:cNvPr>
          <p:cNvGraphicFramePr>
            <a:graphicFrameLocks/>
          </p:cNvGraphicFramePr>
          <p:nvPr/>
        </p:nvGraphicFramePr>
        <p:xfrm>
          <a:off x="4457700" y="1541463"/>
          <a:ext cx="4429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9007" imgH="335169" progId="Equation.3">
                  <p:embed/>
                </p:oleObj>
              </mc:Choice>
              <mc:Fallback>
                <p:oleObj name="Equation" r:id="rId4" imgW="419007" imgH="335169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57700" y="1541463"/>
                        <a:ext cx="4429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5" name="Line 9">
            <a:extLst>
              <a:ext uri="{FF2B5EF4-FFF2-40B4-BE49-F238E27FC236}">
                <a16:creationId xmlns:a16="http://schemas.microsoft.com/office/drawing/2014/main" id="{BB7E4A4D-26A1-D993-6FD8-352BEB087363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1711325"/>
            <a:ext cx="1143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186" name="Object 4">
            <a:extLst>
              <a:ext uri="{FF2B5EF4-FFF2-40B4-BE49-F238E27FC236}">
                <a16:creationId xmlns:a16="http://schemas.microsoft.com/office/drawing/2014/main" id="{F90A8C28-BE04-D16D-BF79-1E51FB4A4D1B}"/>
              </a:ext>
            </a:extLst>
          </p:cNvPr>
          <p:cNvGraphicFramePr>
            <a:graphicFrameLocks/>
          </p:cNvGraphicFramePr>
          <p:nvPr/>
        </p:nvGraphicFramePr>
        <p:xfrm>
          <a:off x="6527800" y="1465263"/>
          <a:ext cx="1244600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9200" imgH="564102" progId="Equation.3">
                  <p:embed/>
                </p:oleObj>
              </mc:Choice>
              <mc:Fallback>
                <p:oleObj name="Equation" r:id="rId6" imgW="1219200" imgH="564102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27800" y="1465263"/>
                        <a:ext cx="1244600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87" name="Text Box 11">
            <a:extLst>
              <a:ext uri="{FF2B5EF4-FFF2-40B4-BE49-F238E27FC236}">
                <a16:creationId xmlns:a16="http://schemas.microsoft.com/office/drawing/2014/main" id="{7F97C359-0D8D-7781-58BC-B635699954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2157413"/>
            <a:ext cx="1887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磁    场：</a:t>
            </a:r>
          </a:p>
        </p:txBody>
      </p:sp>
      <p:sp>
        <p:nvSpPr>
          <p:cNvPr id="50188" name="Text Box 12">
            <a:extLst>
              <a:ext uri="{FF2B5EF4-FFF2-40B4-BE49-F238E27FC236}">
                <a16:creationId xmlns:a16="http://schemas.microsoft.com/office/drawing/2014/main" id="{D0B696B2-756B-EE43-4433-032187B3D2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33600" y="2159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取</a:t>
            </a:r>
          </a:p>
        </p:txBody>
      </p:sp>
      <p:graphicFrame>
        <p:nvGraphicFramePr>
          <p:cNvPr id="50189" name="Object 5">
            <a:extLst>
              <a:ext uri="{FF2B5EF4-FFF2-40B4-BE49-F238E27FC236}">
                <a16:creationId xmlns:a16="http://schemas.microsoft.com/office/drawing/2014/main" id="{19121851-12A9-8DB1-3D85-723475288D71}"/>
              </a:ext>
            </a:extLst>
          </p:cNvPr>
          <p:cNvGraphicFramePr>
            <a:graphicFrameLocks/>
          </p:cNvGraphicFramePr>
          <p:nvPr/>
        </p:nvGraphicFramePr>
        <p:xfrm>
          <a:off x="2616200" y="2168525"/>
          <a:ext cx="520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144" imgH="343149" progId="Equation.3">
                  <p:embed/>
                </p:oleObj>
              </mc:Choice>
              <mc:Fallback>
                <p:oleObj name="Equation" r:id="rId8" imgW="495144" imgH="343149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16200" y="2168525"/>
                        <a:ext cx="520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0" name="Line 14">
            <a:extLst>
              <a:ext uri="{FF2B5EF4-FFF2-40B4-BE49-F238E27FC236}">
                <a16:creationId xmlns:a16="http://schemas.microsoft.com/office/drawing/2014/main" id="{6C26D537-1690-C8E1-5C92-C773C1EACAC5}"/>
              </a:ext>
            </a:extLst>
          </p:cNvPr>
          <p:cNvSpPr>
            <a:spLocks noChangeShapeType="1"/>
          </p:cNvSpPr>
          <p:nvPr/>
        </p:nvSpPr>
        <p:spPr bwMode="auto">
          <a:xfrm>
            <a:off x="3276600" y="2397125"/>
            <a:ext cx="10668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191" name="Object 6">
            <a:extLst>
              <a:ext uri="{FF2B5EF4-FFF2-40B4-BE49-F238E27FC236}">
                <a16:creationId xmlns:a16="http://schemas.microsoft.com/office/drawing/2014/main" id="{F931E740-8944-9F5B-D451-3CA35AF1C339}"/>
              </a:ext>
            </a:extLst>
          </p:cNvPr>
          <p:cNvGraphicFramePr>
            <a:graphicFrameLocks/>
          </p:cNvGraphicFramePr>
          <p:nvPr/>
        </p:nvGraphicFramePr>
        <p:xfrm>
          <a:off x="4546600" y="2168525"/>
          <a:ext cx="431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542" imgH="335169" progId="Equation.3">
                  <p:embed/>
                </p:oleObj>
              </mc:Choice>
              <mc:Fallback>
                <p:oleObj name="Equation" r:id="rId10" imgW="411542" imgH="33516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46600" y="2168525"/>
                        <a:ext cx="431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2" name="Line 16">
            <a:extLst>
              <a:ext uri="{FF2B5EF4-FFF2-40B4-BE49-F238E27FC236}">
                <a16:creationId xmlns:a16="http://schemas.microsoft.com/office/drawing/2014/main" id="{ECF3A1C3-01EC-A743-2354-827F753EC66E}"/>
              </a:ext>
            </a:extLst>
          </p:cNvPr>
          <p:cNvSpPr>
            <a:spLocks noChangeShapeType="1"/>
          </p:cNvSpPr>
          <p:nvPr/>
        </p:nvSpPr>
        <p:spPr bwMode="auto">
          <a:xfrm>
            <a:off x="5181600" y="2397125"/>
            <a:ext cx="11430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193" name="Object 7">
            <a:extLst>
              <a:ext uri="{FF2B5EF4-FFF2-40B4-BE49-F238E27FC236}">
                <a16:creationId xmlns:a16="http://schemas.microsoft.com/office/drawing/2014/main" id="{FBB7932D-46F2-41AD-F4AD-0E470F26A86B}"/>
              </a:ext>
            </a:extLst>
          </p:cNvPr>
          <p:cNvGraphicFramePr>
            <a:graphicFrameLocks/>
          </p:cNvGraphicFramePr>
          <p:nvPr/>
        </p:nvGraphicFramePr>
        <p:xfrm>
          <a:off x="6553200" y="2117725"/>
          <a:ext cx="12319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211736" imgH="564102" progId="Equation.3">
                  <p:embed/>
                </p:oleObj>
              </mc:Choice>
              <mc:Fallback>
                <p:oleObj name="Equation" r:id="rId12" imgW="1211736" imgH="564102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53200" y="2117725"/>
                        <a:ext cx="12319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194" name="Object 8">
            <a:extLst>
              <a:ext uri="{FF2B5EF4-FFF2-40B4-BE49-F238E27FC236}">
                <a16:creationId xmlns:a16="http://schemas.microsoft.com/office/drawing/2014/main" id="{4380CCBD-B43B-6A4F-73E5-4BAA26A677CE}"/>
              </a:ext>
            </a:extLst>
          </p:cNvPr>
          <p:cNvGraphicFramePr>
            <a:graphicFrameLocks/>
          </p:cNvGraphicFramePr>
          <p:nvPr/>
        </p:nvGraphicFramePr>
        <p:xfrm>
          <a:off x="2819400" y="2930525"/>
          <a:ext cx="2271713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247807" imgH="830441" progId="Equation.3">
                  <p:embed/>
                </p:oleObj>
              </mc:Choice>
              <mc:Fallback>
                <p:oleObj name="Equation" r:id="rId14" imgW="2247807" imgH="830441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19400" y="2930525"/>
                        <a:ext cx="2271713" cy="847725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5" name="Text Box 19">
            <a:extLst>
              <a:ext uri="{FF2B5EF4-FFF2-40B4-BE49-F238E27FC236}">
                <a16:creationId xmlns:a16="http://schemas.microsoft.com/office/drawing/2014/main" id="{E91C6D4A-85D5-72BD-D25B-E30F1B8AED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082925"/>
            <a:ext cx="31115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66FFFF"/>
                </a:solidFill>
              </a:rPr>
              <a:t>毕－萨定律：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graphicFrame>
        <p:nvGraphicFramePr>
          <p:cNvPr id="50196" name="Object 9">
            <a:extLst>
              <a:ext uri="{FF2B5EF4-FFF2-40B4-BE49-F238E27FC236}">
                <a16:creationId xmlns:a16="http://schemas.microsoft.com/office/drawing/2014/main" id="{173AC13D-7510-4682-AEA1-7C3DCCE943B5}"/>
              </a:ext>
            </a:extLst>
          </p:cNvPr>
          <p:cNvGraphicFramePr>
            <a:graphicFrameLocks/>
          </p:cNvGraphicFramePr>
          <p:nvPr/>
        </p:nvGraphicFramePr>
        <p:xfrm>
          <a:off x="5791200" y="3106738"/>
          <a:ext cx="2540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28413" imgH="411480" progId="Equation.3">
                  <p:embed/>
                </p:oleObj>
              </mc:Choice>
              <mc:Fallback>
                <p:oleObj name="Equation" r:id="rId16" imgW="228413" imgH="4114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106738"/>
                        <a:ext cx="2540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197" name="Text Box 21">
            <a:extLst>
              <a:ext uri="{FF2B5EF4-FFF2-40B4-BE49-F238E27FC236}">
                <a16:creationId xmlns:a16="http://schemas.microsoft.com/office/drawing/2014/main" id="{84DF1865-D24E-9C91-4AAB-F9C938E785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86550" y="308292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单位矢量</a:t>
            </a:r>
          </a:p>
        </p:txBody>
      </p:sp>
      <p:sp>
        <p:nvSpPr>
          <p:cNvPr id="50198" name="Line 22">
            <a:extLst>
              <a:ext uri="{FF2B5EF4-FFF2-40B4-BE49-F238E27FC236}">
                <a16:creationId xmlns:a16="http://schemas.microsoft.com/office/drawing/2014/main" id="{5A40FAFD-F3F2-E0C1-0808-5B8E144668C4}"/>
              </a:ext>
            </a:extLst>
          </p:cNvPr>
          <p:cNvSpPr>
            <a:spLocks noChangeShapeType="1"/>
          </p:cNvSpPr>
          <p:nvPr/>
        </p:nvSpPr>
        <p:spPr bwMode="auto">
          <a:xfrm>
            <a:off x="6248400" y="3367088"/>
            <a:ext cx="457200" cy="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199" name="Rectangle 23">
            <a:extLst>
              <a:ext uri="{FF2B5EF4-FFF2-40B4-BE49-F238E27FC236}">
                <a16:creationId xmlns:a16="http://schemas.microsoft.com/office/drawing/2014/main" id="{259965DE-F3D2-FBAB-6583-1E3A9CE963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2650" y="5805488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真空中的磁导率 </a:t>
            </a:r>
          </a:p>
        </p:txBody>
      </p:sp>
      <p:graphicFrame>
        <p:nvGraphicFramePr>
          <p:cNvPr id="50200" name="Object 10">
            <a:extLst>
              <a:ext uri="{FF2B5EF4-FFF2-40B4-BE49-F238E27FC236}">
                <a16:creationId xmlns:a16="http://schemas.microsoft.com/office/drawing/2014/main" id="{84CFE877-FEF8-83B2-9BC1-2B82CE92813C}"/>
              </a:ext>
            </a:extLst>
          </p:cNvPr>
          <p:cNvGraphicFramePr>
            <a:graphicFrameLocks/>
          </p:cNvGraphicFramePr>
          <p:nvPr/>
        </p:nvGraphicFramePr>
        <p:xfrm>
          <a:off x="954088" y="5770563"/>
          <a:ext cx="2881312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57407" imgH="457366" progId="Equation.3">
                  <p:embed/>
                </p:oleObj>
              </mc:Choice>
              <mc:Fallback>
                <p:oleObj name="Equation" r:id="rId18" imgW="2857407" imgH="457366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4088" y="5770563"/>
                        <a:ext cx="2881312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1" name="Text Box 25">
            <a:extLst>
              <a:ext uri="{FF2B5EF4-FFF2-40B4-BE49-F238E27FC236}">
                <a16:creationId xmlns:a16="http://schemas.microsoft.com/office/drawing/2014/main" id="{63D0A004-F550-E434-7F56-070E901E6D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4863" y="4138613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大小：</a:t>
            </a:r>
          </a:p>
        </p:txBody>
      </p:sp>
      <p:graphicFrame>
        <p:nvGraphicFramePr>
          <p:cNvPr id="50202" name="Object 11">
            <a:extLst>
              <a:ext uri="{FF2B5EF4-FFF2-40B4-BE49-F238E27FC236}">
                <a16:creationId xmlns:a16="http://schemas.microsoft.com/office/drawing/2014/main" id="{201194DC-57F7-6DB7-D363-C3AB318C305C}"/>
              </a:ext>
            </a:extLst>
          </p:cNvPr>
          <p:cNvGraphicFramePr>
            <a:graphicFrameLocks/>
          </p:cNvGraphicFramePr>
          <p:nvPr/>
        </p:nvGraphicFramePr>
        <p:xfrm>
          <a:off x="2068513" y="4005263"/>
          <a:ext cx="23749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354798" imgH="800017" progId="Equation.3">
                  <p:embed/>
                </p:oleObj>
              </mc:Choice>
              <mc:Fallback>
                <p:oleObj name="Equation" r:id="rId20" imgW="2354798" imgH="800017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8513" y="4005263"/>
                        <a:ext cx="23749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03" name="Text Box 27">
            <a:extLst>
              <a:ext uri="{FF2B5EF4-FFF2-40B4-BE49-F238E27FC236}">
                <a16:creationId xmlns:a16="http://schemas.microsoft.com/office/drawing/2014/main" id="{10DC021D-3B3F-E9B9-1C70-84FEEE4F72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2013" y="5057775"/>
            <a:ext cx="3708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方向：右螺旋法则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50204" name="Text Box 28">
            <a:extLst>
              <a:ext uri="{FF2B5EF4-FFF2-40B4-BE49-F238E27FC236}">
                <a16:creationId xmlns:a16="http://schemas.microsoft.com/office/drawing/2014/main" id="{30625C6D-90EC-B23C-260D-A3840DB94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0275" y="1881188"/>
            <a:ext cx="6032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600">
                <a:solidFill>
                  <a:srgbClr val="FFCCFF"/>
                </a:solidFill>
              </a:rPr>
              <a:t>?</a:t>
            </a:r>
          </a:p>
        </p:txBody>
      </p:sp>
      <p:sp>
        <p:nvSpPr>
          <p:cNvPr id="50205" name="Text Box 29">
            <a:extLst>
              <a:ext uri="{FF2B5EF4-FFF2-40B4-BE49-F238E27FC236}">
                <a16:creationId xmlns:a16="http://schemas.microsoft.com/office/drawing/2014/main" id="{04F11393-F396-A251-8EA2-94EEAAD03E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8050" y="1873250"/>
            <a:ext cx="6032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600">
                <a:solidFill>
                  <a:srgbClr val="FFCCFF"/>
                </a:solidFill>
              </a:rPr>
              <a:t>?</a:t>
            </a:r>
          </a:p>
        </p:txBody>
      </p:sp>
      <p:sp>
        <p:nvSpPr>
          <p:cNvPr id="50206" name="Text Box 30">
            <a:extLst>
              <a:ext uri="{FF2B5EF4-FFF2-40B4-BE49-F238E27FC236}">
                <a16:creationId xmlns:a16="http://schemas.microsoft.com/office/drawing/2014/main" id="{B19D07F6-5917-D6B8-E4ED-90954E843E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43288" y="1873250"/>
            <a:ext cx="603250" cy="1098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6600">
                <a:solidFill>
                  <a:srgbClr val="FFCCFF"/>
                </a:solidFill>
              </a:rPr>
              <a:t>?</a:t>
            </a:r>
          </a:p>
        </p:txBody>
      </p:sp>
      <p:sp>
        <p:nvSpPr>
          <p:cNvPr id="50207" name="Freeform 31">
            <a:extLst>
              <a:ext uri="{FF2B5EF4-FFF2-40B4-BE49-F238E27FC236}">
                <a16:creationId xmlns:a16="http://schemas.microsoft.com/office/drawing/2014/main" id="{E5047A2A-CDFF-3447-C69B-D709579175F6}"/>
              </a:ext>
            </a:extLst>
          </p:cNvPr>
          <p:cNvSpPr>
            <a:spLocks/>
          </p:cNvSpPr>
          <p:nvPr/>
        </p:nvSpPr>
        <p:spPr bwMode="auto">
          <a:xfrm>
            <a:off x="5357813" y="4333875"/>
            <a:ext cx="1295400" cy="1295400"/>
          </a:xfrm>
          <a:custGeom>
            <a:avLst/>
            <a:gdLst>
              <a:gd name="T0" fmla="*/ 0 w 816"/>
              <a:gd name="T1" fmla="*/ 0 h 816"/>
              <a:gd name="T2" fmla="*/ 2147483646 w 816"/>
              <a:gd name="T3" fmla="*/ 2147483646 h 816"/>
              <a:gd name="T4" fmla="*/ 2147483646 w 816"/>
              <a:gd name="T5" fmla="*/ 2147483646 h 816"/>
              <a:gd name="T6" fmla="*/ 0 60000 65536"/>
              <a:gd name="T7" fmla="*/ 0 60000 65536"/>
              <a:gd name="T8" fmla="*/ 0 60000 65536"/>
              <a:gd name="T9" fmla="*/ 0 w 816"/>
              <a:gd name="T10" fmla="*/ 0 h 816"/>
              <a:gd name="T11" fmla="*/ 816 w 816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816">
                <a:moveTo>
                  <a:pt x="0" y="0"/>
                </a:moveTo>
                <a:cubicBezTo>
                  <a:pt x="220" y="28"/>
                  <a:pt x="440" y="56"/>
                  <a:pt x="576" y="192"/>
                </a:cubicBezTo>
                <a:cubicBezTo>
                  <a:pt x="712" y="328"/>
                  <a:pt x="764" y="572"/>
                  <a:pt x="816" y="816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0208" name="Line 32">
            <a:extLst>
              <a:ext uri="{FF2B5EF4-FFF2-40B4-BE49-F238E27FC236}">
                <a16:creationId xmlns:a16="http://schemas.microsoft.com/office/drawing/2014/main" id="{484472FD-404D-4542-92A9-26EEDF805C25}"/>
              </a:ext>
            </a:extLst>
          </p:cNvPr>
          <p:cNvSpPr>
            <a:spLocks noChangeShapeType="1"/>
          </p:cNvSpPr>
          <p:nvPr/>
        </p:nvSpPr>
        <p:spPr bwMode="auto">
          <a:xfrm rot="-560826" flipH="1" flipV="1">
            <a:off x="6534150" y="5002213"/>
            <a:ext cx="49213" cy="45402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3">
            <a:extLst>
              <a:ext uri="{FF2B5EF4-FFF2-40B4-BE49-F238E27FC236}">
                <a16:creationId xmlns:a16="http://schemas.microsoft.com/office/drawing/2014/main" id="{1A553710-3016-D45C-C4BF-DE1B0A522407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3994150"/>
            <a:ext cx="522288" cy="457200"/>
            <a:chOff x="1303" y="26"/>
            <a:chExt cx="329" cy="288"/>
          </a:xfrm>
        </p:grpSpPr>
        <p:sp>
          <p:nvSpPr>
            <p:cNvPr id="8237" name="Oval 34">
              <a:extLst>
                <a:ext uri="{FF2B5EF4-FFF2-40B4-BE49-F238E27FC236}">
                  <a16:creationId xmlns:a16="http://schemas.microsoft.com/office/drawing/2014/main" id="{6F02F81F-25E1-31B5-F07F-FFF5E76927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2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8238" name="Text Box 35">
              <a:extLst>
                <a:ext uri="{FF2B5EF4-FFF2-40B4-BE49-F238E27FC236}">
                  <a16:creationId xmlns:a16="http://schemas.microsoft.com/office/drawing/2014/main" id="{C00F2052-37BE-4E8F-19DF-6ACD82A839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2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FFFF66"/>
                  </a:solidFill>
                </a:rPr>
                <a:t>P</a:t>
              </a:r>
            </a:p>
          </p:txBody>
        </p:sp>
      </p:grpSp>
      <p:graphicFrame>
        <p:nvGraphicFramePr>
          <p:cNvPr id="50212" name="Object 12">
            <a:extLst>
              <a:ext uri="{FF2B5EF4-FFF2-40B4-BE49-F238E27FC236}">
                <a16:creationId xmlns:a16="http://schemas.microsoft.com/office/drawing/2014/main" id="{737713DF-4AC6-6287-5B60-52287045F85E}"/>
              </a:ext>
            </a:extLst>
          </p:cNvPr>
          <p:cNvGraphicFramePr>
            <a:graphicFrameLocks/>
          </p:cNvGraphicFramePr>
          <p:nvPr/>
        </p:nvGraphicFramePr>
        <p:xfrm>
          <a:off x="5967413" y="5137150"/>
          <a:ext cx="522287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495144" imgH="343149" progId="Equation.3">
                  <p:embed/>
                </p:oleObj>
              </mc:Choice>
              <mc:Fallback>
                <p:oleObj name="Equation" r:id="rId22" imgW="495144" imgH="343149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67413" y="5137150"/>
                        <a:ext cx="522287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13" name="Line 37">
            <a:extLst>
              <a:ext uri="{FF2B5EF4-FFF2-40B4-BE49-F238E27FC236}">
                <a16:creationId xmlns:a16="http://schemas.microsoft.com/office/drawing/2014/main" id="{E6856AF8-03EA-DEAC-D326-58B12DC37BD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07175" y="4325938"/>
            <a:ext cx="685800" cy="1143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0214" name="Object 13">
            <a:extLst>
              <a:ext uri="{FF2B5EF4-FFF2-40B4-BE49-F238E27FC236}">
                <a16:creationId xmlns:a16="http://schemas.microsoft.com/office/drawing/2014/main" id="{2B5275E4-B3CB-7ED2-EA15-D85142508B0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34213" y="4867275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06493" imgH="129679" progId="Equation.3">
                  <p:embed/>
                </p:oleObj>
              </mc:Choice>
              <mc:Fallback>
                <p:oleObj name="Equation" r:id="rId24" imgW="106493" imgH="129679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34213" y="4867275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215" name="Object 14">
            <a:extLst>
              <a:ext uri="{FF2B5EF4-FFF2-40B4-BE49-F238E27FC236}">
                <a16:creationId xmlns:a16="http://schemas.microsoft.com/office/drawing/2014/main" id="{885D290E-CADD-446A-CFB7-7129EC6C85A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42088" y="4714875"/>
          <a:ext cx="377825" cy="487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106493" imgH="152622" progId="Equation.3">
                  <p:embed/>
                </p:oleObj>
              </mc:Choice>
              <mc:Fallback>
                <p:oleObj name="Equation" r:id="rId26" imgW="106493" imgH="152622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42088" y="4714875"/>
                        <a:ext cx="377825" cy="4873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40">
            <a:extLst>
              <a:ext uri="{FF2B5EF4-FFF2-40B4-BE49-F238E27FC236}">
                <a16:creationId xmlns:a16="http://schemas.microsoft.com/office/drawing/2014/main" id="{0E683CBB-9B97-0409-1197-397E392028B7}"/>
              </a:ext>
            </a:extLst>
          </p:cNvPr>
          <p:cNvGrpSpPr>
            <a:grpSpLocks/>
          </p:cNvGrpSpPr>
          <p:nvPr/>
        </p:nvGrpSpPr>
        <p:grpSpPr bwMode="auto">
          <a:xfrm>
            <a:off x="7491413" y="4181475"/>
            <a:ext cx="381000" cy="381000"/>
            <a:chOff x="2304" y="1968"/>
            <a:chExt cx="192" cy="192"/>
          </a:xfrm>
        </p:grpSpPr>
        <p:sp>
          <p:nvSpPr>
            <p:cNvPr id="8233" name="Oval 41">
              <a:extLst>
                <a:ext uri="{FF2B5EF4-FFF2-40B4-BE49-F238E27FC236}">
                  <a16:creationId xmlns:a16="http://schemas.microsoft.com/office/drawing/2014/main" id="{FA7C0201-C099-9669-310D-FD9B5919D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968"/>
              <a:ext cx="192" cy="192"/>
            </a:xfrm>
            <a:prstGeom prst="ellips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8234" name="Group 42">
              <a:extLst>
                <a:ext uri="{FF2B5EF4-FFF2-40B4-BE49-F238E27FC236}">
                  <a16:creationId xmlns:a16="http://schemas.microsoft.com/office/drawing/2014/main" id="{2BAFB169-8D52-02FE-1ACD-EC3055EE47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2027"/>
              <a:ext cx="100" cy="96"/>
              <a:chOff x="2352" y="2027"/>
              <a:chExt cx="100" cy="96"/>
            </a:xfrm>
          </p:grpSpPr>
          <p:sp>
            <p:nvSpPr>
              <p:cNvPr id="8235" name="Line 43">
                <a:extLst>
                  <a:ext uri="{FF2B5EF4-FFF2-40B4-BE49-F238E27FC236}">
                    <a16:creationId xmlns:a16="http://schemas.microsoft.com/office/drawing/2014/main" id="{38C46409-2E10-5781-8FD9-2BCA9F71644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6" name="Line 44">
                <a:extLst>
                  <a:ext uri="{FF2B5EF4-FFF2-40B4-BE49-F238E27FC236}">
                    <a16:creationId xmlns:a16="http://schemas.microsoft.com/office/drawing/2014/main" id="{B9137E85-740D-80B1-E30E-638F8C98FF9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0221" name="Object 15">
            <a:extLst>
              <a:ext uri="{FF2B5EF4-FFF2-40B4-BE49-F238E27FC236}">
                <a16:creationId xmlns:a16="http://schemas.microsoft.com/office/drawing/2014/main" id="{CB05A330-B72F-E1CC-BC2C-CA5C069CA5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0188" y="4070350"/>
          <a:ext cx="539750" cy="508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90593" imgH="183046" progId="Equation.DSMT4">
                  <p:embed/>
                </p:oleObj>
              </mc:Choice>
              <mc:Fallback>
                <p:oleObj name="Equation" r:id="rId28" imgW="190593" imgH="183046" progId="Equation.DSMT4">
                  <p:embed/>
                  <p:pic>
                    <p:nvPicPr>
                      <p:cNvPr id="0" name="Object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0188" y="4070350"/>
                        <a:ext cx="539750" cy="508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222" name="Arc 46">
            <a:extLst>
              <a:ext uri="{FF2B5EF4-FFF2-40B4-BE49-F238E27FC236}">
                <a16:creationId xmlns:a16="http://schemas.microsoft.com/office/drawing/2014/main" id="{F7A9D392-3592-16C2-B93B-6238B20652C1}"/>
              </a:ext>
            </a:extLst>
          </p:cNvPr>
          <p:cNvSpPr>
            <a:spLocks/>
          </p:cNvSpPr>
          <p:nvPr/>
        </p:nvSpPr>
        <p:spPr bwMode="auto">
          <a:xfrm rot="-8482144">
            <a:off x="6508750" y="5149850"/>
            <a:ext cx="211138" cy="285750"/>
          </a:xfrm>
          <a:custGeom>
            <a:avLst/>
            <a:gdLst>
              <a:gd name="T0" fmla="*/ 2147483646 w 15748"/>
              <a:gd name="T1" fmla="*/ 2147483646 h 21398"/>
              <a:gd name="T2" fmla="*/ 2147483646 w 15748"/>
              <a:gd name="T3" fmla="*/ 2147483646 h 21398"/>
              <a:gd name="T4" fmla="*/ 0 w 15748"/>
              <a:gd name="T5" fmla="*/ 0 h 21398"/>
              <a:gd name="T6" fmla="*/ 0 60000 65536"/>
              <a:gd name="T7" fmla="*/ 0 60000 65536"/>
              <a:gd name="T8" fmla="*/ 0 60000 65536"/>
              <a:gd name="T9" fmla="*/ 0 w 15748"/>
              <a:gd name="T10" fmla="*/ 0 h 21398"/>
              <a:gd name="T11" fmla="*/ 15748 w 15748"/>
              <a:gd name="T12" fmla="*/ 21398 h 2139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5748" h="21398" fill="none" extrusionOk="0">
                <a:moveTo>
                  <a:pt x="15747" y="14783"/>
                </a:moveTo>
                <a:cubicBezTo>
                  <a:pt x="12363" y="18388"/>
                  <a:pt x="7845" y="20723"/>
                  <a:pt x="2947" y="21398"/>
                </a:cubicBezTo>
              </a:path>
              <a:path w="15748" h="21398" stroke="0" extrusionOk="0">
                <a:moveTo>
                  <a:pt x="15747" y="14783"/>
                </a:moveTo>
                <a:cubicBezTo>
                  <a:pt x="12363" y="18388"/>
                  <a:pt x="7845" y="20723"/>
                  <a:pt x="2947" y="21398"/>
                </a:cubicBezTo>
                <a:lnTo>
                  <a:pt x="0" y="0"/>
                </a:lnTo>
                <a:lnTo>
                  <a:pt x="15747" y="14783"/>
                </a:lnTo>
                <a:close/>
              </a:path>
            </a:pathLst>
          </a:cu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0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50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5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5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0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0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0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0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01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01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0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50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5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89" presetID="11" presetClass="entr" presetSubtype="0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9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5" dur="500"/>
                                        <p:tgtEl>
                                          <p:spTgt spid="50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2" dur="500"/>
                                        <p:tgtEl>
                                          <p:spTgt spid="50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50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50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1" dur="500"/>
                                        <p:tgtEl>
                                          <p:spTgt spid="5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5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50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0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50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8" fill="hold" nodeType="clickPar">
                      <p:stCondLst>
                        <p:cond delay="indefinite"/>
                      </p:stCondLst>
                      <p:childTnLst>
                        <p:par>
                          <p:cTn id="1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50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500"/>
                                        <p:tgtEl>
                                          <p:spTgt spid="5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178" grpId="0" autoUpdateAnimBg="0"/>
      <p:bldP spid="50179" grpId="0" autoUpdateAnimBg="0"/>
      <p:bldP spid="50180" grpId="0" autoUpdateAnimBg="0"/>
      <p:bldP spid="50181" grpId="0" autoUpdateAnimBg="0"/>
      <p:bldP spid="50187" grpId="0" autoUpdateAnimBg="0"/>
      <p:bldP spid="50188" grpId="0" autoUpdateAnimBg="0"/>
      <p:bldP spid="50195" grpId="0" autoUpdateAnimBg="0"/>
      <p:bldP spid="50197" grpId="0" autoUpdateAnimBg="0"/>
      <p:bldP spid="50199" grpId="0" autoUpdateAnimBg="0"/>
      <p:bldP spid="50201" grpId="0" autoUpdateAnimBg="0"/>
      <p:bldP spid="50203" grpId="0" autoUpdateAnimBg="0"/>
      <p:bldP spid="50204" grpId="0" autoUpdateAnimBg="0"/>
      <p:bldP spid="50205" grpId="0" autoUpdateAnimBg="0"/>
      <p:bldP spid="50206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Text Box 2">
            <a:extLst>
              <a:ext uri="{FF2B5EF4-FFF2-40B4-BE49-F238E27FC236}">
                <a16:creationId xmlns:a16="http://schemas.microsoft.com/office/drawing/2014/main" id="{47C2DD85-D621-CF5E-8F17-780BD0AE5F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7700" y="381000"/>
            <a:ext cx="1108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例如：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7295674D-18F8-6AF3-2EF4-AAB6CE47F209}"/>
              </a:ext>
            </a:extLst>
          </p:cNvPr>
          <p:cNvGrpSpPr>
            <a:grpSpLocks/>
          </p:cNvGrpSpPr>
          <p:nvPr/>
        </p:nvGrpSpPr>
        <p:grpSpPr bwMode="auto">
          <a:xfrm>
            <a:off x="1716088" y="1031875"/>
            <a:ext cx="1636712" cy="1077913"/>
            <a:chOff x="631" y="1392"/>
            <a:chExt cx="1031" cy="775"/>
          </a:xfrm>
        </p:grpSpPr>
        <p:sp>
          <p:nvSpPr>
            <p:cNvPr id="9281" name="Line 4">
              <a:extLst>
                <a:ext uri="{FF2B5EF4-FFF2-40B4-BE49-F238E27FC236}">
                  <a16:creationId xmlns:a16="http://schemas.microsoft.com/office/drawing/2014/main" id="{9A59C813-CA95-25A5-ACF3-D4F6BE53445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45" y="2064"/>
              <a:ext cx="336" cy="0"/>
            </a:xfrm>
            <a:prstGeom prst="line">
              <a:avLst/>
            </a:prstGeom>
            <a:noFill/>
            <a:ln w="5715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82" name="Object 18">
              <a:extLst>
                <a:ext uri="{FF2B5EF4-FFF2-40B4-BE49-F238E27FC236}">
                  <a16:creationId xmlns:a16="http://schemas.microsoft.com/office/drawing/2014/main" id="{FAF955BF-E2BF-9BDA-0D14-805691C2C03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333" y="1935"/>
            <a:ext cx="32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95144" imgH="343149" progId="Equation.3">
                    <p:embed/>
                  </p:oleObj>
                </mc:Choice>
                <mc:Fallback>
                  <p:oleObj name="Equation" r:id="rId2" imgW="495144" imgH="343149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333" y="1935"/>
                          <a:ext cx="32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9283" name="Group 6">
              <a:extLst>
                <a:ext uri="{FF2B5EF4-FFF2-40B4-BE49-F238E27FC236}">
                  <a16:creationId xmlns:a16="http://schemas.microsoft.com/office/drawing/2014/main" id="{219D797C-ACE6-602B-7269-C7680F627C2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" y="1392"/>
              <a:ext cx="329" cy="329"/>
              <a:chOff x="1303" y="26"/>
              <a:chExt cx="329" cy="329"/>
            </a:xfrm>
          </p:grpSpPr>
          <p:sp>
            <p:nvSpPr>
              <p:cNvPr id="9284" name="Oval 7">
                <a:extLst>
                  <a:ext uri="{FF2B5EF4-FFF2-40B4-BE49-F238E27FC236}">
                    <a16:creationId xmlns:a16="http://schemas.microsoft.com/office/drawing/2014/main" id="{F9DA0E19-6189-3109-4659-C656300001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84" y="192"/>
                <a:ext cx="48" cy="4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9285" name="Text Box 8">
                <a:extLst>
                  <a:ext uri="{FF2B5EF4-FFF2-40B4-BE49-F238E27FC236}">
                    <a16:creationId xmlns:a16="http://schemas.microsoft.com/office/drawing/2014/main" id="{5A80C4F5-4F67-C354-DD9B-9FD9BB52761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303" y="26"/>
                <a:ext cx="233" cy="32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rgbClr val="FFFF66"/>
                    </a:solidFill>
                  </a:rPr>
                  <a:t>P</a:t>
                </a:r>
              </a:p>
            </p:txBody>
          </p:sp>
        </p:grpSp>
      </p:grpSp>
      <p:grpSp>
        <p:nvGrpSpPr>
          <p:cNvPr id="4" name="Group 9">
            <a:extLst>
              <a:ext uri="{FF2B5EF4-FFF2-40B4-BE49-F238E27FC236}">
                <a16:creationId xmlns:a16="http://schemas.microsoft.com/office/drawing/2014/main" id="{31DEA813-3492-25DB-8F24-5CDA0613B05F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644525"/>
            <a:ext cx="979488" cy="1565275"/>
            <a:chOff x="2880" y="1222"/>
            <a:chExt cx="617" cy="986"/>
          </a:xfrm>
        </p:grpSpPr>
        <p:grpSp>
          <p:nvGrpSpPr>
            <p:cNvPr id="9273" name="Group 10">
              <a:extLst>
                <a:ext uri="{FF2B5EF4-FFF2-40B4-BE49-F238E27FC236}">
                  <a16:creationId xmlns:a16="http://schemas.microsoft.com/office/drawing/2014/main" id="{CB1C8A75-6471-5BD3-BC83-71B9DB3B14E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0" y="1584"/>
              <a:ext cx="240" cy="240"/>
              <a:chOff x="2592" y="1488"/>
              <a:chExt cx="240" cy="240"/>
            </a:xfrm>
          </p:grpSpPr>
          <p:sp>
            <p:nvSpPr>
              <p:cNvPr id="9277" name="Oval 11">
                <a:extLst>
                  <a:ext uri="{FF2B5EF4-FFF2-40B4-BE49-F238E27FC236}">
                    <a16:creationId xmlns:a16="http://schemas.microsoft.com/office/drawing/2014/main" id="{4DF6E8AB-CD54-F752-37AE-9464E832E4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592" y="1488"/>
                <a:ext cx="240" cy="240"/>
              </a:xfrm>
              <a:prstGeom prst="ellipse">
                <a:avLst/>
              </a:prstGeom>
              <a:solidFill>
                <a:schemeClr val="bg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grpSp>
            <p:nvGrpSpPr>
              <p:cNvPr id="9278" name="Group 12">
                <a:extLst>
                  <a:ext uri="{FF2B5EF4-FFF2-40B4-BE49-F238E27FC236}">
                    <a16:creationId xmlns:a16="http://schemas.microsoft.com/office/drawing/2014/main" id="{C5DCC551-5B56-AF7F-9889-3472958696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652" y="1562"/>
                <a:ext cx="125" cy="120"/>
                <a:chOff x="2352" y="2027"/>
                <a:chExt cx="100" cy="96"/>
              </a:xfrm>
            </p:grpSpPr>
            <p:sp>
              <p:nvSpPr>
                <p:cNvPr id="9279" name="Line 13">
                  <a:extLst>
                    <a:ext uri="{FF2B5EF4-FFF2-40B4-BE49-F238E27FC236}">
                      <a16:creationId xmlns:a16="http://schemas.microsoft.com/office/drawing/2014/main" id="{37107511-DDA7-0B2B-301F-34B922B9F3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H="1">
                  <a:off x="2352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9280" name="Line 14">
                  <a:extLst>
                    <a:ext uri="{FF2B5EF4-FFF2-40B4-BE49-F238E27FC236}">
                      <a16:creationId xmlns:a16="http://schemas.microsoft.com/office/drawing/2014/main" id="{23773F02-287D-54B6-EF2A-94E8AF75646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6" y="2027"/>
                  <a:ext cx="96" cy="96"/>
                </a:xfrm>
                <a:prstGeom prst="line">
                  <a:avLst/>
                </a:prstGeom>
                <a:noFill/>
                <a:ln w="38100">
                  <a:solidFill>
                    <a:srgbClr val="FF33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aphicFrame>
          <p:nvGraphicFramePr>
            <p:cNvPr id="9274" name="Object 17">
              <a:extLst>
                <a:ext uri="{FF2B5EF4-FFF2-40B4-BE49-F238E27FC236}">
                  <a16:creationId xmlns:a16="http://schemas.microsoft.com/office/drawing/2014/main" id="{247AC43D-C073-3905-9C76-3D2069EC8D1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68" y="1584"/>
            <a:ext cx="32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95144" imgH="343149" progId="Equation.3">
                    <p:embed/>
                  </p:oleObj>
                </mc:Choice>
                <mc:Fallback>
                  <p:oleObj name="Equation" r:id="rId4" imgW="495144" imgH="34314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68" y="1584"/>
                          <a:ext cx="32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75" name="Oval 16">
              <a:extLst>
                <a:ext uri="{FF2B5EF4-FFF2-40B4-BE49-F238E27FC236}">
                  <a16:creationId xmlns:a16="http://schemas.microsoft.com/office/drawing/2014/main" id="{A4DF25AB-A0C6-0048-3975-ED9B76554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1222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76" name="Oval 17">
              <a:extLst>
                <a:ext uri="{FF2B5EF4-FFF2-40B4-BE49-F238E27FC236}">
                  <a16:creationId xmlns:a16="http://schemas.microsoft.com/office/drawing/2014/main" id="{A68F0F1D-AA4E-F3F9-C264-5BFA4FEDCC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9" y="2160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7" name="Group 18">
            <a:extLst>
              <a:ext uri="{FF2B5EF4-FFF2-40B4-BE49-F238E27FC236}">
                <a16:creationId xmlns:a16="http://schemas.microsoft.com/office/drawing/2014/main" id="{E59F27AB-5133-A6AA-40F0-86C9E94A5755}"/>
              </a:ext>
            </a:extLst>
          </p:cNvPr>
          <p:cNvGrpSpPr>
            <a:grpSpLocks/>
          </p:cNvGrpSpPr>
          <p:nvPr/>
        </p:nvGrpSpPr>
        <p:grpSpPr bwMode="auto">
          <a:xfrm>
            <a:off x="7004050" y="1330325"/>
            <a:ext cx="1454150" cy="544513"/>
            <a:chOff x="4412" y="1654"/>
            <a:chExt cx="916" cy="343"/>
          </a:xfrm>
        </p:grpSpPr>
        <p:sp>
          <p:nvSpPr>
            <p:cNvPr id="9270" name="Line 19">
              <a:extLst>
                <a:ext uri="{FF2B5EF4-FFF2-40B4-BE49-F238E27FC236}">
                  <a16:creationId xmlns:a16="http://schemas.microsoft.com/office/drawing/2014/main" id="{DA43C508-353D-0E31-9F9B-045599B66E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4" y="1680"/>
              <a:ext cx="336" cy="0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9271" name="Object 16">
              <a:extLst>
                <a:ext uri="{FF2B5EF4-FFF2-40B4-BE49-F238E27FC236}">
                  <a16:creationId xmlns:a16="http://schemas.microsoft.com/office/drawing/2014/main" id="{443DB05C-84DE-10B5-574E-0205DCE84E3D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2" y="1765"/>
            <a:ext cx="329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495144" imgH="343149" progId="Equation.3">
                    <p:embed/>
                  </p:oleObj>
                </mc:Choice>
                <mc:Fallback>
                  <p:oleObj name="Equation" r:id="rId6" imgW="495144" imgH="343149" progId="Equation.3">
                    <p:embed/>
                    <p:pic>
                      <p:nvPicPr>
                        <p:cNvPr id="0" name="Object 1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2" y="1765"/>
                          <a:ext cx="329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272" name="Oval 21">
              <a:extLst>
                <a:ext uri="{FF2B5EF4-FFF2-40B4-BE49-F238E27FC236}">
                  <a16:creationId xmlns:a16="http://schemas.microsoft.com/office/drawing/2014/main" id="{235441FE-D40F-B8F7-3215-82F55534F4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80" y="1654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sp>
        <p:nvSpPr>
          <p:cNvPr id="51222" name="Line 22">
            <a:extLst>
              <a:ext uri="{FF2B5EF4-FFF2-40B4-BE49-F238E27FC236}">
                <a16:creationId xmlns:a16="http://schemas.microsoft.com/office/drawing/2014/main" id="{EF3E9513-CE97-25C1-ECF9-F6CEFCEEB5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203450" y="1295400"/>
            <a:ext cx="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23" name="Object 2">
            <a:extLst>
              <a:ext uri="{FF2B5EF4-FFF2-40B4-BE49-F238E27FC236}">
                <a16:creationId xmlns:a16="http://schemas.microsoft.com/office/drawing/2014/main" id="{9C37D741-2527-394E-57A4-FA93D69472C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670050" y="144780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06493" imgH="129679" progId="Equation.3">
                  <p:embed/>
                </p:oleObj>
              </mc:Choice>
              <mc:Fallback>
                <p:oleObj name="Equation" r:id="rId8" imgW="106493" imgH="12967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0050" y="144780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24">
            <a:extLst>
              <a:ext uri="{FF2B5EF4-FFF2-40B4-BE49-F238E27FC236}">
                <a16:creationId xmlns:a16="http://schemas.microsoft.com/office/drawing/2014/main" id="{854EFA5A-6EA9-0B0B-3FD1-7757E92F4FC1}"/>
              </a:ext>
            </a:extLst>
          </p:cNvPr>
          <p:cNvGrpSpPr>
            <a:grpSpLocks/>
          </p:cNvGrpSpPr>
          <p:nvPr/>
        </p:nvGrpSpPr>
        <p:grpSpPr bwMode="auto">
          <a:xfrm>
            <a:off x="2355850" y="1066800"/>
            <a:ext cx="381000" cy="381000"/>
            <a:chOff x="1484" y="672"/>
            <a:chExt cx="240" cy="240"/>
          </a:xfrm>
        </p:grpSpPr>
        <p:sp>
          <p:nvSpPr>
            <p:cNvPr id="9268" name="Oval 25">
              <a:extLst>
                <a:ext uri="{FF2B5EF4-FFF2-40B4-BE49-F238E27FC236}">
                  <a16:creationId xmlns:a16="http://schemas.microsoft.com/office/drawing/2014/main" id="{D8D8C3F4-2380-FB24-4F3E-F3B6E5FA31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4" y="672"/>
              <a:ext cx="240" cy="240"/>
            </a:xfrm>
            <a:prstGeom prst="ellipse">
              <a:avLst/>
            </a:pr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69" name="Oval 26">
              <a:extLst>
                <a:ext uri="{FF2B5EF4-FFF2-40B4-BE49-F238E27FC236}">
                  <a16:creationId xmlns:a16="http://schemas.microsoft.com/office/drawing/2014/main" id="{D3B29856-AEA0-16CD-70A5-05ED7C3460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6" y="773"/>
              <a:ext cx="47" cy="4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33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1227" name="Object 3">
            <a:extLst>
              <a:ext uri="{FF2B5EF4-FFF2-40B4-BE49-F238E27FC236}">
                <a16:creationId xmlns:a16="http://schemas.microsoft.com/office/drawing/2014/main" id="{FA35564D-1378-77DE-3A5C-040EC97AF5A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36850" y="990600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9384" imgH="167585" progId="Equation.3">
                  <p:embed/>
                </p:oleObj>
              </mc:Choice>
              <mc:Fallback>
                <p:oleObj name="Equation" r:id="rId10" imgW="129384" imgH="167585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36850" y="990600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28" name="Line 28">
            <a:extLst>
              <a:ext uri="{FF2B5EF4-FFF2-40B4-BE49-F238E27FC236}">
                <a16:creationId xmlns:a16="http://schemas.microsoft.com/office/drawing/2014/main" id="{37B64DFC-7146-BF3B-F153-978BBC38FAD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056188" y="723900"/>
            <a:ext cx="0" cy="4921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29" name="Object 4">
            <a:extLst>
              <a:ext uri="{FF2B5EF4-FFF2-40B4-BE49-F238E27FC236}">
                <a16:creationId xmlns:a16="http://schemas.microsoft.com/office/drawing/2014/main" id="{19146304-979D-D588-6288-7CA0FB6A400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76200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106493" imgH="129679" progId="Equation.3">
                  <p:embed/>
                </p:oleObj>
              </mc:Choice>
              <mc:Fallback>
                <p:oleObj name="Equation" r:id="rId12" imgW="106493" imgH="129679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76200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0" name="Line 30">
            <a:extLst>
              <a:ext uri="{FF2B5EF4-FFF2-40B4-BE49-F238E27FC236}">
                <a16:creationId xmlns:a16="http://schemas.microsoft.com/office/drawing/2014/main" id="{365A79D7-3726-C985-FF65-CD5C83C6E754}"/>
              </a:ext>
            </a:extLst>
          </p:cNvPr>
          <p:cNvSpPr>
            <a:spLocks noChangeShapeType="1"/>
          </p:cNvSpPr>
          <p:nvPr/>
        </p:nvSpPr>
        <p:spPr bwMode="auto">
          <a:xfrm>
            <a:off x="5095875" y="685800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31" name="Object 5">
            <a:extLst>
              <a:ext uri="{FF2B5EF4-FFF2-40B4-BE49-F238E27FC236}">
                <a16:creationId xmlns:a16="http://schemas.microsoft.com/office/drawing/2014/main" id="{96FDE485-183B-699B-5195-637E85B50C6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15000" y="457200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29384" imgH="167585" progId="Equation.3">
                  <p:embed/>
                </p:oleObj>
              </mc:Choice>
              <mc:Fallback>
                <p:oleObj name="Equation" r:id="rId14" imgW="129384" imgH="16758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15000" y="457200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2" name="Line 32">
            <a:extLst>
              <a:ext uri="{FF2B5EF4-FFF2-40B4-BE49-F238E27FC236}">
                <a16:creationId xmlns:a16="http://schemas.microsoft.com/office/drawing/2014/main" id="{B448CD88-8A82-18EC-1924-FA02BF28213F}"/>
              </a:ext>
            </a:extLst>
          </p:cNvPr>
          <p:cNvSpPr>
            <a:spLocks noChangeShapeType="1"/>
          </p:cNvSpPr>
          <p:nvPr/>
        </p:nvSpPr>
        <p:spPr bwMode="auto">
          <a:xfrm>
            <a:off x="5060950" y="1600200"/>
            <a:ext cx="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33" name="Object 6">
            <a:extLst>
              <a:ext uri="{FF2B5EF4-FFF2-40B4-BE49-F238E27FC236}">
                <a16:creationId xmlns:a16="http://schemas.microsoft.com/office/drawing/2014/main" id="{DAC970D0-76DE-520F-841D-D51E23996E6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181600" y="160020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6493" imgH="129679" progId="Equation.3">
                  <p:embed/>
                </p:oleObj>
              </mc:Choice>
              <mc:Fallback>
                <p:oleObj name="Equation" r:id="rId16" imgW="106493" imgH="1296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160020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4" name="Line 34">
            <a:extLst>
              <a:ext uri="{FF2B5EF4-FFF2-40B4-BE49-F238E27FC236}">
                <a16:creationId xmlns:a16="http://schemas.microsoft.com/office/drawing/2014/main" id="{9A0BBCF9-8C20-EC20-DB35-91178ACA1B3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5800" y="2160588"/>
            <a:ext cx="533400" cy="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35" name="Object 7">
            <a:extLst>
              <a:ext uri="{FF2B5EF4-FFF2-40B4-BE49-F238E27FC236}">
                <a16:creationId xmlns:a16="http://schemas.microsoft.com/office/drawing/2014/main" id="{7A82E0CF-1A2B-90DA-C35B-A6303556A9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038600" y="1905000"/>
          <a:ext cx="381000" cy="476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29384" imgH="167585" progId="Equation.3">
                  <p:embed/>
                </p:oleObj>
              </mc:Choice>
              <mc:Fallback>
                <p:oleObj name="Equation" r:id="rId18" imgW="129384" imgH="167585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1905000"/>
                        <a:ext cx="381000" cy="4762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6" name="Line 36">
            <a:extLst>
              <a:ext uri="{FF2B5EF4-FFF2-40B4-BE49-F238E27FC236}">
                <a16:creationId xmlns:a16="http://schemas.microsoft.com/office/drawing/2014/main" id="{DDCA75B5-393B-DA74-34DE-ED5202CCC7D9}"/>
              </a:ext>
            </a:extLst>
          </p:cNvPr>
          <p:cNvSpPr>
            <a:spLocks noChangeShapeType="1"/>
          </p:cNvSpPr>
          <p:nvPr/>
        </p:nvSpPr>
        <p:spPr bwMode="auto">
          <a:xfrm>
            <a:off x="7620000" y="1371600"/>
            <a:ext cx="762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37" name="Object 8">
            <a:extLst>
              <a:ext uri="{FF2B5EF4-FFF2-40B4-BE49-F238E27FC236}">
                <a16:creationId xmlns:a16="http://schemas.microsoft.com/office/drawing/2014/main" id="{B4445AC9-7A26-1923-3280-3FF97B605EF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144780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6493" imgH="129679" progId="Equation.3">
                  <p:embed/>
                </p:oleObj>
              </mc:Choice>
              <mc:Fallback>
                <p:oleObj name="Equation" r:id="rId20" imgW="106493" imgH="12967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144780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1238" name="Object 9">
            <a:extLst>
              <a:ext uri="{FF2B5EF4-FFF2-40B4-BE49-F238E27FC236}">
                <a16:creationId xmlns:a16="http://schemas.microsoft.com/office/drawing/2014/main" id="{97E1EA54-C2BE-DA04-434D-00708893A96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08850" y="836613"/>
          <a:ext cx="862013" cy="403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58296" imgH="152622" progId="Equation.3">
                  <p:embed/>
                </p:oleObj>
              </mc:Choice>
              <mc:Fallback>
                <p:oleObj name="Equation" r:id="rId22" imgW="358296" imgH="152622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8850" y="836613"/>
                        <a:ext cx="862013" cy="403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39" name="Text Box 39">
            <a:extLst>
              <a:ext uri="{FF2B5EF4-FFF2-40B4-BE49-F238E27FC236}">
                <a16:creationId xmlns:a16="http://schemas.microsoft.com/office/drawing/2014/main" id="{57C30CDB-C047-42BA-26CE-C0CD8E28C1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42988" y="2205038"/>
            <a:ext cx="1103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说明：</a:t>
            </a:r>
          </a:p>
        </p:txBody>
      </p:sp>
      <p:sp>
        <p:nvSpPr>
          <p:cNvPr id="51240" name="Text Box 40">
            <a:extLst>
              <a:ext uri="{FF2B5EF4-FFF2-40B4-BE49-F238E27FC236}">
                <a16:creationId xmlns:a16="http://schemas.microsoft.com/office/drawing/2014/main" id="{9166275C-21B1-7516-4011-D9C4F9A455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2781300"/>
            <a:ext cx="7489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1.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这个定律是从实验中总结归纳出来的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1241" name="Text Box 41">
            <a:extLst>
              <a:ext uri="{FF2B5EF4-FFF2-40B4-BE49-F238E27FC236}">
                <a16:creationId xmlns:a16="http://schemas.microsoft.com/office/drawing/2014/main" id="{DF4F5A13-EF92-A85E-A012-10FA9B2AD0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284538"/>
            <a:ext cx="7056438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2. </a:t>
            </a:r>
            <a:r>
              <a:rPr lang="zh-CN" altLang="en-US">
                <a:solidFill>
                  <a:schemeClr val="bg1"/>
                </a:solidFill>
                <a:ea typeface="楷体_GB2312" pitchFamily="49" charset="-122"/>
                <a:cs typeface="Times New Roman" panose="02020603050405020304" pitchFamily="18" charset="0"/>
              </a:rPr>
              <a:t>当导线上的电流是恒定电流时，周围的磁场称为恒定磁场，不随时间变化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1242" name="Text Box 42">
            <a:extLst>
              <a:ext uri="{FF2B5EF4-FFF2-40B4-BE49-F238E27FC236}">
                <a16:creationId xmlns:a16="http://schemas.microsoft.com/office/drawing/2014/main" id="{640E7D0C-9B69-F19B-2BC8-14FBE29438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588" y="4064000"/>
            <a:ext cx="36671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毕－萨定律的应用</a:t>
            </a:r>
            <a:r>
              <a:rPr lang="zh-CN" altLang="en-US" sz="2800">
                <a:solidFill>
                  <a:srgbClr val="FFFF66"/>
                </a:solidFill>
              </a:rPr>
              <a:t> </a:t>
            </a:r>
          </a:p>
        </p:txBody>
      </p:sp>
      <p:sp>
        <p:nvSpPr>
          <p:cNvPr id="51243" name="Text Box 43">
            <a:extLst>
              <a:ext uri="{FF2B5EF4-FFF2-40B4-BE49-F238E27FC236}">
                <a16:creationId xmlns:a16="http://schemas.microsoft.com/office/drawing/2014/main" id="{71B9FA07-7D52-26DB-04F9-C3C96463359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3888" y="4559300"/>
            <a:ext cx="3732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1.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载流直导线的磁场</a:t>
            </a:r>
          </a:p>
        </p:txBody>
      </p:sp>
      <p:sp>
        <p:nvSpPr>
          <p:cNvPr id="51244" name="Rectangle 44">
            <a:extLst>
              <a:ext uri="{FF2B5EF4-FFF2-40B4-BE49-F238E27FC236}">
                <a16:creationId xmlns:a16="http://schemas.microsoft.com/office/drawing/2014/main" id="{7EDA48C4-BB36-9596-0B72-9EEF45287B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4005263"/>
            <a:ext cx="152400" cy="2743200"/>
          </a:xfrm>
          <a:prstGeom prst="rect">
            <a:avLst/>
          </a:prstGeom>
          <a:gradFill rotWithShape="0">
            <a:gsLst>
              <a:gs pos="0">
                <a:srgbClr val="FFCC99"/>
              </a:gs>
              <a:gs pos="100000">
                <a:srgbClr val="CA9560"/>
              </a:gs>
            </a:gsLst>
            <a:lin ang="0" scaled="1"/>
          </a:gradFill>
          <a:ln w="9525">
            <a:solidFill>
              <a:srgbClr val="FFCC99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1245" name="Text Box 45">
            <a:extLst>
              <a:ext uri="{FF2B5EF4-FFF2-40B4-BE49-F238E27FC236}">
                <a16:creationId xmlns:a16="http://schemas.microsoft.com/office/drawing/2014/main" id="{FAF14325-ADD6-6BBE-4E07-0206265CEA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54725" y="4314825"/>
            <a:ext cx="3810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</a:rPr>
              <a:t>I</a:t>
            </a:r>
          </a:p>
        </p:txBody>
      </p:sp>
      <p:grpSp>
        <p:nvGrpSpPr>
          <p:cNvPr id="9" name="Group 46">
            <a:extLst>
              <a:ext uri="{FF2B5EF4-FFF2-40B4-BE49-F238E27FC236}">
                <a16:creationId xmlns:a16="http://schemas.microsoft.com/office/drawing/2014/main" id="{57A426D4-3270-EC42-0079-89E59773B7E6}"/>
              </a:ext>
            </a:extLst>
          </p:cNvPr>
          <p:cNvGrpSpPr>
            <a:grpSpLocks/>
          </p:cNvGrpSpPr>
          <p:nvPr/>
        </p:nvGrpSpPr>
        <p:grpSpPr bwMode="auto">
          <a:xfrm>
            <a:off x="7604125" y="6026150"/>
            <a:ext cx="401638" cy="585788"/>
            <a:chOff x="4982" y="3408"/>
            <a:chExt cx="253" cy="369"/>
          </a:xfrm>
        </p:grpSpPr>
        <p:sp>
          <p:nvSpPr>
            <p:cNvPr id="9266" name="Oval 47">
              <a:extLst>
                <a:ext uri="{FF2B5EF4-FFF2-40B4-BE49-F238E27FC236}">
                  <a16:creationId xmlns:a16="http://schemas.microsoft.com/office/drawing/2014/main" id="{0C46DE5D-FD85-AE83-66BC-442BF4E636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3" y="3408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9267" name="Text Box 48">
              <a:extLst>
                <a:ext uri="{FF2B5EF4-FFF2-40B4-BE49-F238E27FC236}">
                  <a16:creationId xmlns:a16="http://schemas.microsoft.com/office/drawing/2014/main" id="{90040AD8-7CD7-07B2-FA23-9B2A77D3E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2" y="3450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66"/>
                  </a:solidFill>
                </a:rPr>
                <a:t>P</a:t>
              </a:r>
            </a:p>
          </p:txBody>
        </p:sp>
      </p:grpSp>
      <p:grpSp>
        <p:nvGrpSpPr>
          <p:cNvPr id="10" name="Group 49">
            <a:extLst>
              <a:ext uri="{FF2B5EF4-FFF2-40B4-BE49-F238E27FC236}">
                <a16:creationId xmlns:a16="http://schemas.microsoft.com/office/drawing/2014/main" id="{03CE9063-B485-C69D-B030-143F684FD0AF}"/>
              </a:ext>
            </a:extLst>
          </p:cNvPr>
          <p:cNvGrpSpPr>
            <a:grpSpLocks/>
          </p:cNvGrpSpPr>
          <p:nvPr/>
        </p:nvGrpSpPr>
        <p:grpSpPr bwMode="auto">
          <a:xfrm>
            <a:off x="6550025" y="5994400"/>
            <a:ext cx="1143000" cy="519113"/>
            <a:chOff x="4008" y="3557"/>
            <a:chExt cx="720" cy="327"/>
          </a:xfrm>
        </p:grpSpPr>
        <p:sp>
          <p:nvSpPr>
            <p:cNvPr id="9264" name="Line 50">
              <a:extLst>
                <a:ext uri="{FF2B5EF4-FFF2-40B4-BE49-F238E27FC236}">
                  <a16:creationId xmlns:a16="http://schemas.microsoft.com/office/drawing/2014/main" id="{FAD7646E-7C71-998E-ABFC-239E555E85F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08" y="3599"/>
              <a:ext cx="720" cy="0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65" name="Text Box 51">
              <a:extLst>
                <a:ext uri="{FF2B5EF4-FFF2-40B4-BE49-F238E27FC236}">
                  <a16:creationId xmlns:a16="http://schemas.microsoft.com/office/drawing/2014/main" id="{D96CFEBB-0AE7-69F6-5602-097A17948F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5" y="355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a</a:t>
              </a:r>
            </a:p>
          </p:txBody>
        </p:sp>
      </p:grpSp>
      <p:sp>
        <p:nvSpPr>
          <p:cNvPr id="51252" name="Line 52">
            <a:extLst>
              <a:ext uri="{FF2B5EF4-FFF2-40B4-BE49-F238E27FC236}">
                <a16:creationId xmlns:a16="http://schemas.microsoft.com/office/drawing/2014/main" id="{34F1BF5A-4FBF-F5E9-8BDC-3316BF307FA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77000" y="4162425"/>
            <a:ext cx="0" cy="7620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1253" name="Rectangle 53">
            <a:extLst>
              <a:ext uri="{FF2B5EF4-FFF2-40B4-BE49-F238E27FC236}">
                <a16:creationId xmlns:a16="http://schemas.microsoft.com/office/drawing/2014/main" id="{5E4B7172-8824-9FCF-DD05-4F21FFE606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0800" y="5340350"/>
            <a:ext cx="152400" cy="228600"/>
          </a:xfrm>
          <a:prstGeom prst="rect">
            <a:avLst/>
          </a:prstGeom>
          <a:solidFill>
            <a:srgbClr val="FF0000"/>
          </a:solidFill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51254" name="Object 10">
            <a:extLst>
              <a:ext uri="{FF2B5EF4-FFF2-40B4-BE49-F238E27FC236}">
                <a16:creationId xmlns:a16="http://schemas.microsoft.com/office/drawing/2014/main" id="{3AF8B30F-E4A9-AB7D-D74F-0E153F447AA2}"/>
              </a:ext>
            </a:extLst>
          </p:cNvPr>
          <p:cNvGraphicFramePr>
            <a:graphicFrameLocks/>
          </p:cNvGraphicFramePr>
          <p:nvPr/>
        </p:nvGraphicFramePr>
        <p:xfrm>
          <a:off x="5826125" y="5319713"/>
          <a:ext cx="522288" cy="366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495144" imgH="343149" progId="Equation.3">
                  <p:embed/>
                </p:oleObj>
              </mc:Choice>
              <mc:Fallback>
                <p:oleObj name="Equation" r:id="rId24" imgW="495144" imgH="343149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26125" y="5319713"/>
                        <a:ext cx="522288" cy="366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55" name="Line 55">
            <a:extLst>
              <a:ext uri="{FF2B5EF4-FFF2-40B4-BE49-F238E27FC236}">
                <a16:creationId xmlns:a16="http://schemas.microsoft.com/office/drawing/2014/main" id="{65FCD665-57F8-E19B-CA4C-48B4FAE4947C}"/>
              </a:ext>
            </a:extLst>
          </p:cNvPr>
          <p:cNvSpPr>
            <a:spLocks noChangeShapeType="1"/>
          </p:cNvSpPr>
          <p:nvPr/>
        </p:nvSpPr>
        <p:spPr bwMode="auto">
          <a:xfrm>
            <a:off x="6553200" y="5540375"/>
            <a:ext cx="1158875" cy="512763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1256" name="Object 11">
            <a:extLst>
              <a:ext uri="{FF2B5EF4-FFF2-40B4-BE49-F238E27FC236}">
                <a16:creationId xmlns:a16="http://schemas.microsoft.com/office/drawing/2014/main" id="{818214D8-FE82-D944-BA57-0BFE31633AD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35813" y="528955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06493" imgH="129679" progId="Equation.3">
                  <p:embed/>
                </p:oleObj>
              </mc:Choice>
              <mc:Fallback>
                <p:oleObj name="公式" r:id="rId26" imgW="106493" imgH="1296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35813" y="528955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1" name="Group 57">
            <a:extLst>
              <a:ext uri="{FF2B5EF4-FFF2-40B4-BE49-F238E27FC236}">
                <a16:creationId xmlns:a16="http://schemas.microsoft.com/office/drawing/2014/main" id="{A8DCE851-8800-BADA-5BFA-97180FD77286}"/>
              </a:ext>
            </a:extLst>
          </p:cNvPr>
          <p:cNvGrpSpPr>
            <a:grpSpLocks/>
          </p:cNvGrpSpPr>
          <p:nvPr/>
        </p:nvGrpSpPr>
        <p:grpSpPr bwMode="auto">
          <a:xfrm>
            <a:off x="7654925" y="5568950"/>
            <a:ext cx="381000" cy="381000"/>
            <a:chOff x="4992" y="3216"/>
            <a:chExt cx="240" cy="240"/>
          </a:xfrm>
        </p:grpSpPr>
        <p:sp>
          <p:nvSpPr>
            <p:cNvPr id="9260" name="Oval 58">
              <a:extLst>
                <a:ext uri="{FF2B5EF4-FFF2-40B4-BE49-F238E27FC236}">
                  <a16:creationId xmlns:a16="http://schemas.microsoft.com/office/drawing/2014/main" id="{B173DCDB-A1EE-27F3-8EF8-5AF092A7F2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1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9261" name="Group 59">
              <a:extLst>
                <a:ext uri="{FF2B5EF4-FFF2-40B4-BE49-F238E27FC236}">
                  <a16:creationId xmlns:a16="http://schemas.microsoft.com/office/drawing/2014/main" id="{8B0CADD0-AF01-4E0E-D2F2-D89E37E65E3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3290"/>
              <a:ext cx="125" cy="120"/>
              <a:chOff x="2352" y="2027"/>
              <a:chExt cx="100" cy="96"/>
            </a:xfrm>
          </p:grpSpPr>
          <p:sp>
            <p:nvSpPr>
              <p:cNvPr id="9262" name="Line 60">
                <a:extLst>
                  <a:ext uri="{FF2B5EF4-FFF2-40B4-BE49-F238E27FC236}">
                    <a16:creationId xmlns:a16="http://schemas.microsoft.com/office/drawing/2014/main" id="{A537E93A-D3CA-C0E1-F4F8-5843E9D24B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9263" name="Line 61">
                <a:extLst>
                  <a:ext uri="{FF2B5EF4-FFF2-40B4-BE49-F238E27FC236}">
                    <a16:creationId xmlns:a16="http://schemas.microsoft.com/office/drawing/2014/main" id="{8110DC6B-6296-8735-5DCD-FB02044D797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51262" name="Object 12">
            <a:extLst>
              <a:ext uri="{FF2B5EF4-FFF2-40B4-BE49-F238E27FC236}">
                <a16:creationId xmlns:a16="http://schemas.microsoft.com/office/drawing/2014/main" id="{683E951D-B674-C9F9-46D9-5CCEFF04671F}"/>
              </a:ext>
            </a:extLst>
          </p:cNvPr>
          <p:cNvGraphicFramePr>
            <a:graphicFrameLocks/>
          </p:cNvGraphicFramePr>
          <p:nvPr/>
        </p:nvGraphicFramePr>
        <p:xfrm>
          <a:off x="8107363" y="5576888"/>
          <a:ext cx="280987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59267" imgH="320206" progId="Equation.3">
                  <p:embed/>
                </p:oleObj>
              </mc:Choice>
              <mc:Fallback>
                <p:oleObj name="Equation" r:id="rId28" imgW="259267" imgH="320206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7363" y="5576888"/>
                        <a:ext cx="280987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3" name="Text Box 63">
            <a:extLst>
              <a:ext uri="{FF2B5EF4-FFF2-40B4-BE49-F238E27FC236}">
                <a16:creationId xmlns:a16="http://schemas.microsoft.com/office/drawing/2014/main" id="{1E8934BA-9E0B-7B5B-CADD-D13C2D34622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8375" y="621506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51264" name="Object 13">
            <a:extLst>
              <a:ext uri="{FF2B5EF4-FFF2-40B4-BE49-F238E27FC236}">
                <a16:creationId xmlns:a16="http://schemas.microsoft.com/office/drawing/2014/main" id="{70746C1D-6350-478F-F417-9D221C8B4C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60563" y="6062663"/>
          <a:ext cx="2373312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2354798" imgH="800017" progId="Equation.3">
                  <p:embed/>
                </p:oleObj>
              </mc:Choice>
              <mc:Fallback>
                <p:oleObj name="Equation" r:id="rId30" imgW="2354798" imgH="800017" progId="Equation.3">
                  <p:embed/>
                  <p:pic>
                    <p:nvPicPr>
                      <p:cNvPr id="0" name="Object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60563" y="6062663"/>
                        <a:ext cx="2373312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65" name="Rectangle 65">
            <a:extLst>
              <a:ext uri="{FF2B5EF4-FFF2-40B4-BE49-F238E27FC236}">
                <a16:creationId xmlns:a16="http://schemas.microsoft.com/office/drawing/2014/main" id="{C2D52990-5593-CF14-72B7-10ED79D11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9325" y="4995863"/>
            <a:ext cx="4876800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求距离载流直导线为</a:t>
            </a:r>
            <a:r>
              <a:rPr lang="en-US" altLang="zh-CN" i="1">
                <a:solidFill>
                  <a:srgbClr val="66FFFF"/>
                </a:solidFill>
              </a:rPr>
              <a:t>a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处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>
                <a:solidFill>
                  <a:schemeClr val="bg1"/>
                </a:solidFill>
              </a:rPr>
              <a:t>一点</a:t>
            </a: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</a:rPr>
              <a:t>的磁感应强度 </a:t>
            </a:r>
          </a:p>
        </p:txBody>
      </p:sp>
      <p:graphicFrame>
        <p:nvGraphicFramePr>
          <p:cNvPr id="51266" name="Object 14">
            <a:extLst>
              <a:ext uri="{FF2B5EF4-FFF2-40B4-BE49-F238E27FC236}">
                <a16:creationId xmlns:a16="http://schemas.microsoft.com/office/drawing/2014/main" id="{F8736A99-C9D0-1231-0A56-24277FC10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40175" y="5570538"/>
          <a:ext cx="277813" cy="3413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9267" imgH="320206" progId="Equation.3">
                  <p:embed/>
                </p:oleObj>
              </mc:Choice>
              <mc:Fallback>
                <p:oleObj name="Equation" r:id="rId32" imgW="259267" imgH="320206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0175" y="5570538"/>
                        <a:ext cx="277813" cy="3413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67">
            <a:extLst>
              <a:ext uri="{FF2B5EF4-FFF2-40B4-BE49-F238E27FC236}">
                <a16:creationId xmlns:a16="http://schemas.microsoft.com/office/drawing/2014/main" id="{19FE8DC6-B3C4-4940-A1AD-0DCDFB17CCB2}"/>
              </a:ext>
            </a:extLst>
          </p:cNvPr>
          <p:cNvGrpSpPr>
            <a:grpSpLocks/>
          </p:cNvGrpSpPr>
          <p:nvPr/>
        </p:nvGrpSpPr>
        <p:grpSpPr bwMode="auto">
          <a:xfrm>
            <a:off x="4989513" y="4959350"/>
            <a:ext cx="2217737" cy="1187450"/>
            <a:chOff x="3025" y="2905"/>
            <a:chExt cx="1397" cy="748"/>
          </a:xfrm>
        </p:grpSpPr>
        <p:sp>
          <p:nvSpPr>
            <p:cNvPr id="9258" name="Arc 68">
              <a:extLst>
                <a:ext uri="{FF2B5EF4-FFF2-40B4-BE49-F238E27FC236}">
                  <a16:creationId xmlns:a16="http://schemas.microsoft.com/office/drawing/2014/main" id="{4F3C0D1C-8E97-654E-8B9B-ABA003D2F287}"/>
                </a:ext>
              </a:extLst>
            </p:cNvPr>
            <p:cNvSpPr>
              <a:spLocks/>
            </p:cNvSpPr>
            <p:nvPr/>
          </p:nvSpPr>
          <p:spPr bwMode="auto">
            <a:xfrm rot="3810276">
              <a:off x="3435" y="2841"/>
              <a:ext cx="402" cy="1221"/>
            </a:xfrm>
            <a:custGeom>
              <a:avLst/>
              <a:gdLst>
                <a:gd name="T0" fmla="*/ 0 w 14992"/>
                <a:gd name="T1" fmla="*/ 0 h 21600"/>
                <a:gd name="T2" fmla="*/ 0 w 14992"/>
                <a:gd name="T3" fmla="*/ 0 h 21600"/>
                <a:gd name="T4" fmla="*/ 0 w 14992"/>
                <a:gd name="T5" fmla="*/ 0 h 21600"/>
                <a:gd name="T6" fmla="*/ 0 60000 65536"/>
                <a:gd name="T7" fmla="*/ 0 60000 65536"/>
                <a:gd name="T8" fmla="*/ 0 60000 65536"/>
                <a:gd name="T9" fmla="*/ 0 w 14992"/>
                <a:gd name="T10" fmla="*/ 0 h 21600"/>
                <a:gd name="T11" fmla="*/ 14992 w 1499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4992" h="21600" fill="none" extrusionOk="0">
                  <a:moveTo>
                    <a:pt x="-1" y="1591"/>
                  </a:moveTo>
                  <a:cubicBezTo>
                    <a:pt x="2584" y="540"/>
                    <a:pt x="5347" y="-1"/>
                    <a:pt x="8138" y="0"/>
                  </a:cubicBezTo>
                  <a:cubicBezTo>
                    <a:pt x="10467" y="0"/>
                    <a:pt x="12782" y="376"/>
                    <a:pt x="14991" y="1116"/>
                  </a:cubicBezTo>
                </a:path>
                <a:path w="14992" h="21600" stroke="0" extrusionOk="0">
                  <a:moveTo>
                    <a:pt x="-1" y="1591"/>
                  </a:moveTo>
                  <a:cubicBezTo>
                    <a:pt x="2584" y="540"/>
                    <a:pt x="5347" y="-1"/>
                    <a:pt x="8138" y="0"/>
                  </a:cubicBezTo>
                  <a:cubicBezTo>
                    <a:pt x="10467" y="0"/>
                    <a:pt x="12782" y="376"/>
                    <a:pt x="14991" y="1116"/>
                  </a:cubicBezTo>
                  <a:lnTo>
                    <a:pt x="8138" y="21600"/>
                  </a:lnTo>
                  <a:lnTo>
                    <a:pt x="-1" y="1591"/>
                  </a:lnTo>
                  <a:close/>
                </a:path>
              </a:pathLst>
            </a:custGeom>
            <a:noFill/>
            <a:ln w="19050">
              <a:solidFill>
                <a:srgbClr val="99FF33"/>
              </a:solidFill>
              <a:round/>
              <a:headEnd type="triangle" w="sm" len="lg"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9259" name="Object 15">
              <a:extLst>
                <a:ext uri="{FF2B5EF4-FFF2-40B4-BE49-F238E27FC236}">
                  <a16:creationId xmlns:a16="http://schemas.microsoft.com/office/drawing/2014/main" id="{85248E13-2F2E-8389-AB5D-CFFB18218CD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76" y="2905"/>
            <a:ext cx="246" cy="3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4" imgW="106493" imgH="152622" progId="Equation.3">
                    <p:embed/>
                  </p:oleObj>
                </mc:Choice>
                <mc:Fallback>
                  <p:oleObj name="Equation" r:id="rId34" imgW="106493" imgH="152622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76" y="2905"/>
                          <a:ext cx="246" cy="3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512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5122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51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7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512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5" dur="500"/>
                                        <p:tgtEl>
                                          <p:spTgt spid="51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17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9" dur="500" fill="hold"/>
                                        <p:tgtEl>
                                          <p:spTgt spid="51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0" dur="500" fill="hold"/>
                                        <p:tgtEl>
                                          <p:spTgt spid="51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1" dur="500" fill="hold"/>
                                        <p:tgtEl>
                                          <p:spTgt spid="51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500" fill="hold"/>
                                        <p:tgtEl>
                                          <p:spTgt spid="51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2000"/>
                                        <p:tgtEl>
                                          <p:spTgt spid="51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2000"/>
                                        <p:tgtEl>
                                          <p:spTgt spid="51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51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43000"/>
                                  </p:iterate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500"/>
                                        <p:tgtEl>
                                          <p:spTgt spid="51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3295"/>
                            </p:stCondLst>
                            <p:childTnLst>
                              <p:par>
                                <p:cTn id="14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1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3795"/>
                            </p:stCondLst>
                            <p:childTnLst>
                              <p:par>
                                <p:cTn id="14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51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 nodeType="clickPar">
                      <p:stCondLst>
                        <p:cond delay="indefinite"/>
                      </p:stCondLst>
                      <p:childTnLst>
                        <p:par>
                          <p:cTn id="1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8" dur="500"/>
                                        <p:tgtEl>
                                          <p:spTgt spid="51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1" dur="2000"/>
                                        <p:tgtEl>
                                          <p:spTgt spid="51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202" grpId="0" autoUpdateAnimBg="0"/>
      <p:bldP spid="51239" grpId="0" autoUpdateAnimBg="0"/>
      <p:bldP spid="51240" grpId="0" autoUpdateAnimBg="0"/>
      <p:bldP spid="51241" grpId="0" autoUpdateAnimBg="0"/>
      <p:bldP spid="51242" grpId="0" autoUpdateAnimBg="0"/>
      <p:bldP spid="51243" grpId="0" autoUpdateAnimBg="0"/>
      <p:bldP spid="51244" grpId="0" animBg="1"/>
      <p:bldP spid="51245" grpId="0" autoUpdateAnimBg="0"/>
      <p:bldP spid="51253" grpId="0" animBg="1"/>
      <p:bldP spid="51263" grpId="0" autoUpdateAnimBg="0"/>
      <p:bldP spid="51265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AutoShape 2">
            <a:extLst>
              <a:ext uri="{FF2B5EF4-FFF2-40B4-BE49-F238E27FC236}">
                <a16:creationId xmlns:a16="http://schemas.microsoft.com/office/drawing/2014/main" id="{4E8F5B91-FAC4-94E0-BCCF-A9C6417178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300663"/>
            <a:ext cx="3097212" cy="865187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52227" name="Object 2">
            <a:extLst>
              <a:ext uri="{FF2B5EF4-FFF2-40B4-BE49-F238E27FC236}">
                <a16:creationId xmlns:a16="http://schemas.microsoft.com/office/drawing/2014/main" id="{BDAAA04A-B09F-4612-B295-77E957638840}"/>
              </a:ext>
            </a:extLst>
          </p:cNvPr>
          <p:cNvGraphicFramePr>
            <a:graphicFrameLocks/>
          </p:cNvGraphicFramePr>
          <p:nvPr/>
        </p:nvGraphicFramePr>
        <p:xfrm>
          <a:off x="873125" y="533400"/>
          <a:ext cx="33655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45087" imgH="800017" progId="Equation.3">
                  <p:embed/>
                </p:oleObj>
              </mc:Choice>
              <mc:Fallback>
                <p:oleObj name="Equation" r:id="rId2" imgW="3345087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3125" y="533400"/>
                        <a:ext cx="33655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28" name="Object 3">
            <a:extLst>
              <a:ext uri="{FF2B5EF4-FFF2-40B4-BE49-F238E27FC236}">
                <a16:creationId xmlns:a16="http://schemas.microsoft.com/office/drawing/2014/main" id="{32891BC6-B725-FB2D-D2F5-954ACF8E203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19925" y="3211513"/>
          <a:ext cx="331788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4811" imgH="190528" progId="Equation.3">
                  <p:embed/>
                </p:oleObj>
              </mc:Choice>
              <mc:Fallback>
                <p:oleObj name="Equation" r:id="rId4" imgW="144811" imgH="190528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19925" y="3211513"/>
                        <a:ext cx="331788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29" name="Line 5">
            <a:extLst>
              <a:ext uri="{FF2B5EF4-FFF2-40B4-BE49-F238E27FC236}">
                <a16:creationId xmlns:a16="http://schemas.microsoft.com/office/drawing/2014/main" id="{9B73DF10-A2AA-81C7-8CF1-E9AAA039957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16738" y="785813"/>
            <a:ext cx="0" cy="3405187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0" name="Line 6">
            <a:extLst>
              <a:ext uri="{FF2B5EF4-FFF2-40B4-BE49-F238E27FC236}">
                <a16:creationId xmlns:a16="http://schemas.microsoft.com/office/drawing/2014/main" id="{2FF114F3-50F9-6E10-892A-414DEEF608FB}"/>
              </a:ext>
            </a:extLst>
          </p:cNvPr>
          <p:cNvSpPr>
            <a:spLocks noChangeShapeType="1"/>
          </p:cNvSpPr>
          <p:nvPr/>
        </p:nvSpPr>
        <p:spPr bwMode="auto">
          <a:xfrm>
            <a:off x="6954838" y="1362075"/>
            <a:ext cx="1219200" cy="18288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2231" name="Line 7">
            <a:extLst>
              <a:ext uri="{FF2B5EF4-FFF2-40B4-BE49-F238E27FC236}">
                <a16:creationId xmlns:a16="http://schemas.microsoft.com/office/drawing/2014/main" id="{D5343494-ABE8-DC5F-E492-AD0676ED80B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35788" y="3200400"/>
            <a:ext cx="1219200" cy="8382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2232" name="Object 4">
            <a:extLst>
              <a:ext uri="{FF2B5EF4-FFF2-40B4-BE49-F238E27FC236}">
                <a16:creationId xmlns:a16="http://schemas.microsoft.com/office/drawing/2014/main" id="{E9B00076-DB68-AA07-C8B6-90ECCB5EF8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164388" y="981075"/>
          <a:ext cx="331787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44811" imgH="190528" progId="Equation.3">
                  <p:embed/>
                </p:oleObj>
              </mc:Choice>
              <mc:Fallback>
                <p:oleObj name="Equation" r:id="rId6" imgW="144811" imgH="190528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64388" y="981075"/>
                        <a:ext cx="331787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3" name="Object 5">
            <a:extLst>
              <a:ext uri="{FF2B5EF4-FFF2-40B4-BE49-F238E27FC236}">
                <a16:creationId xmlns:a16="http://schemas.microsoft.com/office/drawing/2014/main" id="{C3513F4E-C5EF-6D65-0622-B480FD0F6CF9}"/>
              </a:ext>
            </a:extLst>
          </p:cNvPr>
          <p:cNvGraphicFramePr>
            <a:graphicFrameLocks/>
          </p:cNvGraphicFramePr>
          <p:nvPr/>
        </p:nvGraphicFramePr>
        <p:xfrm>
          <a:off x="892175" y="2209800"/>
          <a:ext cx="2146300" cy="4175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125887" imgH="396018" progId="Equation.3">
                  <p:embed/>
                </p:oleObj>
              </mc:Choice>
              <mc:Fallback>
                <p:oleObj name="Equation" r:id="rId8" imgW="2125887" imgH="39601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2175" y="2209800"/>
                        <a:ext cx="2146300" cy="4175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4" name="Object 6">
            <a:extLst>
              <a:ext uri="{FF2B5EF4-FFF2-40B4-BE49-F238E27FC236}">
                <a16:creationId xmlns:a16="http://schemas.microsoft.com/office/drawing/2014/main" id="{A07CCF81-F735-4CA1-8C3F-49031AA74F24}"/>
              </a:ext>
            </a:extLst>
          </p:cNvPr>
          <p:cNvGraphicFramePr>
            <a:graphicFrameLocks/>
          </p:cNvGraphicFramePr>
          <p:nvPr/>
        </p:nvGraphicFramePr>
        <p:xfrm>
          <a:off x="898525" y="3675063"/>
          <a:ext cx="2108200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88067" imgH="373574" progId="Equation.3">
                  <p:embed/>
                </p:oleObj>
              </mc:Choice>
              <mc:Fallback>
                <p:oleObj name="Equation" r:id="rId10" imgW="2088067" imgH="37357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8525" y="3675063"/>
                        <a:ext cx="2108200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2235" name="Object 7">
            <a:extLst>
              <a:ext uri="{FF2B5EF4-FFF2-40B4-BE49-F238E27FC236}">
                <a16:creationId xmlns:a16="http://schemas.microsoft.com/office/drawing/2014/main" id="{D97D16F9-A738-845C-AC4B-055E8CB0AB33}"/>
              </a:ext>
            </a:extLst>
          </p:cNvPr>
          <p:cNvGraphicFramePr>
            <a:graphicFrameLocks/>
          </p:cNvGraphicFramePr>
          <p:nvPr/>
        </p:nvGraphicFramePr>
        <p:xfrm>
          <a:off x="917575" y="2895600"/>
          <a:ext cx="3567113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543144" imgH="381055" progId="Equation.3">
                  <p:embed/>
                </p:oleObj>
              </mc:Choice>
              <mc:Fallback>
                <p:oleObj name="Equation" r:id="rId12" imgW="3543144" imgH="38105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2895600"/>
                        <a:ext cx="3567113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36" name="Text Box 12">
            <a:extLst>
              <a:ext uri="{FF2B5EF4-FFF2-40B4-BE49-F238E27FC236}">
                <a16:creationId xmlns:a16="http://schemas.microsoft.com/office/drawing/2014/main" id="{EB466068-D48F-14AC-47D7-46A63AF2D9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8988" y="1549400"/>
            <a:ext cx="3173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根据几何关系：</a:t>
            </a:r>
          </a:p>
        </p:txBody>
      </p:sp>
      <p:sp>
        <p:nvSpPr>
          <p:cNvPr id="52237" name="AutoShape 13">
            <a:extLst>
              <a:ext uri="{FF2B5EF4-FFF2-40B4-BE49-F238E27FC236}">
                <a16:creationId xmlns:a16="http://schemas.microsoft.com/office/drawing/2014/main" id="{84509461-0F07-70AD-C073-7B215D8A2F4F}"/>
              </a:ext>
            </a:extLst>
          </p:cNvPr>
          <p:cNvSpPr>
            <a:spLocks/>
          </p:cNvSpPr>
          <p:nvPr/>
        </p:nvSpPr>
        <p:spPr bwMode="auto">
          <a:xfrm>
            <a:off x="4800600" y="2438400"/>
            <a:ext cx="304800" cy="1600200"/>
          </a:xfrm>
          <a:prstGeom prst="rightBrace">
            <a:avLst>
              <a:gd name="adj1" fmla="val 43750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A0B454B2-E157-51A2-1AE1-C085D0EE1969}"/>
              </a:ext>
            </a:extLst>
          </p:cNvPr>
          <p:cNvGrpSpPr>
            <a:grpSpLocks/>
          </p:cNvGrpSpPr>
          <p:nvPr/>
        </p:nvGrpSpPr>
        <p:grpSpPr bwMode="auto">
          <a:xfrm>
            <a:off x="4648200" y="700088"/>
            <a:ext cx="823913" cy="2271712"/>
            <a:chOff x="2996" y="334"/>
            <a:chExt cx="519" cy="1431"/>
          </a:xfrm>
        </p:grpSpPr>
        <p:sp>
          <p:nvSpPr>
            <p:cNvPr id="10285" name="AutoShape 15">
              <a:extLst>
                <a:ext uri="{FF2B5EF4-FFF2-40B4-BE49-F238E27FC236}">
                  <a16:creationId xmlns:a16="http://schemas.microsoft.com/office/drawing/2014/main" id="{47BC0E92-45E4-28E3-B94C-1C9D81020E9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776897" flipV="1">
              <a:off x="2996" y="334"/>
              <a:ext cx="519" cy="625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44 w 21600"/>
                <a:gd name="T13" fmla="*/ 3974 h 21600"/>
                <a:gd name="T14" fmla="*/ 18562 w 21600"/>
                <a:gd name="T15" fmla="*/ 8191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2856" y="0"/>
                  </a:lnTo>
                  <a:lnTo>
                    <a:pt x="12856" y="3960"/>
                  </a:lnTo>
                  <a:lnTo>
                    <a:pt x="12427" y="3960"/>
                  </a:lnTo>
                  <a:cubicBezTo>
                    <a:pt x="5564" y="3960"/>
                    <a:pt x="0" y="7630"/>
                    <a:pt x="0" y="12158"/>
                  </a:cubicBezTo>
                  <a:lnTo>
                    <a:pt x="0" y="21600"/>
                  </a:lnTo>
                  <a:lnTo>
                    <a:pt x="4332" y="21600"/>
                  </a:lnTo>
                  <a:lnTo>
                    <a:pt x="4332" y="12158"/>
                  </a:lnTo>
                  <a:cubicBezTo>
                    <a:pt x="4332" y="9971"/>
                    <a:pt x="7956" y="8198"/>
                    <a:pt x="12427" y="8198"/>
                  </a:cubicBezTo>
                  <a:lnTo>
                    <a:pt x="12856" y="8198"/>
                  </a:lnTo>
                  <a:lnTo>
                    <a:pt x="1285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CCFF"/>
                </a:gs>
                <a:gs pos="50000">
                  <a:srgbClr val="765E76"/>
                </a:gs>
                <a:gs pos="100000">
                  <a:srgbClr val="FFCCFF"/>
                </a:gs>
              </a:gsLst>
              <a:lin ang="5400000" scaled="1"/>
            </a:gra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86" name="Rectangle 16">
              <a:extLst>
                <a:ext uri="{FF2B5EF4-FFF2-40B4-BE49-F238E27FC236}">
                  <a16:creationId xmlns:a16="http://schemas.microsoft.com/office/drawing/2014/main" id="{532EA5F0-41D1-4B79-C864-E57096F77E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" y="949"/>
              <a:ext cx="96" cy="816"/>
            </a:xfrm>
            <a:prstGeom prst="rect">
              <a:avLst/>
            </a:prstGeom>
            <a:gradFill rotWithShape="1">
              <a:gsLst>
                <a:gs pos="0">
                  <a:srgbClr val="FFCCFF"/>
                </a:gs>
                <a:gs pos="50000">
                  <a:srgbClr val="765E76"/>
                </a:gs>
                <a:gs pos="100000">
                  <a:srgbClr val="FFCCFF"/>
                </a:gs>
              </a:gsLst>
              <a:lin ang="5400000" scaled="1"/>
            </a:gradFill>
            <a:ln w="2857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52241" name="Object 8">
            <a:extLst>
              <a:ext uri="{FF2B5EF4-FFF2-40B4-BE49-F238E27FC236}">
                <a16:creationId xmlns:a16="http://schemas.microsoft.com/office/drawing/2014/main" id="{BA09A3CF-E505-6184-E053-525AE39DA698}"/>
              </a:ext>
            </a:extLst>
          </p:cNvPr>
          <p:cNvGraphicFramePr>
            <a:graphicFrameLocks/>
          </p:cNvGraphicFramePr>
          <p:nvPr/>
        </p:nvGraphicFramePr>
        <p:xfrm>
          <a:off x="3810000" y="5257800"/>
          <a:ext cx="30972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078356" imgH="800017" progId="Equation.3">
                  <p:embed/>
                </p:oleObj>
              </mc:Choice>
              <mc:Fallback>
                <p:oleObj name="Equation" r:id="rId14" imgW="3078356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0000" y="5257800"/>
                        <a:ext cx="30972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242" name="AutoShape 18">
            <a:extLst>
              <a:ext uri="{FF2B5EF4-FFF2-40B4-BE49-F238E27FC236}">
                <a16:creationId xmlns:a16="http://schemas.microsoft.com/office/drawing/2014/main" id="{B5AA3E17-E005-663E-85AA-C1F30A9996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5000" y="4267200"/>
            <a:ext cx="304800" cy="685800"/>
          </a:xfrm>
          <a:prstGeom prst="downArrow">
            <a:avLst>
              <a:gd name="adj1" fmla="val 50000"/>
              <a:gd name="adj2" fmla="val 56250"/>
            </a:avLst>
          </a:prstGeom>
          <a:gradFill rotWithShape="1">
            <a:gsLst>
              <a:gs pos="0">
                <a:srgbClr val="FFCCFF"/>
              </a:gs>
              <a:gs pos="50000">
                <a:srgbClr val="765E76"/>
              </a:gs>
              <a:gs pos="100000">
                <a:srgbClr val="FFCCFF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52243" name="Text Box 19">
            <a:extLst>
              <a:ext uri="{FF2B5EF4-FFF2-40B4-BE49-F238E27FC236}">
                <a16:creationId xmlns:a16="http://schemas.microsoft.com/office/drawing/2014/main" id="{B1C48E87-C1C9-E140-5962-9A3BAE4314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7325" y="2705100"/>
            <a:ext cx="39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rgbClr val="66FFFF"/>
                </a:solidFill>
              </a:rPr>
              <a:t>l</a:t>
            </a:r>
          </a:p>
        </p:txBody>
      </p:sp>
      <p:graphicFrame>
        <p:nvGraphicFramePr>
          <p:cNvPr id="52244" name="Object 9">
            <a:extLst>
              <a:ext uri="{FF2B5EF4-FFF2-40B4-BE49-F238E27FC236}">
                <a16:creationId xmlns:a16="http://schemas.microsoft.com/office/drawing/2014/main" id="{26EB515F-F3E2-A5D8-3389-E11B78CC127D}"/>
              </a:ext>
            </a:extLst>
          </p:cNvPr>
          <p:cNvGraphicFramePr>
            <a:graphicFrameLocks/>
          </p:cNvGraphicFramePr>
          <p:nvPr/>
        </p:nvGraphicFramePr>
        <p:xfrm>
          <a:off x="865188" y="5257800"/>
          <a:ext cx="278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758378" imgH="800017" progId="Equation.3">
                  <p:embed/>
                </p:oleObj>
              </mc:Choice>
              <mc:Fallback>
                <p:oleObj name="Equation" r:id="rId16" imgW="2758378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5188" y="5257800"/>
                        <a:ext cx="2781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0259" name="Group 21">
            <a:extLst>
              <a:ext uri="{FF2B5EF4-FFF2-40B4-BE49-F238E27FC236}">
                <a16:creationId xmlns:a16="http://schemas.microsoft.com/office/drawing/2014/main" id="{F0D6584C-C3A6-DEFD-1593-384D7CFA9E0F}"/>
              </a:ext>
            </a:extLst>
          </p:cNvPr>
          <p:cNvGrpSpPr>
            <a:grpSpLocks/>
          </p:cNvGrpSpPr>
          <p:nvPr/>
        </p:nvGrpSpPr>
        <p:grpSpPr bwMode="auto">
          <a:xfrm>
            <a:off x="5416550" y="1330325"/>
            <a:ext cx="3629025" cy="2743200"/>
            <a:chOff x="3412" y="838"/>
            <a:chExt cx="2286" cy="1728"/>
          </a:xfrm>
        </p:grpSpPr>
        <p:sp>
          <p:nvSpPr>
            <p:cNvPr id="10262" name="Rectangle 22">
              <a:extLst>
                <a:ext uri="{FF2B5EF4-FFF2-40B4-BE49-F238E27FC236}">
                  <a16:creationId xmlns:a16="http://schemas.microsoft.com/office/drawing/2014/main" id="{996FC80F-F864-A91D-ED2C-F815D7900C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5" y="838"/>
              <a:ext cx="96" cy="1728"/>
            </a:xfrm>
            <a:prstGeom prst="rect">
              <a:avLst/>
            </a:prstGeom>
            <a:gradFill rotWithShape="0">
              <a:gsLst>
                <a:gs pos="0">
                  <a:srgbClr val="FFCC99"/>
                </a:gs>
                <a:gs pos="100000">
                  <a:srgbClr val="765E47"/>
                </a:gs>
              </a:gsLst>
              <a:lin ang="0" scaled="1"/>
            </a:gradFill>
            <a:ln w="9525">
              <a:solidFill>
                <a:srgbClr val="FFCC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0263" name="Line 23">
              <a:extLst>
                <a:ext uri="{FF2B5EF4-FFF2-40B4-BE49-F238E27FC236}">
                  <a16:creationId xmlns:a16="http://schemas.microsoft.com/office/drawing/2014/main" id="{1451F719-E502-0A9A-650D-8BA568F31B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9" y="1708"/>
              <a:ext cx="720" cy="288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4" name="Object 10">
              <a:extLst>
                <a:ext uri="{FF2B5EF4-FFF2-40B4-BE49-F238E27FC236}">
                  <a16:creationId xmlns:a16="http://schemas.microsoft.com/office/drawing/2014/main" id="{835E4E92-83F5-16C1-51F3-8491811FFACA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641" y="1508"/>
            <a:ext cx="280" cy="3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06493" imgH="129679" progId="Equation.3">
                    <p:embed/>
                  </p:oleObj>
                </mc:Choice>
                <mc:Fallback>
                  <p:oleObj name="Equation" r:id="rId18" imgW="106493" imgH="129679" progId="Equation.3">
                    <p:embed/>
                    <p:pic>
                      <p:nvPicPr>
                        <p:cNvPr id="0" name="Object 10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41" y="1508"/>
                          <a:ext cx="280" cy="3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0265" name="Group 25">
              <a:extLst>
                <a:ext uri="{FF2B5EF4-FFF2-40B4-BE49-F238E27FC236}">
                  <a16:creationId xmlns:a16="http://schemas.microsoft.com/office/drawing/2014/main" id="{B72D9FB5-96D4-4B6E-8CAE-E65974D2CFF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12" y="909"/>
              <a:ext cx="2286" cy="1450"/>
              <a:chOff x="3412" y="909"/>
              <a:chExt cx="2286" cy="1450"/>
            </a:xfrm>
          </p:grpSpPr>
          <p:sp>
            <p:nvSpPr>
              <p:cNvPr id="10266" name="Text Box 26">
                <a:extLst>
                  <a:ext uri="{FF2B5EF4-FFF2-40B4-BE49-F238E27FC236}">
                    <a16:creationId xmlns:a16="http://schemas.microsoft.com/office/drawing/2014/main" id="{B40D71E4-E984-822E-B020-B26263D508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87" y="912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i="1">
                    <a:solidFill>
                      <a:srgbClr val="66FFFF"/>
                    </a:solidFill>
                  </a:rPr>
                  <a:t>I</a:t>
                </a:r>
              </a:p>
            </p:txBody>
          </p:sp>
          <p:grpSp>
            <p:nvGrpSpPr>
              <p:cNvPr id="10267" name="Group 27">
                <a:extLst>
                  <a:ext uri="{FF2B5EF4-FFF2-40B4-BE49-F238E27FC236}">
                    <a16:creationId xmlns:a16="http://schemas.microsoft.com/office/drawing/2014/main" id="{D7C09BE9-FB3F-894F-6CCD-7E7209E8607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63" y="1990"/>
                <a:ext cx="253" cy="369"/>
                <a:chOff x="4982" y="3408"/>
                <a:chExt cx="253" cy="369"/>
              </a:xfrm>
            </p:grpSpPr>
            <p:sp>
              <p:nvSpPr>
                <p:cNvPr id="10283" name="Oval 28">
                  <a:extLst>
                    <a:ext uri="{FF2B5EF4-FFF2-40B4-BE49-F238E27FC236}">
                      <a16:creationId xmlns:a16="http://schemas.microsoft.com/office/drawing/2014/main" id="{6FC15767-93E9-1022-999F-CE1AC79812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3" y="3408"/>
                  <a:ext cx="48" cy="48"/>
                </a:xfrm>
                <a:prstGeom prst="ellipse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10284" name="Text Box 29">
                  <a:extLst>
                    <a:ext uri="{FF2B5EF4-FFF2-40B4-BE49-F238E27FC236}">
                      <a16:creationId xmlns:a16="http://schemas.microsoft.com/office/drawing/2014/main" id="{12D83FD5-4E96-8BD8-73A9-A0A726FC7C3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82" y="3450"/>
                  <a:ext cx="253" cy="327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sz="2800" i="1">
                      <a:solidFill>
                        <a:srgbClr val="FFFF66"/>
                      </a:solidFill>
                    </a:rPr>
                    <a:t>P</a:t>
                  </a:r>
                </a:p>
              </p:txBody>
            </p:sp>
          </p:grpSp>
          <p:sp>
            <p:nvSpPr>
              <p:cNvPr id="10268" name="Line 30">
                <a:extLst>
                  <a:ext uri="{FF2B5EF4-FFF2-40B4-BE49-F238E27FC236}">
                    <a16:creationId xmlns:a16="http://schemas.microsoft.com/office/drawing/2014/main" id="{D55957E0-070F-F01F-B562-95C8A81AA5F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01" y="2016"/>
                <a:ext cx="720" cy="0"/>
              </a:xfrm>
              <a:prstGeom prst="line">
                <a:avLst/>
              </a:prstGeom>
              <a:noFill/>
              <a:ln w="38100">
                <a:solidFill>
                  <a:srgbClr val="CCFF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69" name="Text Box 31">
                <a:extLst>
                  <a:ext uri="{FF2B5EF4-FFF2-40B4-BE49-F238E27FC236}">
                    <a16:creationId xmlns:a16="http://schemas.microsoft.com/office/drawing/2014/main" id="{F992B17C-64CA-7F9A-735F-6E5F097C76F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47" y="1933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i="1">
                    <a:solidFill>
                      <a:srgbClr val="66FFFF"/>
                    </a:solidFill>
                  </a:rPr>
                  <a:t>a</a:t>
                </a:r>
              </a:p>
            </p:txBody>
          </p:sp>
          <p:sp>
            <p:nvSpPr>
              <p:cNvPr id="10270" name="Line 32">
                <a:extLst>
                  <a:ext uri="{FF2B5EF4-FFF2-40B4-BE49-F238E27FC236}">
                    <a16:creationId xmlns:a16="http://schemas.microsoft.com/office/drawing/2014/main" id="{D37B42DD-FCA6-0FF2-D5BC-5B656FB7A4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353" y="909"/>
                <a:ext cx="0" cy="480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0271" name="Rectangle 33">
                <a:extLst>
                  <a:ext uri="{FF2B5EF4-FFF2-40B4-BE49-F238E27FC236}">
                    <a16:creationId xmlns:a16="http://schemas.microsoft.com/office/drawing/2014/main" id="{AC60C130-8ADE-0EEC-7565-CF816BFF87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5" y="1558"/>
                <a:ext cx="96" cy="144"/>
              </a:xfrm>
              <a:prstGeom prst="rect">
                <a:avLst/>
              </a:prstGeom>
              <a:solidFill>
                <a:srgbClr val="FF0000"/>
              </a:solidFill>
              <a:ln w="9525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aphicFrame>
            <p:nvGraphicFramePr>
              <p:cNvPr id="10272" name="Object 11">
                <a:extLst>
                  <a:ext uri="{FF2B5EF4-FFF2-40B4-BE49-F238E27FC236}">
                    <a16:creationId xmlns:a16="http://schemas.microsoft.com/office/drawing/2014/main" id="{774F943E-CCD2-B638-B9AB-672824A98BD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47" y="1488"/>
              <a:ext cx="370" cy="26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495144" imgH="343149" progId="Equation.3">
                      <p:embed/>
                    </p:oleObj>
                  </mc:Choice>
                  <mc:Fallback>
                    <p:oleObj name="Equation" r:id="rId20" imgW="495144" imgH="343149" progId="Equation.3">
                      <p:embed/>
                      <p:pic>
                        <p:nvPicPr>
                          <p:cNvPr id="0" name="Object 11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7" y="1488"/>
                            <a:ext cx="370" cy="26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10273" name="Group 35">
                <a:extLst>
                  <a:ext uri="{FF2B5EF4-FFF2-40B4-BE49-F238E27FC236}">
                    <a16:creationId xmlns:a16="http://schemas.microsoft.com/office/drawing/2014/main" id="{6BDD3FC6-4536-338F-C450-321BEE9033F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221" y="1732"/>
                <a:ext cx="477" cy="300"/>
                <a:chOff x="4992" y="3168"/>
                <a:chExt cx="477" cy="300"/>
              </a:xfrm>
            </p:grpSpPr>
            <p:grpSp>
              <p:nvGrpSpPr>
                <p:cNvPr id="10277" name="Group 36">
                  <a:extLst>
                    <a:ext uri="{FF2B5EF4-FFF2-40B4-BE49-F238E27FC236}">
                      <a16:creationId xmlns:a16="http://schemas.microsoft.com/office/drawing/2014/main" id="{442FB940-AAD5-F358-414A-CA6734BC39F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992" y="3216"/>
                  <a:ext cx="240" cy="240"/>
                  <a:chOff x="4992" y="3216"/>
                  <a:chExt cx="240" cy="240"/>
                </a:xfrm>
              </p:grpSpPr>
              <p:sp>
                <p:nvSpPr>
                  <p:cNvPr id="10279" name="Oval 37">
                    <a:extLst>
                      <a:ext uri="{FF2B5EF4-FFF2-40B4-BE49-F238E27FC236}">
                        <a16:creationId xmlns:a16="http://schemas.microsoft.com/office/drawing/2014/main" id="{B5B486E0-815F-19DA-8A1F-77EAC9CFA6B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992" y="3216"/>
                    <a:ext cx="240" cy="240"/>
                  </a:xfrm>
                  <a:prstGeom prst="ellipse">
                    <a:avLst/>
                  </a:prstGeom>
                  <a:solidFill>
                    <a:srgbClr val="CCFFFF"/>
                  </a:solidFill>
                  <a:ln w="9525">
                    <a:solidFill>
                      <a:srgbClr val="CCFFFF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  <p:grpSp>
                <p:nvGrpSpPr>
                  <p:cNvPr id="10280" name="Group 38">
                    <a:extLst>
                      <a:ext uri="{FF2B5EF4-FFF2-40B4-BE49-F238E27FC236}">
                        <a16:creationId xmlns:a16="http://schemas.microsoft.com/office/drawing/2014/main" id="{6930B34D-1918-1798-F0F4-1943357AD6B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5052" y="3290"/>
                    <a:ext cx="125" cy="120"/>
                    <a:chOff x="2352" y="2027"/>
                    <a:chExt cx="100" cy="96"/>
                  </a:xfrm>
                </p:grpSpPr>
                <p:sp>
                  <p:nvSpPr>
                    <p:cNvPr id="10281" name="Line 39">
                      <a:extLst>
                        <a:ext uri="{FF2B5EF4-FFF2-40B4-BE49-F238E27FC236}">
                          <a16:creationId xmlns:a16="http://schemas.microsoft.com/office/drawing/2014/main" id="{B32BF86D-6426-1D10-58AB-BB79BC2AA39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flipH="1">
                      <a:off x="2352" y="2027"/>
                      <a:ext cx="96" cy="9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10282" name="Line 40">
                      <a:extLst>
                        <a:ext uri="{FF2B5EF4-FFF2-40B4-BE49-F238E27FC236}">
                          <a16:creationId xmlns:a16="http://schemas.microsoft.com/office/drawing/2014/main" id="{FF47BB8A-2F0A-AFAA-58A8-E3E2729F196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2356" y="2027"/>
                      <a:ext cx="96" cy="96"/>
                    </a:xfrm>
                    <a:prstGeom prst="line">
                      <a:avLst/>
                    </a:prstGeom>
                    <a:noFill/>
                    <a:ln w="3810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xtLst>
                      <a:ext uri="{909E8E84-426E-40DD-AFC4-6F175D3DCCD1}">
                        <a14:hiddenFill xmlns:a14="http://schemas.microsoft.com/office/drawing/2010/main">
                          <a:noFill/>
                        </a14:hiddenFill>
                      </a:ext>
                    </a:extLst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  <p:graphicFrame>
              <p:nvGraphicFramePr>
                <p:cNvPr id="10278" name="Object 13">
                  <a:extLst>
                    <a:ext uri="{FF2B5EF4-FFF2-40B4-BE49-F238E27FC236}">
                      <a16:creationId xmlns:a16="http://schemas.microsoft.com/office/drawing/2014/main" id="{EB6B238A-17CA-48D8-360D-AD19FE3BFCF2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5229" y="3168"/>
                <a:ext cx="240" cy="300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2" imgW="129384" imgH="167585" progId="Equation.3">
                        <p:embed/>
                      </p:oleObj>
                    </mc:Choice>
                    <mc:Fallback>
                      <p:oleObj name="Equation" r:id="rId22" imgW="129384" imgH="167585" progId="Equation.3">
                        <p:embed/>
                        <p:pic>
                          <p:nvPicPr>
                            <p:cNvPr id="0" name="Object 13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3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5229" y="3168"/>
                              <a:ext cx="240" cy="300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grpSp>
            <p:nvGrpSpPr>
              <p:cNvPr id="10274" name="Group 42">
                <a:extLst>
                  <a:ext uri="{FF2B5EF4-FFF2-40B4-BE49-F238E27FC236}">
                    <a16:creationId xmlns:a16="http://schemas.microsoft.com/office/drawing/2014/main" id="{B462A636-053B-FD81-7C6E-1333A51194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12" y="1295"/>
                <a:ext cx="1397" cy="748"/>
                <a:chOff x="3025" y="2905"/>
                <a:chExt cx="1397" cy="748"/>
              </a:xfrm>
            </p:grpSpPr>
            <p:sp>
              <p:nvSpPr>
                <p:cNvPr id="10275" name="Arc 43">
                  <a:extLst>
                    <a:ext uri="{FF2B5EF4-FFF2-40B4-BE49-F238E27FC236}">
                      <a16:creationId xmlns:a16="http://schemas.microsoft.com/office/drawing/2014/main" id="{3E9DA23A-9714-BF15-929B-41C04713A0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 rot="3810276">
                  <a:off x="3435" y="2841"/>
                  <a:ext cx="402" cy="1221"/>
                </a:xfrm>
                <a:custGeom>
                  <a:avLst/>
                  <a:gdLst>
                    <a:gd name="T0" fmla="*/ 0 w 14992"/>
                    <a:gd name="T1" fmla="*/ 0 h 21600"/>
                    <a:gd name="T2" fmla="*/ 0 w 14992"/>
                    <a:gd name="T3" fmla="*/ 0 h 21600"/>
                    <a:gd name="T4" fmla="*/ 0 w 14992"/>
                    <a:gd name="T5" fmla="*/ 0 h 21600"/>
                    <a:gd name="T6" fmla="*/ 0 60000 65536"/>
                    <a:gd name="T7" fmla="*/ 0 60000 65536"/>
                    <a:gd name="T8" fmla="*/ 0 60000 65536"/>
                    <a:gd name="T9" fmla="*/ 0 w 14992"/>
                    <a:gd name="T10" fmla="*/ 0 h 21600"/>
                    <a:gd name="T11" fmla="*/ 14992 w 14992"/>
                    <a:gd name="T12" fmla="*/ 21600 h 2160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14992" h="21600" fill="none" extrusionOk="0">
                      <a:moveTo>
                        <a:pt x="-1" y="1591"/>
                      </a:moveTo>
                      <a:cubicBezTo>
                        <a:pt x="2584" y="540"/>
                        <a:pt x="5347" y="-1"/>
                        <a:pt x="8138" y="0"/>
                      </a:cubicBezTo>
                      <a:cubicBezTo>
                        <a:pt x="10467" y="0"/>
                        <a:pt x="12782" y="376"/>
                        <a:pt x="14991" y="1116"/>
                      </a:cubicBezTo>
                    </a:path>
                    <a:path w="14992" h="21600" stroke="0" extrusionOk="0">
                      <a:moveTo>
                        <a:pt x="-1" y="1591"/>
                      </a:moveTo>
                      <a:cubicBezTo>
                        <a:pt x="2584" y="540"/>
                        <a:pt x="5347" y="-1"/>
                        <a:pt x="8138" y="0"/>
                      </a:cubicBezTo>
                      <a:cubicBezTo>
                        <a:pt x="10467" y="0"/>
                        <a:pt x="12782" y="376"/>
                        <a:pt x="14991" y="1116"/>
                      </a:cubicBezTo>
                      <a:lnTo>
                        <a:pt x="8138" y="21600"/>
                      </a:lnTo>
                      <a:lnTo>
                        <a:pt x="-1" y="1591"/>
                      </a:lnTo>
                      <a:close/>
                    </a:path>
                  </a:pathLst>
                </a:custGeom>
                <a:noFill/>
                <a:ln w="19050">
                  <a:solidFill>
                    <a:srgbClr val="99FF33"/>
                  </a:solidFill>
                  <a:round/>
                  <a:headEnd type="triangle" w="sm" len="lg"/>
                  <a:tailEnd type="triangle" w="sm" len="lg"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/>
                <a:lstStyle/>
                <a:p>
                  <a:endParaRPr lang="zh-CN" altLang="en-US"/>
                </a:p>
              </p:txBody>
            </p:sp>
            <p:graphicFrame>
              <p:nvGraphicFramePr>
                <p:cNvPr id="10276" name="Object 12">
                  <a:extLst>
                    <a:ext uri="{FF2B5EF4-FFF2-40B4-BE49-F238E27FC236}">
                      <a16:creationId xmlns:a16="http://schemas.microsoft.com/office/drawing/2014/main" id="{3A651AAB-DBE3-BDC7-4FB5-A2C09A45F675}"/>
                    </a:ext>
                  </a:extLst>
                </p:cNvPr>
                <p:cNvGraphicFramePr>
                  <a:graphicFrameLocks noChangeAspect="1"/>
                </p:cNvGraphicFramePr>
                <p:nvPr/>
              </p:nvGraphicFramePr>
              <p:xfrm>
                <a:off x="4176" y="2905"/>
                <a:ext cx="246" cy="344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Equation" r:id="rId24" imgW="106493" imgH="152622" progId="Equation.3">
                        <p:embed/>
                      </p:oleObj>
                    </mc:Choice>
                    <mc:Fallback>
                      <p:oleObj name="Equation" r:id="rId24" imgW="106493" imgH="152622" progId="Equation.3">
                        <p:embed/>
                        <p:pic>
                          <p:nvPicPr>
                            <p:cNvPr id="0" name="Object 12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25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4176" y="2905"/>
                              <a:ext cx="246" cy="344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ffectLst/>
                            <a:extLst>
                              <a:ext uri="{909E8E84-426E-40DD-AFC4-6F175D3DCCD1}">
                                <a14:hiddenFill xmlns:a14="http://schemas.microsoft.com/office/drawing/2010/main">
                                  <a:solidFill>
                                    <a:srgbClr val="FFFFFF"/>
                                  </a:solidFill>
                                </a14:hiddenFill>
                              </a:ext>
                              <a:ext uri="{91240B29-F687-4F45-9708-019B960494DF}">
                                <a14:hiddenLine xmlns:a14="http://schemas.microsoft.com/office/drawing/2010/main" w="9525">
                                  <a:solidFill>
                                    <a:srgbClr val="000000"/>
                                  </a:solidFill>
                                  <a:miter lim="800000"/>
                                  <a:headEnd/>
                                  <a:tailEnd/>
                                </a14:hiddenLine>
                              </a:ext>
                              <a:ext uri="{AF507438-7753-43E0-B8FC-AC1667EBCBE1}">
                                <a14:hiddenEffects xmlns:a14="http://schemas.microsoft.com/office/drawing/2010/main">
                                  <a:effectLst>
                                    <a:outerShdw dist="35921" dir="2700000" algn="ctr" rotWithShape="0">
                                      <a:srgbClr val="808080"/>
                                    </a:outerShdw>
                                  </a:effectLst>
                                </a14:hiddenEffects>
                              </a:ext>
                            </a:extLst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</p:grpSp>
      </p:grpSp>
      <p:sp>
        <p:nvSpPr>
          <p:cNvPr id="52269" name="Arc 45">
            <a:extLst>
              <a:ext uri="{FF2B5EF4-FFF2-40B4-BE49-F238E27FC236}">
                <a16:creationId xmlns:a16="http://schemas.microsoft.com/office/drawing/2014/main" id="{86FBF8A9-9734-1996-860E-4DD800CFE949}"/>
              </a:ext>
            </a:extLst>
          </p:cNvPr>
          <p:cNvSpPr>
            <a:spLocks/>
          </p:cNvSpPr>
          <p:nvPr/>
        </p:nvSpPr>
        <p:spPr bwMode="auto">
          <a:xfrm rot="5400000">
            <a:off x="6710363" y="3324225"/>
            <a:ext cx="415925" cy="727075"/>
          </a:xfrm>
          <a:custGeom>
            <a:avLst/>
            <a:gdLst>
              <a:gd name="T0" fmla="*/ 0 w 18082"/>
              <a:gd name="T1" fmla="*/ 2147483646 h 21293"/>
              <a:gd name="T2" fmla="*/ 2147483646 w 18082"/>
              <a:gd name="T3" fmla="*/ 0 h 21293"/>
              <a:gd name="T4" fmla="*/ 2147483646 w 18082"/>
              <a:gd name="T5" fmla="*/ 2147483646 h 21293"/>
              <a:gd name="T6" fmla="*/ 0 60000 65536"/>
              <a:gd name="T7" fmla="*/ 0 60000 65536"/>
              <a:gd name="T8" fmla="*/ 0 60000 65536"/>
              <a:gd name="T9" fmla="*/ 0 w 18082"/>
              <a:gd name="T10" fmla="*/ 0 h 21293"/>
              <a:gd name="T11" fmla="*/ 18082 w 18082"/>
              <a:gd name="T12" fmla="*/ 21293 h 21293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82" h="21293" fill="none" extrusionOk="0">
                <a:moveTo>
                  <a:pt x="0" y="9477"/>
                </a:moveTo>
                <a:cubicBezTo>
                  <a:pt x="3288" y="4444"/>
                  <a:pt x="8525" y="1010"/>
                  <a:pt x="14452" y="0"/>
                </a:cubicBezTo>
              </a:path>
              <a:path w="18082" h="21293" stroke="0" extrusionOk="0">
                <a:moveTo>
                  <a:pt x="0" y="9477"/>
                </a:moveTo>
                <a:cubicBezTo>
                  <a:pt x="3288" y="4444"/>
                  <a:pt x="8525" y="1010"/>
                  <a:pt x="14452" y="0"/>
                </a:cubicBezTo>
                <a:lnTo>
                  <a:pt x="18082" y="21293"/>
                </a:lnTo>
                <a:lnTo>
                  <a:pt x="0" y="9477"/>
                </a:lnTo>
                <a:close/>
              </a:path>
            </a:pathLst>
          </a:custGeom>
          <a:noFill/>
          <a:ln w="19050">
            <a:solidFill>
              <a:srgbClr val="99FF33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52270" name="Arc 46">
            <a:extLst>
              <a:ext uri="{FF2B5EF4-FFF2-40B4-BE49-F238E27FC236}">
                <a16:creationId xmlns:a16="http://schemas.microsoft.com/office/drawing/2014/main" id="{D866C44B-2526-73D9-7B98-1667D0A484BB}"/>
              </a:ext>
            </a:extLst>
          </p:cNvPr>
          <p:cNvSpPr>
            <a:spLocks/>
          </p:cNvSpPr>
          <p:nvPr/>
        </p:nvSpPr>
        <p:spPr bwMode="auto">
          <a:xfrm rot="6888848">
            <a:off x="6469856" y="683420"/>
            <a:ext cx="561975" cy="1166812"/>
          </a:xfrm>
          <a:custGeom>
            <a:avLst/>
            <a:gdLst>
              <a:gd name="T0" fmla="*/ 0 w 18049"/>
              <a:gd name="T1" fmla="*/ 2147483646 h 21541"/>
              <a:gd name="T2" fmla="*/ 2147483646 w 18049"/>
              <a:gd name="T3" fmla="*/ 0 h 21541"/>
              <a:gd name="T4" fmla="*/ 2147483646 w 18049"/>
              <a:gd name="T5" fmla="*/ 2147483646 h 21541"/>
              <a:gd name="T6" fmla="*/ 0 60000 65536"/>
              <a:gd name="T7" fmla="*/ 0 60000 65536"/>
              <a:gd name="T8" fmla="*/ 0 60000 65536"/>
              <a:gd name="T9" fmla="*/ 0 w 18049"/>
              <a:gd name="T10" fmla="*/ 0 h 21541"/>
              <a:gd name="T11" fmla="*/ 18049 w 18049"/>
              <a:gd name="T12" fmla="*/ 21541 h 2154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18049" h="21541" fill="none" extrusionOk="0">
                <a:moveTo>
                  <a:pt x="0" y="9675"/>
                </a:moveTo>
                <a:cubicBezTo>
                  <a:pt x="3684" y="4070"/>
                  <a:pt x="9764" y="495"/>
                  <a:pt x="16453" y="0"/>
                </a:cubicBezTo>
              </a:path>
              <a:path w="18049" h="21541" stroke="0" extrusionOk="0">
                <a:moveTo>
                  <a:pt x="0" y="9675"/>
                </a:moveTo>
                <a:cubicBezTo>
                  <a:pt x="3684" y="4070"/>
                  <a:pt x="9764" y="495"/>
                  <a:pt x="16453" y="0"/>
                </a:cubicBezTo>
                <a:lnTo>
                  <a:pt x="18049" y="21541"/>
                </a:lnTo>
                <a:lnTo>
                  <a:pt x="0" y="9675"/>
                </a:lnTo>
                <a:close/>
              </a:path>
            </a:pathLst>
          </a:custGeom>
          <a:noFill/>
          <a:ln w="19050">
            <a:solidFill>
              <a:srgbClr val="99FF33"/>
            </a:solidFill>
            <a:round/>
            <a:headEnd type="triangle" w="sm" len="lg"/>
            <a:tailEnd type="triangle" w="sm" len="lg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2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2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52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2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52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52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52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2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2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52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52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00"/>
                                        <p:tgtEl>
                                          <p:spTgt spid="522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2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52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52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2000"/>
                                        <p:tgtEl>
                                          <p:spTgt spid="522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2000"/>
                                        <p:tgtEl>
                                          <p:spTgt spid="52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2000"/>
                                        <p:tgtEl>
                                          <p:spTgt spid="52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226" grpId="0" animBg="1"/>
      <p:bldP spid="52236" grpId="0" autoUpdateAnimBg="0"/>
      <p:bldP spid="52237" grpId="0" animBg="1"/>
      <p:bldP spid="52242" grpId="0" animBg="1"/>
      <p:bldP spid="5224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Rectangle 2">
            <a:extLst>
              <a:ext uri="{FF2B5EF4-FFF2-40B4-BE49-F238E27FC236}">
                <a16:creationId xmlns:a16="http://schemas.microsoft.com/office/drawing/2014/main" id="{E9DB3565-99C5-DF37-C30F-0E3485702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2528888"/>
            <a:ext cx="144462" cy="15478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5E7676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251" name="Oval 3">
            <a:extLst>
              <a:ext uri="{FF2B5EF4-FFF2-40B4-BE49-F238E27FC236}">
                <a16:creationId xmlns:a16="http://schemas.microsoft.com/office/drawing/2014/main" id="{FFB0E9F5-FAA6-FB50-E358-04B578DEC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2238375"/>
            <a:ext cx="2308225" cy="609600"/>
          </a:xfrm>
          <a:prstGeom prst="ellipse">
            <a:avLst/>
          </a:prstGeom>
          <a:gradFill rotWithShape="1">
            <a:gsLst>
              <a:gs pos="0">
                <a:schemeClr val="accent1">
                  <a:alpha val="55000"/>
                </a:schemeClr>
              </a:gs>
              <a:gs pos="100000">
                <a:schemeClr val="accent1">
                  <a:gamma/>
                  <a:shade val="46275"/>
                  <a:invGamma/>
                  <a:alpha val="61000"/>
                </a:schemeClr>
              </a:gs>
            </a:gsLst>
            <a:path path="shape">
              <a:fillToRect l="50000" t="50000" r="50000" b="50000"/>
            </a:path>
          </a:gradFill>
          <a:ln w="38100">
            <a:solidFill>
              <a:srgbClr val="CCFFFF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53252" name="AutoShape 4">
            <a:extLst>
              <a:ext uri="{FF2B5EF4-FFF2-40B4-BE49-F238E27FC236}">
                <a16:creationId xmlns:a16="http://schemas.microsoft.com/office/drawing/2014/main" id="{06B0C3D6-7F20-9B7F-5346-BFA08D68A1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2349500"/>
            <a:ext cx="2089150" cy="8636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53253" name="Text Box 5">
            <a:extLst>
              <a:ext uri="{FF2B5EF4-FFF2-40B4-BE49-F238E27FC236}">
                <a16:creationId xmlns:a16="http://schemas.microsoft.com/office/drawing/2014/main" id="{1FE64455-1C5E-CC8E-AFC8-EEF834FB8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828800"/>
            <a:ext cx="3509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无限长直导线</a:t>
            </a:r>
          </a:p>
        </p:txBody>
      </p:sp>
      <p:graphicFrame>
        <p:nvGraphicFramePr>
          <p:cNvPr id="53254" name="Object 2">
            <a:extLst>
              <a:ext uri="{FF2B5EF4-FFF2-40B4-BE49-F238E27FC236}">
                <a16:creationId xmlns:a16="http://schemas.microsoft.com/office/drawing/2014/main" id="{47111788-CD35-4135-F90A-071E4A083E2E}"/>
              </a:ext>
            </a:extLst>
          </p:cNvPr>
          <p:cNvGraphicFramePr>
            <a:graphicFrameLocks/>
          </p:cNvGraphicFramePr>
          <p:nvPr/>
        </p:nvGraphicFramePr>
        <p:xfrm>
          <a:off x="863600" y="839788"/>
          <a:ext cx="34020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383404" imgH="800017" progId="Equation.3">
                  <p:embed/>
                </p:oleObj>
              </mc:Choice>
              <mc:Fallback>
                <p:oleObj name="Equation" r:id="rId2" imgW="3383404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3600" y="839788"/>
                        <a:ext cx="34020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5" name="Object 3">
            <a:extLst>
              <a:ext uri="{FF2B5EF4-FFF2-40B4-BE49-F238E27FC236}">
                <a16:creationId xmlns:a16="http://schemas.microsoft.com/office/drawing/2014/main" id="{4B21B00E-4F42-BD0F-C4E3-B2103BFEB4DF}"/>
              </a:ext>
            </a:extLst>
          </p:cNvPr>
          <p:cNvGraphicFramePr>
            <a:graphicFrameLocks/>
          </p:cNvGraphicFramePr>
          <p:nvPr/>
        </p:nvGraphicFramePr>
        <p:xfrm>
          <a:off x="3430588" y="1881188"/>
          <a:ext cx="9794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52469" imgH="396018" progId="Equation.3">
                  <p:embed/>
                </p:oleObj>
              </mc:Choice>
              <mc:Fallback>
                <p:oleObj name="Equation" r:id="rId4" imgW="952469" imgH="39601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30588" y="1881188"/>
                        <a:ext cx="9794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6" name="Object 4">
            <a:extLst>
              <a:ext uri="{FF2B5EF4-FFF2-40B4-BE49-F238E27FC236}">
                <a16:creationId xmlns:a16="http://schemas.microsoft.com/office/drawing/2014/main" id="{AFF20E81-9021-BD40-8123-6CA86BAFBAFC}"/>
              </a:ext>
            </a:extLst>
          </p:cNvPr>
          <p:cNvGraphicFramePr>
            <a:graphicFrameLocks/>
          </p:cNvGraphicFramePr>
          <p:nvPr/>
        </p:nvGraphicFramePr>
        <p:xfrm>
          <a:off x="4854575" y="1881188"/>
          <a:ext cx="1039813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021142" imgH="396018" progId="Equation.3">
                  <p:embed/>
                </p:oleObj>
              </mc:Choice>
              <mc:Fallback>
                <p:oleObj name="Equation" r:id="rId6" imgW="1021142" imgH="39601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54575" y="1881188"/>
                        <a:ext cx="1039813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57" name="Object 5">
            <a:extLst>
              <a:ext uri="{FF2B5EF4-FFF2-40B4-BE49-F238E27FC236}">
                <a16:creationId xmlns:a16="http://schemas.microsoft.com/office/drawing/2014/main" id="{BA0247C6-9FE2-8AB5-13E8-C1A9F6607471}"/>
              </a:ext>
            </a:extLst>
          </p:cNvPr>
          <p:cNvGraphicFramePr>
            <a:graphicFrameLocks/>
          </p:cNvGraphicFramePr>
          <p:nvPr/>
        </p:nvGraphicFramePr>
        <p:xfrm>
          <a:off x="1192213" y="2362200"/>
          <a:ext cx="12192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196309" imgH="800017" progId="Equation.3">
                  <p:embed/>
                </p:oleObj>
              </mc:Choice>
              <mc:Fallback>
                <p:oleObj name="Equation" r:id="rId8" imgW="1196309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2213" y="2362200"/>
                        <a:ext cx="12192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58" name="Text Box 10">
            <a:extLst>
              <a:ext uri="{FF2B5EF4-FFF2-40B4-BE49-F238E27FC236}">
                <a16:creationId xmlns:a16="http://schemas.microsoft.com/office/drawing/2014/main" id="{91206712-654E-CCF6-9984-B8C93DA579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92525" y="2544763"/>
            <a:ext cx="3543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方向：右螺旋法则</a:t>
            </a:r>
          </a:p>
        </p:txBody>
      </p:sp>
      <p:sp>
        <p:nvSpPr>
          <p:cNvPr id="53259" name="Line 11">
            <a:extLst>
              <a:ext uri="{FF2B5EF4-FFF2-40B4-BE49-F238E27FC236}">
                <a16:creationId xmlns:a16="http://schemas.microsoft.com/office/drawing/2014/main" id="{E67A563B-5523-38A8-E25E-B079FE3DE832}"/>
              </a:ext>
            </a:extLst>
          </p:cNvPr>
          <p:cNvSpPr>
            <a:spLocks noChangeAspect="1" noChangeShapeType="1"/>
          </p:cNvSpPr>
          <p:nvPr/>
        </p:nvSpPr>
        <p:spPr bwMode="auto">
          <a:xfrm>
            <a:off x="7404100" y="2843213"/>
            <a:ext cx="1366838" cy="31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260" name="Object 6">
            <a:extLst>
              <a:ext uri="{FF2B5EF4-FFF2-40B4-BE49-F238E27FC236}">
                <a16:creationId xmlns:a16="http://schemas.microsoft.com/office/drawing/2014/main" id="{3D47972D-0DFB-5DE0-D9C1-3E270E352118}"/>
              </a:ext>
            </a:extLst>
          </p:cNvPr>
          <p:cNvGraphicFramePr>
            <a:graphicFrameLocks/>
          </p:cNvGraphicFramePr>
          <p:nvPr/>
        </p:nvGraphicFramePr>
        <p:xfrm>
          <a:off x="8751888" y="2660650"/>
          <a:ext cx="280987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59267" imgH="320206" progId="Equation.3">
                  <p:embed/>
                </p:oleObj>
              </mc:Choice>
              <mc:Fallback>
                <p:oleObj name="Equation" r:id="rId10" imgW="259267" imgH="320206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51888" y="2660650"/>
                        <a:ext cx="280987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61" name="Text Box 13">
            <a:extLst>
              <a:ext uri="{FF2B5EF4-FFF2-40B4-BE49-F238E27FC236}">
                <a16:creationId xmlns:a16="http://schemas.microsoft.com/office/drawing/2014/main" id="{5C02DCE0-9F58-213E-95A5-E054700F3C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0413" y="3311525"/>
            <a:ext cx="47069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任意形状直导线</a:t>
            </a:r>
          </a:p>
        </p:txBody>
      </p:sp>
      <p:grpSp>
        <p:nvGrpSpPr>
          <p:cNvPr id="2" name="Group 14">
            <a:extLst>
              <a:ext uri="{FF2B5EF4-FFF2-40B4-BE49-F238E27FC236}">
                <a16:creationId xmlns:a16="http://schemas.microsoft.com/office/drawing/2014/main" id="{8601099D-D2DC-FD4A-59F2-3A8C8692B893}"/>
              </a:ext>
            </a:extLst>
          </p:cNvPr>
          <p:cNvGrpSpPr>
            <a:grpSpLocks/>
          </p:cNvGrpSpPr>
          <p:nvPr/>
        </p:nvGrpSpPr>
        <p:grpSpPr bwMode="auto">
          <a:xfrm>
            <a:off x="6523038" y="3648075"/>
            <a:ext cx="2076450" cy="2133600"/>
            <a:chOff x="4164" y="1872"/>
            <a:chExt cx="1308" cy="1344"/>
          </a:xfrm>
        </p:grpSpPr>
        <p:sp>
          <p:nvSpPr>
            <p:cNvPr id="11322" name="Rectangle 15">
              <a:extLst>
                <a:ext uri="{FF2B5EF4-FFF2-40B4-BE49-F238E27FC236}">
                  <a16:creationId xmlns:a16="http://schemas.microsoft.com/office/drawing/2014/main" id="{6E7D0FC1-BC8B-666E-B251-859EF9BC99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4" y="2112"/>
              <a:ext cx="48" cy="1056"/>
            </a:xfrm>
            <a:prstGeom prst="rect">
              <a:avLst/>
            </a:prstGeom>
            <a:solidFill>
              <a:srgbClr val="66FF99"/>
            </a:solidFill>
            <a:ln w="38100">
              <a:solidFill>
                <a:srgbClr val="66FF99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1323" name="Group 16">
              <a:extLst>
                <a:ext uri="{FF2B5EF4-FFF2-40B4-BE49-F238E27FC236}">
                  <a16:creationId xmlns:a16="http://schemas.microsoft.com/office/drawing/2014/main" id="{0B4E3A12-2410-D8A7-CD01-B8A68A3D109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165" y="3168"/>
              <a:ext cx="1307" cy="48"/>
              <a:chOff x="4165" y="3168"/>
              <a:chExt cx="1307" cy="48"/>
            </a:xfrm>
          </p:grpSpPr>
          <p:sp>
            <p:nvSpPr>
              <p:cNvPr id="11326" name="Rectangle 17">
                <a:extLst>
                  <a:ext uri="{FF2B5EF4-FFF2-40B4-BE49-F238E27FC236}">
                    <a16:creationId xmlns:a16="http://schemas.microsoft.com/office/drawing/2014/main" id="{13805DEB-239A-A264-9FE7-B2493C42CF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4165" y="3168"/>
                <a:ext cx="960" cy="48"/>
              </a:xfrm>
              <a:prstGeom prst="rect">
                <a:avLst/>
              </a:prstGeom>
              <a:solidFill>
                <a:srgbClr val="66FF99"/>
              </a:solidFill>
              <a:ln w="38100">
                <a:solidFill>
                  <a:srgbClr val="66FF99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1327" name="Line 18">
                <a:extLst>
                  <a:ext uri="{FF2B5EF4-FFF2-40B4-BE49-F238E27FC236}">
                    <a16:creationId xmlns:a16="http://schemas.microsoft.com/office/drawing/2014/main" id="{60EFEF0B-830A-2239-2AE8-61F6301E0A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3216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66FF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28" name="Line 19">
                <a:extLst>
                  <a:ext uri="{FF2B5EF4-FFF2-40B4-BE49-F238E27FC236}">
                    <a16:creationId xmlns:a16="http://schemas.microsoft.com/office/drawing/2014/main" id="{D8DBAFD6-69EE-F2B0-4479-D4D6AAD09C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36" y="3168"/>
                <a:ext cx="336" cy="0"/>
              </a:xfrm>
              <a:prstGeom prst="line">
                <a:avLst/>
              </a:prstGeom>
              <a:noFill/>
              <a:ln w="38100">
                <a:solidFill>
                  <a:srgbClr val="66FF99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1324" name="Line 20">
              <a:extLst>
                <a:ext uri="{FF2B5EF4-FFF2-40B4-BE49-F238E27FC236}">
                  <a16:creationId xmlns:a16="http://schemas.microsoft.com/office/drawing/2014/main" id="{2872B5B2-8F81-28E0-3BB2-3B26B9CB55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4" y="1876"/>
              <a:ext cx="0" cy="240"/>
            </a:xfrm>
            <a:prstGeom prst="line">
              <a:avLst/>
            </a:prstGeom>
            <a:noFill/>
            <a:ln w="38100">
              <a:solidFill>
                <a:srgbClr val="66FF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5" name="Line 21">
              <a:extLst>
                <a:ext uri="{FF2B5EF4-FFF2-40B4-BE49-F238E27FC236}">
                  <a16:creationId xmlns:a16="http://schemas.microsoft.com/office/drawing/2014/main" id="{10ADC9BA-7E43-379B-A0AB-ABA18E8679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20" y="1872"/>
              <a:ext cx="0" cy="240"/>
            </a:xfrm>
            <a:prstGeom prst="line">
              <a:avLst/>
            </a:prstGeom>
            <a:noFill/>
            <a:ln w="38100">
              <a:solidFill>
                <a:srgbClr val="66FF99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" name="Group 22">
            <a:extLst>
              <a:ext uri="{FF2B5EF4-FFF2-40B4-BE49-F238E27FC236}">
                <a16:creationId xmlns:a16="http://schemas.microsoft.com/office/drawing/2014/main" id="{BEB28408-A2F4-A6BA-6674-E5A35DF61E24}"/>
              </a:ext>
            </a:extLst>
          </p:cNvPr>
          <p:cNvGrpSpPr>
            <a:grpSpLocks/>
          </p:cNvGrpSpPr>
          <p:nvPr/>
        </p:nvGrpSpPr>
        <p:grpSpPr bwMode="auto">
          <a:xfrm>
            <a:off x="5257800" y="5029200"/>
            <a:ext cx="1254125" cy="1236663"/>
            <a:chOff x="3374" y="2747"/>
            <a:chExt cx="790" cy="779"/>
          </a:xfrm>
        </p:grpSpPr>
        <p:sp>
          <p:nvSpPr>
            <p:cNvPr id="11318" name="Oval 23">
              <a:extLst>
                <a:ext uri="{FF2B5EF4-FFF2-40B4-BE49-F238E27FC236}">
                  <a16:creationId xmlns:a16="http://schemas.microsoft.com/office/drawing/2014/main" id="{29D93B11-7B7C-5CE1-4715-D0241B6ADD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32" y="3194"/>
              <a:ext cx="56" cy="56"/>
            </a:xfrm>
            <a:prstGeom prst="ellipse">
              <a:avLst/>
            </a:prstGeom>
            <a:solidFill>
              <a:srgbClr val="FFFF00"/>
            </a:solidFill>
            <a:ln w="9525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9" name="Line 24">
              <a:extLst>
                <a:ext uri="{FF2B5EF4-FFF2-40B4-BE49-F238E27FC236}">
                  <a16:creationId xmlns:a16="http://schemas.microsoft.com/office/drawing/2014/main" id="{F879DA7A-2754-59E3-9897-BC029A4905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04" y="3216"/>
              <a:ext cx="660" cy="0"/>
            </a:xfrm>
            <a:prstGeom prst="line">
              <a:avLst/>
            </a:prstGeom>
            <a:noFill/>
            <a:ln w="9525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320" name="Text Box 25">
              <a:extLst>
                <a:ext uri="{FF2B5EF4-FFF2-40B4-BE49-F238E27FC236}">
                  <a16:creationId xmlns:a16="http://schemas.microsoft.com/office/drawing/2014/main" id="{B9FDD64B-0792-C517-E633-5316D2C5BE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74" y="2747"/>
              <a:ext cx="25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P</a:t>
              </a:r>
            </a:p>
          </p:txBody>
        </p:sp>
        <p:sp>
          <p:nvSpPr>
            <p:cNvPr id="11321" name="Text Box 26">
              <a:extLst>
                <a:ext uri="{FF2B5EF4-FFF2-40B4-BE49-F238E27FC236}">
                  <a16:creationId xmlns:a16="http://schemas.microsoft.com/office/drawing/2014/main" id="{4BC84942-1F9B-F245-CA06-953BD18E17C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79" y="3199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00"/>
                  </a:solidFill>
                </a:rPr>
                <a:t>a</a:t>
              </a:r>
            </a:p>
          </p:txBody>
        </p:sp>
      </p:grpSp>
      <p:sp>
        <p:nvSpPr>
          <p:cNvPr id="53275" name="Line 27">
            <a:extLst>
              <a:ext uri="{FF2B5EF4-FFF2-40B4-BE49-F238E27FC236}">
                <a16:creationId xmlns:a16="http://schemas.microsoft.com/office/drawing/2014/main" id="{D14BCB8A-155A-94AC-DA1F-2395D0F9A4F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4363" y="5746750"/>
            <a:ext cx="628650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6" name="Text Box 28">
            <a:extLst>
              <a:ext uri="{FF2B5EF4-FFF2-40B4-BE49-F238E27FC236}">
                <a16:creationId xmlns:a16="http://schemas.microsoft.com/office/drawing/2014/main" id="{971A1407-AD92-EB68-55B6-C0CDD78D9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88213" y="5165725"/>
            <a:ext cx="3317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</a:rPr>
              <a:t>I</a:t>
            </a:r>
          </a:p>
        </p:txBody>
      </p:sp>
      <p:sp>
        <p:nvSpPr>
          <p:cNvPr id="53277" name="Line 29">
            <a:extLst>
              <a:ext uri="{FF2B5EF4-FFF2-40B4-BE49-F238E27FC236}">
                <a16:creationId xmlns:a16="http://schemas.microsoft.com/office/drawing/2014/main" id="{DB74B2B5-FBB5-5E14-BF47-81F2956E736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64313" y="4406900"/>
            <a:ext cx="0" cy="758825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3278" name="Text Box 30">
            <a:extLst>
              <a:ext uri="{FF2B5EF4-FFF2-40B4-BE49-F238E27FC236}">
                <a16:creationId xmlns:a16="http://schemas.microsoft.com/office/drawing/2014/main" id="{C1AABF71-03FE-158C-4130-2CB8082A45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40613" y="5797550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00"/>
                </a:solidFill>
              </a:rPr>
              <a:t>1</a:t>
            </a:r>
          </a:p>
        </p:txBody>
      </p:sp>
      <p:sp>
        <p:nvSpPr>
          <p:cNvPr id="53279" name="Text Box 31">
            <a:extLst>
              <a:ext uri="{FF2B5EF4-FFF2-40B4-BE49-F238E27FC236}">
                <a16:creationId xmlns:a16="http://schemas.microsoft.com/office/drawing/2014/main" id="{6DC0B0BB-8AEB-B0E3-C0B7-7C0E1C2E81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27750" y="4460875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00FF00"/>
                </a:solidFill>
              </a:rPr>
              <a:t>2</a:t>
            </a:r>
          </a:p>
        </p:txBody>
      </p:sp>
      <p:graphicFrame>
        <p:nvGraphicFramePr>
          <p:cNvPr id="53280" name="Object 7">
            <a:extLst>
              <a:ext uri="{FF2B5EF4-FFF2-40B4-BE49-F238E27FC236}">
                <a16:creationId xmlns:a16="http://schemas.microsoft.com/office/drawing/2014/main" id="{A2053430-31FF-5C6A-06BF-575CCADFD2FB}"/>
              </a:ext>
            </a:extLst>
          </p:cNvPr>
          <p:cNvGraphicFramePr>
            <a:graphicFrameLocks/>
          </p:cNvGraphicFramePr>
          <p:nvPr/>
        </p:nvGraphicFramePr>
        <p:xfrm>
          <a:off x="887413" y="3962400"/>
          <a:ext cx="8747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853440" imgH="396018" progId="Equation.3">
                  <p:embed/>
                </p:oleObj>
              </mc:Choice>
              <mc:Fallback>
                <p:oleObj name="Equation" r:id="rId12" imgW="853440" imgH="39601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7413" y="3962400"/>
                        <a:ext cx="8747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81" name="Object 8">
            <a:extLst>
              <a:ext uri="{FF2B5EF4-FFF2-40B4-BE49-F238E27FC236}">
                <a16:creationId xmlns:a16="http://schemas.microsoft.com/office/drawing/2014/main" id="{76265CE3-C697-944A-5771-E055F0F4A5B5}"/>
              </a:ext>
            </a:extLst>
          </p:cNvPr>
          <p:cNvGraphicFramePr>
            <a:graphicFrameLocks/>
          </p:cNvGraphicFramePr>
          <p:nvPr/>
        </p:nvGraphicFramePr>
        <p:xfrm>
          <a:off x="847725" y="4606925"/>
          <a:ext cx="40751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053716" imgH="800017" progId="Equation.3">
                  <p:embed/>
                </p:oleObj>
              </mc:Choice>
              <mc:Fallback>
                <p:oleObj name="Equation" r:id="rId14" imgW="4053716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7725" y="4606925"/>
                        <a:ext cx="40751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3282" name="Object 9">
            <a:extLst>
              <a:ext uri="{FF2B5EF4-FFF2-40B4-BE49-F238E27FC236}">
                <a16:creationId xmlns:a16="http://schemas.microsoft.com/office/drawing/2014/main" id="{B0DB6276-75A0-C68F-593D-089EB0AE9EE3}"/>
              </a:ext>
            </a:extLst>
          </p:cNvPr>
          <p:cNvGraphicFramePr>
            <a:graphicFrameLocks/>
          </p:cNvGraphicFramePr>
          <p:nvPr/>
        </p:nvGraphicFramePr>
        <p:xfrm>
          <a:off x="1320800" y="5680075"/>
          <a:ext cx="9001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876331" imgH="800017" progId="Equation.3">
                  <p:embed/>
                </p:oleObj>
              </mc:Choice>
              <mc:Fallback>
                <p:oleObj name="Equation" r:id="rId16" imgW="876331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20800" y="5680075"/>
                        <a:ext cx="9001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5">
            <a:extLst>
              <a:ext uri="{FF2B5EF4-FFF2-40B4-BE49-F238E27FC236}">
                <a16:creationId xmlns:a16="http://schemas.microsoft.com/office/drawing/2014/main" id="{1395197F-6C22-8E56-56F4-94F33DFADCC5}"/>
              </a:ext>
            </a:extLst>
          </p:cNvPr>
          <p:cNvGrpSpPr>
            <a:grpSpLocks/>
          </p:cNvGrpSpPr>
          <p:nvPr/>
        </p:nvGrpSpPr>
        <p:grpSpPr bwMode="auto">
          <a:xfrm>
            <a:off x="5259388" y="5934075"/>
            <a:ext cx="381000" cy="381000"/>
            <a:chOff x="3368" y="3312"/>
            <a:chExt cx="240" cy="240"/>
          </a:xfrm>
        </p:grpSpPr>
        <p:sp>
          <p:nvSpPr>
            <p:cNvPr id="11316" name="Oval 36">
              <a:extLst>
                <a:ext uri="{FF2B5EF4-FFF2-40B4-BE49-F238E27FC236}">
                  <a16:creationId xmlns:a16="http://schemas.microsoft.com/office/drawing/2014/main" id="{C4E93A04-5255-37B8-50AF-62F1F67454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8" y="3312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1317" name="Oval 37">
              <a:extLst>
                <a:ext uri="{FF2B5EF4-FFF2-40B4-BE49-F238E27FC236}">
                  <a16:creationId xmlns:a16="http://schemas.microsoft.com/office/drawing/2014/main" id="{BF88818F-F7E0-AB7E-5DAD-2B52EC31D4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0" y="3413"/>
              <a:ext cx="47" cy="4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aphicFrame>
        <p:nvGraphicFramePr>
          <p:cNvPr id="53286" name="Object 10">
            <a:extLst>
              <a:ext uri="{FF2B5EF4-FFF2-40B4-BE49-F238E27FC236}">
                <a16:creationId xmlns:a16="http://schemas.microsoft.com/office/drawing/2014/main" id="{9CF19420-DF73-0416-C2B5-B2B250D2CED1}"/>
              </a:ext>
            </a:extLst>
          </p:cNvPr>
          <p:cNvGraphicFramePr>
            <a:graphicFrameLocks/>
          </p:cNvGraphicFramePr>
          <p:nvPr/>
        </p:nvGraphicFramePr>
        <p:xfrm>
          <a:off x="4953000" y="5943600"/>
          <a:ext cx="280988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9267" imgH="320206" progId="Equation.3">
                  <p:embed/>
                </p:oleObj>
              </mc:Choice>
              <mc:Fallback>
                <p:oleObj name="Equation" r:id="rId18" imgW="259267" imgH="320206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53000" y="5943600"/>
                        <a:ext cx="280988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87" name="Line 39">
            <a:extLst>
              <a:ext uri="{FF2B5EF4-FFF2-40B4-BE49-F238E27FC236}">
                <a16:creationId xmlns:a16="http://schemas.microsoft.com/office/drawing/2014/main" id="{EB23B185-3CE6-1EEB-6AD0-4F4B8124C0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53100" y="5783263"/>
            <a:ext cx="771525" cy="0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53288" name="Object 11">
            <a:extLst>
              <a:ext uri="{FF2B5EF4-FFF2-40B4-BE49-F238E27FC236}">
                <a16:creationId xmlns:a16="http://schemas.microsoft.com/office/drawing/2014/main" id="{CB89E27F-4A19-64A8-9154-98BA3715C963}"/>
              </a:ext>
            </a:extLst>
          </p:cNvPr>
          <p:cNvGraphicFramePr>
            <a:graphicFrameLocks/>
          </p:cNvGraphicFramePr>
          <p:nvPr/>
        </p:nvGraphicFramePr>
        <p:xfrm>
          <a:off x="5867400" y="5334000"/>
          <a:ext cx="215900" cy="266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90593" imgH="243895" progId="Equation.3">
                  <p:embed/>
                </p:oleObj>
              </mc:Choice>
              <mc:Fallback>
                <p:oleObj name="Equation" r:id="rId20" imgW="190593" imgH="24389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5334000"/>
                        <a:ext cx="215900" cy="266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3289" name="Rectangle 41">
            <a:extLst>
              <a:ext uri="{FF2B5EF4-FFF2-40B4-BE49-F238E27FC236}">
                <a16:creationId xmlns:a16="http://schemas.microsoft.com/office/drawing/2014/main" id="{FAD15321-5335-8899-1CF0-1BA7F3FB41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266700"/>
            <a:ext cx="8032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53290" name="AutoShape 42">
            <a:extLst>
              <a:ext uri="{FF2B5EF4-FFF2-40B4-BE49-F238E27FC236}">
                <a16:creationId xmlns:a16="http://schemas.microsoft.com/office/drawing/2014/main" id="{E1EB4375-EBC7-F1D4-B34C-BF19A9D740B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260350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53291" name="Object 12">
            <a:extLst>
              <a:ext uri="{FF2B5EF4-FFF2-40B4-BE49-F238E27FC236}">
                <a16:creationId xmlns:a16="http://schemas.microsoft.com/office/drawing/2014/main" id="{A03AA52B-B10B-F7E6-C67C-4D30A31EBFE0}"/>
              </a:ext>
            </a:extLst>
          </p:cNvPr>
          <p:cNvGraphicFramePr>
            <a:graphicFrameLocks/>
          </p:cNvGraphicFramePr>
          <p:nvPr/>
        </p:nvGraphicFramePr>
        <p:xfrm>
          <a:off x="2916238" y="5876925"/>
          <a:ext cx="1597025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577496" imgH="396018" progId="Equation.3">
                  <p:embed/>
                </p:oleObj>
              </mc:Choice>
              <mc:Fallback>
                <p:oleObj name="公式" r:id="rId22" imgW="1577496" imgH="396018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876925"/>
                        <a:ext cx="1597025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44">
            <a:extLst>
              <a:ext uri="{FF2B5EF4-FFF2-40B4-BE49-F238E27FC236}">
                <a16:creationId xmlns:a16="http://schemas.microsoft.com/office/drawing/2014/main" id="{D3D684EC-8261-1D90-FB96-321AD687278F}"/>
              </a:ext>
            </a:extLst>
          </p:cNvPr>
          <p:cNvGrpSpPr>
            <a:grpSpLocks/>
          </p:cNvGrpSpPr>
          <p:nvPr/>
        </p:nvGrpSpPr>
        <p:grpSpPr bwMode="auto">
          <a:xfrm>
            <a:off x="6675438" y="349250"/>
            <a:ext cx="2170112" cy="3511550"/>
            <a:chOff x="4205" y="236"/>
            <a:chExt cx="1367" cy="2212"/>
          </a:xfrm>
        </p:grpSpPr>
        <p:sp>
          <p:nvSpPr>
            <p:cNvPr id="53293" name="Rectangle 45">
              <a:extLst>
                <a:ext uri="{FF2B5EF4-FFF2-40B4-BE49-F238E27FC236}">
                  <a16:creationId xmlns:a16="http://schemas.microsoft.com/office/drawing/2014/main" id="{8CF1F7BF-9912-FC77-55F3-EA45A72488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25" y="574"/>
              <a:ext cx="90" cy="1564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lin ang="0" scaled="1"/>
            </a:gradFill>
            <a:ln w="28575">
              <a:solidFill>
                <a:srgbClr val="FFFF00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1299" name="Line 46">
              <a:extLst>
                <a:ext uri="{FF2B5EF4-FFF2-40B4-BE49-F238E27FC236}">
                  <a16:creationId xmlns:a16="http://schemas.microsoft.com/office/drawing/2014/main" id="{5C139415-F98D-9197-B68B-663E8B02EBC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72" y="236"/>
              <a:ext cx="0" cy="2118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1300" name="Group 47">
              <a:extLst>
                <a:ext uri="{FF2B5EF4-FFF2-40B4-BE49-F238E27FC236}">
                  <a16:creationId xmlns:a16="http://schemas.microsoft.com/office/drawing/2014/main" id="{0050F567-E405-FB6C-63B3-EA045403D21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05" y="236"/>
              <a:ext cx="1367" cy="2212"/>
              <a:chOff x="4205" y="236"/>
              <a:chExt cx="1367" cy="2212"/>
            </a:xfrm>
          </p:grpSpPr>
          <p:sp>
            <p:nvSpPr>
              <p:cNvPr id="11301" name="Text Box 48">
                <a:extLst>
                  <a:ext uri="{FF2B5EF4-FFF2-40B4-BE49-F238E27FC236}">
                    <a16:creationId xmlns:a16="http://schemas.microsoft.com/office/drawing/2014/main" id="{A83B7912-89CA-4F42-7FB8-EA7EDCB09CE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71" y="236"/>
                <a:ext cx="203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66FFFF"/>
                    </a:solidFill>
                  </a:rPr>
                  <a:t>I</a:t>
                </a:r>
              </a:p>
            </p:txBody>
          </p:sp>
          <p:grpSp>
            <p:nvGrpSpPr>
              <p:cNvPr id="11302" name="Group 49">
                <a:extLst>
                  <a:ext uri="{FF2B5EF4-FFF2-40B4-BE49-F238E27FC236}">
                    <a16:creationId xmlns:a16="http://schemas.microsoft.com/office/drawing/2014/main" id="{82C2DED7-8146-14B7-3799-DDD855CB5A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608" y="338"/>
                <a:ext cx="113" cy="2110"/>
                <a:chOff x="4539" y="144"/>
                <a:chExt cx="96" cy="2206"/>
              </a:xfrm>
            </p:grpSpPr>
            <p:sp>
              <p:nvSpPr>
                <p:cNvPr id="11312" name="Line 50">
                  <a:extLst>
                    <a:ext uri="{FF2B5EF4-FFF2-40B4-BE49-F238E27FC236}">
                      <a16:creationId xmlns:a16="http://schemas.microsoft.com/office/drawing/2014/main" id="{7EA82B9D-6B29-A690-08A5-09A1FC4712C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539" y="2079"/>
                  <a:ext cx="0" cy="271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3" name="Line 51">
                  <a:extLst>
                    <a:ext uri="{FF2B5EF4-FFF2-40B4-BE49-F238E27FC236}">
                      <a16:creationId xmlns:a16="http://schemas.microsoft.com/office/drawing/2014/main" id="{648BA53B-49C5-9735-4E5E-341895B15FF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635" y="2076"/>
                  <a:ext cx="0" cy="271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4" name="Line 52">
                  <a:extLst>
                    <a:ext uri="{FF2B5EF4-FFF2-40B4-BE49-F238E27FC236}">
                      <a16:creationId xmlns:a16="http://schemas.microsoft.com/office/drawing/2014/main" id="{116E37DB-F25A-FCFA-ABF9-C39C645CEB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539" y="144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1315" name="Line 53">
                  <a:extLst>
                    <a:ext uri="{FF2B5EF4-FFF2-40B4-BE49-F238E27FC236}">
                      <a16:creationId xmlns:a16="http://schemas.microsoft.com/office/drawing/2014/main" id="{91835ACB-DAFA-5BAB-E05E-827DBC0160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635" y="152"/>
                  <a:ext cx="0" cy="384"/>
                </a:xfrm>
                <a:prstGeom prst="line">
                  <a:avLst/>
                </a:prstGeom>
                <a:noFill/>
                <a:ln w="28575">
                  <a:solidFill>
                    <a:srgbClr val="FFFF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1303" name="Line 54">
                <a:extLst>
                  <a:ext uri="{FF2B5EF4-FFF2-40B4-BE49-F238E27FC236}">
                    <a16:creationId xmlns:a16="http://schemas.microsoft.com/office/drawing/2014/main" id="{9A8737A2-CF36-A5E1-CB1C-9DC78E9A26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75" y="539"/>
                <a:ext cx="712" cy="1070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1304" name="Line 55">
                <a:extLst>
                  <a:ext uri="{FF2B5EF4-FFF2-40B4-BE49-F238E27FC236}">
                    <a16:creationId xmlns:a16="http://schemas.microsoft.com/office/drawing/2014/main" id="{D2CFC13D-7DD2-8CCC-35A3-AFF0F9372A0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675" y="1654"/>
                <a:ext cx="712" cy="490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1305" name="Group 56">
                <a:extLst>
                  <a:ext uri="{FF2B5EF4-FFF2-40B4-BE49-F238E27FC236}">
                    <a16:creationId xmlns:a16="http://schemas.microsoft.com/office/drawing/2014/main" id="{21F559F2-C07D-1200-79BD-90A396CFD4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319" y="1625"/>
                <a:ext cx="253" cy="369"/>
                <a:chOff x="4981" y="3408"/>
                <a:chExt cx="272" cy="373"/>
              </a:xfrm>
            </p:grpSpPr>
            <p:sp>
              <p:nvSpPr>
                <p:cNvPr id="11310" name="Oval 57">
                  <a:extLst>
                    <a:ext uri="{FF2B5EF4-FFF2-40B4-BE49-F238E27FC236}">
                      <a16:creationId xmlns:a16="http://schemas.microsoft.com/office/drawing/2014/main" id="{FC767143-7372-8DD1-4381-5DE3A844E35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33" y="3408"/>
                  <a:ext cx="48" cy="48"/>
                </a:xfrm>
                <a:prstGeom prst="ellipse">
                  <a:avLst/>
                </a:prstGeom>
                <a:solidFill>
                  <a:srgbClr val="FFFF66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endParaRPr lang="zh-CN" altLang="en-US"/>
                </a:p>
              </p:txBody>
            </p:sp>
            <p:sp>
              <p:nvSpPr>
                <p:cNvPr id="11311" name="Text Box 58">
                  <a:extLst>
                    <a:ext uri="{FF2B5EF4-FFF2-40B4-BE49-F238E27FC236}">
                      <a16:creationId xmlns:a16="http://schemas.microsoft.com/office/drawing/2014/main" id="{CFCAB311-D6AF-DBCE-881F-3958144FF07D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81" y="3450"/>
                  <a:ext cx="272" cy="3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eaLnBrk="1" hangingPunct="1"/>
                  <a:r>
                    <a:rPr lang="en-US" altLang="zh-CN" sz="2800" i="1">
                      <a:solidFill>
                        <a:srgbClr val="FFFF66"/>
                      </a:solidFill>
                    </a:rPr>
                    <a:t>P</a:t>
                  </a:r>
                </a:p>
              </p:txBody>
            </p:sp>
          </p:grpSp>
          <p:graphicFrame>
            <p:nvGraphicFramePr>
              <p:cNvPr id="11306" name="Object 13">
                <a:extLst>
                  <a:ext uri="{FF2B5EF4-FFF2-40B4-BE49-F238E27FC236}">
                    <a16:creationId xmlns:a16="http://schemas.microsoft.com/office/drawing/2014/main" id="{89BAEF9D-6C11-6E3C-F8AF-F5995F8853B9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712" y="1661"/>
              <a:ext cx="209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144811" imgH="190528" progId="Equation.3">
                      <p:embed/>
                    </p:oleObj>
                  </mc:Choice>
                  <mc:Fallback>
                    <p:oleObj name="Equation" r:id="rId24" imgW="144811" imgH="190528" progId="Equation.3">
                      <p:embed/>
                      <p:pic>
                        <p:nvPicPr>
                          <p:cNvPr id="0" name="Object 13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712" y="1661"/>
                            <a:ext cx="209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7" name="Arc 60">
                <a:extLst>
                  <a:ext uri="{FF2B5EF4-FFF2-40B4-BE49-F238E27FC236}">
                    <a16:creationId xmlns:a16="http://schemas.microsoft.com/office/drawing/2014/main" id="{F9CEF1CC-2643-1827-0E98-814621B59990}"/>
                  </a:ext>
                </a:extLst>
              </p:cNvPr>
              <p:cNvSpPr>
                <a:spLocks/>
              </p:cNvSpPr>
              <p:nvPr/>
            </p:nvSpPr>
            <p:spPr bwMode="auto">
              <a:xfrm rot="5400000">
                <a:off x="4517" y="1732"/>
                <a:ext cx="262" cy="458"/>
              </a:xfrm>
              <a:custGeom>
                <a:avLst/>
                <a:gdLst>
                  <a:gd name="T0" fmla="*/ 0 w 18082"/>
                  <a:gd name="T1" fmla="*/ 0 h 21293"/>
                  <a:gd name="T2" fmla="*/ 0 w 18082"/>
                  <a:gd name="T3" fmla="*/ 0 h 21293"/>
                  <a:gd name="T4" fmla="*/ 0 w 18082"/>
                  <a:gd name="T5" fmla="*/ 0 h 21293"/>
                  <a:gd name="T6" fmla="*/ 0 60000 65536"/>
                  <a:gd name="T7" fmla="*/ 0 60000 65536"/>
                  <a:gd name="T8" fmla="*/ 0 60000 65536"/>
                  <a:gd name="T9" fmla="*/ 0 w 18082"/>
                  <a:gd name="T10" fmla="*/ 0 h 21293"/>
                  <a:gd name="T11" fmla="*/ 18082 w 18082"/>
                  <a:gd name="T12" fmla="*/ 21293 h 2129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82" h="21293" fill="none" extrusionOk="0">
                    <a:moveTo>
                      <a:pt x="0" y="9477"/>
                    </a:moveTo>
                    <a:cubicBezTo>
                      <a:pt x="3288" y="4444"/>
                      <a:pt x="8525" y="1010"/>
                      <a:pt x="14452" y="0"/>
                    </a:cubicBezTo>
                  </a:path>
                  <a:path w="18082" h="21293" stroke="0" extrusionOk="0">
                    <a:moveTo>
                      <a:pt x="0" y="9477"/>
                    </a:moveTo>
                    <a:cubicBezTo>
                      <a:pt x="3288" y="4444"/>
                      <a:pt x="8525" y="1010"/>
                      <a:pt x="14452" y="0"/>
                    </a:cubicBezTo>
                    <a:lnTo>
                      <a:pt x="18082" y="21293"/>
                    </a:lnTo>
                    <a:lnTo>
                      <a:pt x="0" y="9477"/>
                    </a:lnTo>
                    <a:close/>
                  </a:path>
                </a:pathLst>
              </a:custGeom>
              <a:noFill/>
              <a:ln w="19050">
                <a:solidFill>
                  <a:srgbClr val="99FF33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graphicFrame>
            <p:nvGraphicFramePr>
              <p:cNvPr id="11308" name="Object 14">
                <a:extLst>
                  <a:ext uri="{FF2B5EF4-FFF2-40B4-BE49-F238E27FC236}">
                    <a16:creationId xmlns:a16="http://schemas.microsoft.com/office/drawing/2014/main" id="{395338A7-F464-3FA5-37B2-441C08E1576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833" y="346"/>
              <a:ext cx="209" cy="27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6" imgW="144811" imgH="190528" progId="Equation.3">
                      <p:embed/>
                    </p:oleObj>
                  </mc:Choice>
                  <mc:Fallback>
                    <p:oleObj name="Equation" r:id="rId26" imgW="144811" imgH="190528" progId="Equation.3">
                      <p:embed/>
                      <p:pic>
                        <p:nvPicPr>
                          <p:cNvPr id="0" name="Object 1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833" y="346"/>
                            <a:ext cx="209" cy="273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11309" name="Arc 62">
                <a:extLst>
                  <a:ext uri="{FF2B5EF4-FFF2-40B4-BE49-F238E27FC236}">
                    <a16:creationId xmlns:a16="http://schemas.microsoft.com/office/drawing/2014/main" id="{0E6D415A-3226-7AD9-2195-3C01C807B4CC}"/>
                  </a:ext>
                </a:extLst>
              </p:cNvPr>
              <p:cNvSpPr>
                <a:spLocks/>
              </p:cNvSpPr>
              <p:nvPr/>
            </p:nvSpPr>
            <p:spPr bwMode="auto">
              <a:xfrm rot="6888848">
                <a:off x="4396" y="158"/>
                <a:ext cx="354" cy="735"/>
              </a:xfrm>
              <a:custGeom>
                <a:avLst/>
                <a:gdLst>
                  <a:gd name="T0" fmla="*/ 0 w 18049"/>
                  <a:gd name="T1" fmla="*/ 0 h 21541"/>
                  <a:gd name="T2" fmla="*/ 0 w 18049"/>
                  <a:gd name="T3" fmla="*/ 0 h 21541"/>
                  <a:gd name="T4" fmla="*/ 0 w 18049"/>
                  <a:gd name="T5" fmla="*/ 0 h 21541"/>
                  <a:gd name="T6" fmla="*/ 0 60000 65536"/>
                  <a:gd name="T7" fmla="*/ 0 60000 65536"/>
                  <a:gd name="T8" fmla="*/ 0 60000 65536"/>
                  <a:gd name="T9" fmla="*/ 0 w 18049"/>
                  <a:gd name="T10" fmla="*/ 0 h 21541"/>
                  <a:gd name="T11" fmla="*/ 18049 w 18049"/>
                  <a:gd name="T12" fmla="*/ 21541 h 215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049" h="21541" fill="none" extrusionOk="0">
                    <a:moveTo>
                      <a:pt x="0" y="9675"/>
                    </a:moveTo>
                    <a:cubicBezTo>
                      <a:pt x="3684" y="4070"/>
                      <a:pt x="9764" y="495"/>
                      <a:pt x="16453" y="0"/>
                    </a:cubicBezTo>
                  </a:path>
                  <a:path w="18049" h="21541" stroke="0" extrusionOk="0">
                    <a:moveTo>
                      <a:pt x="0" y="9675"/>
                    </a:moveTo>
                    <a:cubicBezTo>
                      <a:pt x="3684" y="4070"/>
                      <a:pt x="9764" y="495"/>
                      <a:pt x="16453" y="0"/>
                    </a:cubicBezTo>
                    <a:lnTo>
                      <a:pt x="18049" y="21541"/>
                    </a:lnTo>
                    <a:lnTo>
                      <a:pt x="0" y="9675"/>
                    </a:lnTo>
                    <a:close/>
                  </a:path>
                </a:pathLst>
              </a:custGeom>
              <a:noFill/>
              <a:ln w="19050">
                <a:solidFill>
                  <a:srgbClr val="99FF33"/>
                </a:solidFill>
                <a:round/>
                <a:headEnd type="triangle" w="sm" len="lg"/>
                <a:tailEnd type="triangle" w="sm" len="lg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53311" name="Rectangle 63">
            <a:extLst>
              <a:ext uri="{FF2B5EF4-FFF2-40B4-BE49-F238E27FC236}">
                <a16:creationId xmlns:a16="http://schemas.microsoft.com/office/drawing/2014/main" id="{00EC1B1C-6EEE-55A5-09C1-DE07F9C2A3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48538" y="979488"/>
            <a:ext cx="144462" cy="1547812"/>
          </a:xfrm>
          <a:prstGeom prst="rect">
            <a:avLst/>
          </a:prstGeom>
          <a:gradFill rotWithShape="1">
            <a:gsLst>
              <a:gs pos="0">
                <a:srgbClr val="CCFFFF"/>
              </a:gs>
              <a:gs pos="50000">
                <a:srgbClr val="5E7676"/>
              </a:gs>
              <a:gs pos="100000">
                <a:srgbClr val="CCFF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53312" name="Picture 64">
            <a:extLst>
              <a:ext uri="{FF2B5EF4-FFF2-40B4-BE49-F238E27FC236}">
                <a16:creationId xmlns:a16="http://schemas.microsoft.com/office/drawing/2014/main" id="{2FE421B2-A8F6-C1D4-D688-3412F17E3F6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5788" y="993775"/>
            <a:ext cx="1376362" cy="179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3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3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2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1000"/>
                                        <p:tgtEl>
                                          <p:spTgt spid="532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3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53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53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53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53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533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533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3" presetClass="entr" presetSubtype="5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1" dur="500"/>
                                        <p:tgtEl>
                                          <p:spTgt spid="53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53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53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6" dur="500"/>
                                        <p:tgtEl>
                                          <p:spTgt spid="532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53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0" dur="500"/>
                                        <p:tgtEl>
                                          <p:spTgt spid="53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53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53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532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3" dur="500"/>
                                        <p:tgtEl>
                                          <p:spTgt spid="53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250" grpId="0" animBg="1"/>
      <p:bldP spid="53251" grpId="0" animBg="1"/>
      <p:bldP spid="53252" grpId="0" animBg="1"/>
      <p:bldP spid="53253" grpId="0" autoUpdateAnimBg="0"/>
      <p:bldP spid="53258" grpId="0" autoUpdateAnimBg="0"/>
      <p:bldP spid="53261" grpId="0" autoUpdateAnimBg="0"/>
      <p:bldP spid="53276" grpId="0" autoUpdateAnimBg="0"/>
      <p:bldP spid="53278" grpId="0" autoUpdateAnimBg="0"/>
      <p:bldP spid="53279" grpId="0" autoUpdateAnimBg="0"/>
      <p:bldP spid="53289" grpId="0" autoUpdateAnimBg="0"/>
      <p:bldP spid="53290" grpId="0" animBg="1"/>
      <p:bldP spid="533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Text Box 2">
            <a:extLst>
              <a:ext uri="{FF2B5EF4-FFF2-40B4-BE49-F238E27FC236}">
                <a16:creationId xmlns:a16="http://schemas.microsoft.com/office/drawing/2014/main" id="{8A187606-38A6-1F21-A18E-4FBB04FC20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304800"/>
            <a:ext cx="58689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(3)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无限长载流平板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06E0AE14-CEFF-8525-689B-939E14545BDA}"/>
              </a:ext>
            </a:extLst>
          </p:cNvPr>
          <p:cNvGrpSpPr>
            <a:grpSpLocks/>
          </p:cNvGrpSpPr>
          <p:nvPr/>
        </p:nvGrpSpPr>
        <p:grpSpPr bwMode="auto">
          <a:xfrm>
            <a:off x="4954588" y="333375"/>
            <a:ext cx="3560762" cy="4154488"/>
            <a:chOff x="3121" y="212"/>
            <a:chExt cx="2243" cy="2617"/>
          </a:xfrm>
        </p:grpSpPr>
        <p:sp>
          <p:nvSpPr>
            <p:cNvPr id="12337" name="Line 4">
              <a:extLst>
                <a:ext uri="{FF2B5EF4-FFF2-40B4-BE49-F238E27FC236}">
                  <a16:creationId xmlns:a16="http://schemas.microsoft.com/office/drawing/2014/main" id="{A6633CF7-F762-BB3B-F137-986109C5C5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43" y="2371"/>
              <a:ext cx="0" cy="54"/>
            </a:xfrm>
            <a:prstGeom prst="line">
              <a:avLst/>
            </a:prstGeom>
            <a:noFill/>
            <a:ln w="952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pic>
          <p:nvPicPr>
            <p:cNvPr id="12338" name="Picture 5">
              <a:extLst>
                <a:ext uri="{FF2B5EF4-FFF2-40B4-BE49-F238E27FC236}">
                  <a16:creationId xmlns:a16="http://schemas.microsoft.com/office/drawing/2014/main" id="{ACC6ED4F-0BD9-FAB2-01F1-053DD06D7F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121" y="212"/>
              <a:ext cx="2243" cy="247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339" name="Text Box 6">
              <a:extLst>
                <a:ext uri="{FF2B5EF4-FFF2-40B4-BE49-F238E27FC236}">
                  <a16:creationId xmlns:a16="http://schemas.microsoft.com/office/drawing/2014/main" id="{306D5EE8-9C3D-6675-9C5B-CFC5E34006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66" y="2502"/>
              <a:ext cx="203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</a:rPr>
                <a:t>I</a:t>
              </a:r>
            </a:p>
          </p:txBody>
        </p:sp>
        <p:sp>
          <p:nvSpPr>
            <p:cNvPr id="12340" name="Text Box 7">
              <a:extLst>
                <a:ext uri="{FF2B5EF4-FFF2-40B4-BE49-F238E27FC236}">
                  <a16:creationId xmlns:a16="http://schemas.microsoft.com/office/drawing/2014/main" id="{E7F94F29-DCC3-D1A6-1EFE-620FE63508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59" y="1951"/>
              <a:ext cx="241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chemeClr val="bg1"/>
                  </a:solidFill>
                </a:rPr>
                <a:t>b</a:t>
              </a:r>
            </a:p>
          </p:txBody>
        </p:sp>
      </p:grpSp>
      <p:sp>
        <p:nvSpPr>
          <p:cNvPr id="20488" name="Text Box 8">
            <a:extLst>
              <a:ext uri="{FF2B5EF4-FFF2-40B4-BE49-F238E27FC236}">
                <a16:creationId xmlns:a16="http://schemas.microsoft.com/office/drawing/2014/main" id="{D26D0B96-6178-1F4C-A150-4F40669F5D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27850" y="1046163"/>
            <a:ext cx="3698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P</a:t>
            </a:r>
          </a:p>
        </p:txBody>
      </p:sp>
      <p:pic>
        <p:nvPicPr>
          <p:cNvPr id="20489" name="Picture 9">
            <a:extLst>
              <a:ext uri="{FF2B5EF4-FFF2-40B4-BE49-F238E27FC236}">
                <a16:creationId xmlns:a16="http://schemas.microsoft.com/office/drawing/2014/main" id="{FBD26FD3-76CE-1CC9-3015-61CBC57486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9413" y="820738"/>
            <a:ext cx="1597025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0" name="Line 10">
            <a:extLst>
              <a:ext uri="{FF2B5EF4-FFF2-40B4-BE49-F238E27FC236}">
                <a16:creationId xmlns:a16="http://schemas.microsoft.com/office/drawing/2014/main" id="{7597D343-8FC3-92E7-30B2-1773B2601068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76975" y="1225550"/>
            <a:ext cx="600075" cy="26035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1" name="AutoShape 11">
            <a:extLst>
              <a:ext uri="{FF2B5EF4-FFF2-40B4-BE49-F238E27FC236}">
                <a16:creationId xmlns:a16="http://schemas.microsoft.com/office/drawing/2014/main" id="{6C55284A-F4C4-869D-2A0C-A2592BE4BF22}"/>
              </a:ext>
            </a:extLst>
          </p:cNvPr>
          <p:cNvSpPr>
            <a:spLocks noChangeArrowheads="1"/>
          </p:cNvSpPr>
          <p:nvPr/>
        </p:nvSpPr>
        <p:spPr bwMode="auto">
          <a:xfrm rot="-3783994">
            <a:off x="5312569" y="1496219"/>
            <a:ext cx="3378200" cy="1077912"/>
          </a:xfrm>
          <a:prstGeom prst="triangle">
            <a:avLst>
              <a:gd name="adj" fmla="val 70981"/>
            </a:avLst>
          </a:prstGeom>
          <a:solidFill>
            <a:schemeClr val="accent1">
              <a:alpha val="50195"/>
            </a:scheme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pic>
        <p:nvPicPr>
          <p:cNvPr id="20492" name="Picture 12">
            <a:extLst>
              <a:ext uri="{FF2B5EF4-FFF2-40B4-BE49-F238E27FC236}">
                <a16:creationId xmlns:a16="http://schemas.microsoft.com/office/drawing/2014/main" id="{46A0BD73-2721-80CC-BCC0-161918C1B3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1325" y="820738"/>
            <a:ext cx="2106613" cy="294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93" name="Line 13">
            <a:extLst>
              <a:ext uri="{FF2B5EF4-FFF2-40B4-BE49-F238E27FC236}">
                <a16:creationId xmlns:a16="http://schemas.microsoft.com/office/drawing/2014/main" id="{7E819FB3-47DC-76A0-A52C-773BD78BADC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76975" y="1246188"/>
            <a:ext cx="552450" cy="13827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4" name="Line 14">
            <a:extLst>
              <a:ext uri="{FF2B5EF4-FFF2-40B4-BE49-F238E27FC236}">
                <a16:creationId xmlns:a16="http://schemas.microsoft.com/office/drawing/2014/main" id="{63F24459-633C-AFD6-5261-0298C13AB29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76975" y="855663"/>
            <a:ext cx="552450" cy="30162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5" name="AutoShape 15">
            <a:extLst>
              <a:ext uri="{FF2B5EF4-FFF2-40B4-BE49-F238E27FC236}">
                <a16:creationId xmlns:a16="http://schemas.microsoft.com/office/drawing/2014/main" id="{4C00D057-A5C6-492F-7EF9-DBF5EADE165E}"/>
              </a:ext>
            </a:extLst>
          </p:cNvPr>
          <p:cNvSpPr>
            <a:spLocks noChangeArrowheads="1"/>
          </p:cNvSpPr>
          <p:nvPr/>
        </p:nvSpPr>
        <p:spPr bwMode="auto">
          <a:xfrm rot="-3783994">
            <a:off x="5325269" y="1508919"/>
            <a:ext cx="3378200" cy="1077912"/>
          </a:xfrm>
          <a:prstGeom prst="triangle">
            <a:avLst>
              <a:gd name="adj" fmla="val 70981"/>
            </a:avLst>
          </a:prstGeom>
          <a:solidFill>
            <a:schemeClr val="accent1">
              <a:alpha val="50195"/>
            </a:schemeClr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zh-CN" b="0"/>
          </a:p>
        </p:txBody>
      </p:sp>
      <p:sp>
        <p:nvSpPr>
          <p:cNvPr id="20496" name="Line 16">
            <a:extLst>
              <a:ext uri="{FF2B5EF4-FFF2-40B4-BE49-F238E27FC236}">
                <a16:creationId xmlns:a16="http://schemas.microsoft.com/office/drawing/2014/main" id="{22E4FB53-ED84-1492-5BCA-595E709F0210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829425" y="1157288"/>
            <a:ext cx="485775" cy="1471612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497" name="Object 2">
            <a:extLst>
              <a:ext uri="{FF2B5EF4-FFF2-40B4-BE49-F238E27FC236}">
                <a16:creationId xmlns:a16="http://schemas.microsoft.com/office/drawing/2014/main" id="{986E4656-8501-2293-0F5B-032DC269C8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791200" y="533400"/>
          <a:ext cx="5032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487680" imgH="335169" progId="Equation.3">
                  <p:embed/>
                </p:oleObj>
              </mc:Choice>
              <mc:Fallback>
                <p:oleObj name="Equation" r:id="rId5" imgW="487680" imgH="33516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533400"/>
                        <a:ext cx="5032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Line 18">
            <a:extLst>
              <a:ext uri="{FF2B5EF4-FFF2-40B4-BE49-F238E27FC236}">
                <a16:creationId xmlns:a16="http://schemas.microsoft.com/office/drawing/2014/main" id="{77F4AA1F-67D2-673E-6977-8ADFDDFEC66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818188" y="1174750"/>
            <a:ext cx="976312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499" name="Object 3">
            <a:extLst>
              <a:ext uri="{FF2B5EF4-FFF2-40B4-BE49-F238E27FC236}">
                <a16:creationId xmlns:a16="http://schemas.microsoft.com/office/drawing/2014/main" id="{1CE2A6D5-120C-2F9A-5BA3-2EEEB0C9DA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19700" y="908050"/>
          <a:ext cx="531813" cy="446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510571" imgH="418961" progId="Equation.3">
                  <p:embed/>
                </p:oleObj>
              </mc:Choice>
              <mc:Fallback>
                <p:oleObj name="Equation" r:id="rId7" imgW="510571" imgH="418961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19700" y="908050"/>
                        <a:ext cx="531813" cy="446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0" name="Text Box 20">
            <a:extLst>
              <a:ext uri="{FF2B5EF4-FFF2-40B4-BE49-F238E27FC236}">
                <a16:creationId xmlns:a16="http://schemas.microsoft.com/office/drawing/2014/main" id="{F9F42668-E323-D4A3-561B-74C06AE6788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914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楷体_GB2312" pitchFamily="49" charset="-122"/>
              </a:rPr>
              <a:t>解</a:t>
            </a:r>
          </a:p>
        </p:txBody>
      </p:sp>
      <p:graphicFrame>
        <p:nvGraphicFramePr>
          <p:cNvPr id="20501" name="Object 4">
            <a:extLst>
              <a:ext uri="{FF2B5EF4-FFF2-40B4-BE49-F238E27FC236}">
                <a16:creationId xmlns:a16="http://schemas.microsoft.com/office/drawing/2014/main" id="{2C85C807-6113-5749-341C-5A4FE3D2C27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979613" y="692150"/>
          <a:ext cx="1587500" cy="946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639956" imgH="373574" progId="Equation.3">
                  <p:embed/>
                </p:oleObj>
              </mc:Choice>
              <mc:Fallback>
                <p:oleObj name="公式" r:id="rId9" imgW="639956" imgH="373574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692150"/>
                        <a:ext cx="1587500" cy="946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2" name="Object 5">
            <a:extLst>
              <a:ext uri="{FF2B5EF4-FFF2-40B4-BE49-F238E27FC236}">
                <a16:creationId xmlns:a16="http://schemas.microsoft.com/office/drawing/2014/main" id="{BEEC2CD0-6D28-469D-AE33-2159EE741C75}"/>
              </a:ext>
            </a:extLst>
          </p:cNvPr>
          <p:cNvGraphicFramePr>
            <a:graphicFrameLocks/>
          </p:cNvGraphicFramePr>
          <p:nvPr/>
        </p:nvGraphicFramePr>
        <p:xfrm>
          <a:off x="827088" y="2605088"/>
          <a:ext cx="14859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63040" imgH="800017" progId="Equation.3">
                  <p:embed/>
                </p:oleObj>
              </mc:Choice>
              <mc:Fallback>
                <p:oleObj name="Equation" r:id="rId11" imgW="1463040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2605088"/>
                        <a:ext cx="14859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6" name="Object 6">
            <a:extLst>
              <a:ext uri="{FF2B5EF4-FFF2-40B4-BE49-F238E27FC236}">
                <a16:creationId xmlns:a16="http://schemas.microsoft.com/office/drawing/2014/main" id="{644300DE-B58C-A760-5F32-CB20C08EDDC2}"/>
              </a:ext>
            </a:extLst>
          </p:cNvPr>
          <p:cNvGraphicFramePr>
            <a:graphicFrameLocks/>
          </p:cNvGraphicFramePr>
          <p:nvPr/>
        </p:nvGraphicFramePr>
        <p:xfrm>
          <a:off x="773113" y="1844675"/>
          <a:ext cx="24130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2392618" imgH="564102" progId="Equation.3">
                  <p:embed/>
                </p:oleObj>
              </mc:Choice>
              <mc:Fallback>
                <p:oleObj name="公式" r:id="rId13" imgW="2392618" imgH="564102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113" y="1844675"/>
                        <a:ext cx="24130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7" name="Object 7">
            <a:extLst>
              <a:ext uri="{FF2B5EF4-FFF2-40B4-BE49-F238E27FC236}">
                <a16:creationId xmlns:a16="http://schemas.microsoft.com/office/drawing/2014/main" id="{953F29B4-A1DF-7CF8-04CC-2D364DD16CBD}"/>
              </a:ext>
            </a:extLst>
          </p:cNvPr>
          <p:cNvGraphicFramePr>
            <a:graphicFrameLocks/>
          </p:cNvGraphicFramePr>
          <p:nvPr/>
        </p:nvGraphicFramePr>
        <p:xfrm>
          <a:off x="3090863" y="1844675"/>
          <a:ext cx="18415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821336" imgH="564102" progId="Equation.3">
                  <p:embed/>
                </p:oleObj>
              </mc:Choice>
              <mc:Fallback>
                <p:oleObj name="公式" r:id="rId15" imgW="1821336" imgH="564102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90863" y="1844675"/>
                        <a:ext cx="18415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8" name="Object 8">
            <a:extLst>
              <a:ext uri="{FF2B5EF4-FFF2-40B4-BE49-F238E27FC236}">
                <a16:creationId xmlns:a16="http://schemas.microsoft.com/office/drawing/2014/main" id="{0B9D9EC7-76A0-5F93-E092-0957A0584F22}"/>
              </a:ext>
            </a:extLst>
          </p:cNvPr>
          <p:cNvGraphicFramePr>
            <a:graphicFrameLocks/>
          </p:cNvGraphicFramePr>
          <p:nvPr/>
        </p:nvGraphicFramePr>
        <p:xfrm>
          <a:off x="3948113" y="5510213"/>
          <a:ext cx="17764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1752662" imgH="800017" progId="Equation.3">
                  <p:embed/>
                </p:oleObj>
              </mc:Choice>
              <mc:Fallback>
                <p:oleObj name="公式" r:id="rId17" imgW="1752662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8113" y="5510213"/>
                        <a:ext cx="17764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9" name="Object 9">
            <a:extLst>
              <a:ext uri="{FF2B5EF4-FFF2-40B4-BE49-F238E27FC236}">
                <a16:creationId xmlns:a16="http://schemas.microsoft.com/office/drawing/2014/main" id="{F9B83F61-7102-31DD-DEE0-9D01ECFE8F06}"/>
              </a:ext>
            </a:extLst>
          </p:cNvPr>
          <p:cNvGraphicFramePr>
            <a:graphicFrameLocks/>
          </p:cNvGraphicFramePr>
          <p:nvPr/>
        </p:nvGraphicFramePr>
        <p:xfrm>
          <a:off x="5872163" y="5521325"/>
          <a:ext cx="22082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187096" imgH="876328" progId="Equation.3">
                  <p:embed/>
                </p:oleObj>
              </mc:Choice>
              <mc:Fallback>
                <p:oleObj name="Equation" r:id="rId19" imgW="2187096" imgH="876328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2163" y="5521325"/>
                        <a:ext cx="22082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33">
            <a:extLst>
              <a:ext uri="{FF2B5EF4-FFF2-40B4-BE49-F238E27FC236}">
                <a16:creationId xmlns:a16="http://schemas.microsoft.com/office/drawing/2014/main" id="{209E8ACC-CB18-1BE5-47DB-5F4D50642241}"/>
              </a:ext>
            </a:extLst>
          </p:cNvPr>
          <p:cNvGrpSpPr>
            <a:grpSpLocks/>
          </p:cNvGrpSpPr>
          <p:nvPr/>
        </p:nvGrpSpPr>
        <p:grpSpPr bwMode="auto">
          <a:xfrm>
            <a:off x="7686675" y="3697288"/>
            <a:ext cx="914400" cy="658812"/>
            <a:chOff x="4788" y="2301"/>
            <a:chExt cx="576" cy="415"/>
          </a:xfrm>
        </p:grpSpPr>
        <p:sp>
          <p:nvSpPr>
            <p:cNvPr id="12335" name="AutoShape 34">
              <a:extLst>
                <a:ext uri="{FF2B5EF4-FFF2-40B4-BE49-F238E27FC236}">
                  <a16:creationId xmlns:a16="http://schemas.microsoft.com/office/drawing/2014/main" id="{78F65C38-59D2-65AD-66CE-AC9B65FA1A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88" y="2310"/>
              <a:ext cx="576" cy="384"/>
            </a:xfrm>
            <a:prstGeom prst="wedgeEllipseCallout">
              <a:avLst>
                <a:gd name="adj1" fmla="val -102606"/>
                <a:gd name="adj2" fmla="val -350000"/>
              </a:avLst>
            </a:prstGeom>
            <a:noFill/>
            <a:ln w="28575">
              <a:solidFill>
                <a:srgbClr val="99FF66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b="0"/>
            </a:p>
          </p:txBody>
        </p:sp>
        <p:graphicFrame>
          <p:nvGraphicFramePr>
            <p:cNvPr id="12336" name="Object 19">
              <a:extLst>
                <a:ext uri="{FF2B5EF4-FFF2-40B4-BE49-F238E27FC236}">
                  <a16:creationId xmlns:a16="http://schemas.microsoft.com/office/drawing/2014/main" id="{974FF109-A23B-DF0A-20F1-8F9E3451826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928" y="2301"/>
            <a:ext cx="317" cy="4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1" imgW="144811" imgH="190528" progId="Equation.3">
                    <p:embed/>
                  </p:oleObj>
                </mc:Choice>
                <mc:Fallback>
                  <p:oleObj name="Equation" r:id="rId21" imgW="144811" imgH="190528" progId="Equation.3">
                    <p:embed/>
                    <p:pic>
                      <p:nvPicPr>
                        <p:cNvPr id="0" name="Object 19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928" y="2301"/>
                          <a:ext cx="317" cy="4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0516" name="Object 10">
            <a:extLst>
              <a:ext uri="{FF2B5EF4-FFF2-40B4-BE49-F238E27FC236}">
                <a16:creationId xmlns:a16="http://schemas.microsoft.com/office/drawing/2014/main" id="{54F96946-13DB-BF5C-3E0C-858FE9C089E9}"/>
              </a:ext>
            </a:extLst>
          </p:cNvPr>
          <p:cNvGraphicFramePr>
            <a:graphicFrameLocks/>
          </p:cNvGraphicFramePr>
          <p:nvPr/>
        </p:nvGraphicFramePr>
        <p:xfrm>
          <a:off x="2555875" y="3644900"/>
          <a:ext cx="2159000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2133849" imgH="449386" progId="Equation.3">
                  <p:embed/>
                </p:oleObj>
              </mc:Choice>
              <mc:Fallback>
                <p:oleObj name="Equation" r:id="rId23" imgW="2133849" imgH="449386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875" y="3644900"/>
                        <a:ext cx="2159000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7" name="Object 11">
            <a:extLst>
              <a:ext uri="{FF2B5EF4-FFF2-40B4-BE49-F238E27FC236}">
                <a16:creationId xmlns:a16="http://schemas.microsoft.com/office/drawing/2014/main" id="{12AF94A7-9405-56B8-9A4B-244D8B111F9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21513" y="1374775"/>
          <a:ext cx="338137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06493" imgH="129679" progId="Equation.3">
                  <p:embed/>
                </p:oleObj>
              </mc:Choice>
              <mc:Fallback>
                <p:oleObj name="Equation" r:id="rId25" imgW="106493" imgH="129679" progId="Equation.3">
                  <p:embed/>
                  <p:pic>
                    <p:nvPicPr>
                      <p:cNvPr id="0" name="Object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21513" y="1374775"/>
                        <a:ext cx="338137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8" name="Object 12">
            <a:extLst>
              <a:ext uri="{FF2B5EF4-FFF2-40B4-BE49-F238E27FC236}">
                <a16:creationId xmlns:a16="http://schemas.microsoft.com/office/drawing/2014/main" id="{B9DC2498-CCFE-713A-94F6-0055F5BC3C9D}"/>
              </a:ext>
            </a:extLst>
          </p:cNvPr>
          <p:cNvGraphicFramePr>
            <a:graphicFrameLocks/>
          </p:cNvGraphicFramePr>
          <p:nvPr/>
        </p:nvGraphicFramePr>
        <p:xfrm>
          <a:off x="3059113" y="2852738"/>
          <a:ext cx="14732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1447613" imgH="373574" progId="Equation.3">
                  <p:embed/>
                </p:oleObj>
              </mc:Choice>
              <mc:Fallback>
                <p:oleObj name="公式" r:id="rId27" imgW="1447613" imgH="373574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852738"/>
                        <a:ext cx="14732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9" name="Object 13">
            <a:extLst>
              <a:ext uri="{FF2B5EF4-FFF2-40B4-BE49-F238E27FC236}">
                <a16:creationId xmlns:a16="http://schemas.microsoft.com/office/drawing/2014/main" id="{46AF3A02-2A76-941F-0063-5B6B588C42F2}"/>
              </a:ext>
            </a:extLst>
          </p:cNvPr>
          <p:cNvGraphicFramePr>
            <a:graphicFrameLocks/>
          </p:cNvGraphicFramePr>
          <p:nvPr/>
        </p:nvGraphicFramePr>
        <p:xfrm>
          <a:off x="795338" y="5445125"/>
          <a:ext cx="3111500" cy="977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3086318" imgH="952639" progId="Equation.3">
                  <p:embed/>
                </p:oleObj>
              </mc:Choice>
              <mc:Fallback>
                <p:oleObj name="公式" r:id="rId29" imgW="3086318" imgH="952639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5338" y="5445125"/>
                        <a:ext cx="3111500" cy="977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40">
            <a:extLst>
              <a:ext uri="{FF2B5EF4-FFF2-40B4-BE49-F238E27FC236}">
                <a16:creationId xmlns:a16="http://schemas.microsoft.com/office/drawing/2014/main" id="{610A8165-031F-0B99-5167-111FB9D2B510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81000"/>
            <a:ext cx="3603625" cy="2833688"/>
            <a:chOff x="3248" y="240"/>
            <a:chExt cx="2270" cy="1785"/>
          </a:xfrm>
        </p:grpSpPr>
        <p:grpSp>
          <p:nvGrpSpPr>
            <p:cNvPr id="12328" name="Group 41">
              <a:extLst>
                <a:ext uri="{FF2B5EF4-FFF2-40B4-BE49-F238E27FC236}">
                  <a16:creationId xmlns:a16="http://schemas.microsoft.com/office/drawing/2014/main" id="{9DADD642-C7A1-B2E0-6C4B-FED68FE0804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48" y="240"/>
              <a:ext cx="2270" cy="1785"/>
              <a:chOff x="3248" y="130"/>
              <a:chExt cx="2270" cy="1785"/>
            </a:xfrm>
          </p:grpSpPr>
          <p:grpSp>
            <p:nvGrpSpPr>
              <p:cNvPr id="12330" name="Group 42">
                <a:extLst>
                  <a:ext uri="{FF2B5EF4-FFF2-40B4-BE49-F238E27FC236}">
                    <a16:creationId xmlns:a16="http://schemas.microsoft.com/office/drawing/2014/main" id="{1B945BF9-2B7B-F226-1B27-0E6022A120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48" y="344"/>
                <a:ext cx="2162" cy="1202"/>
                <a:chOff x="3402" y="102"/>
                <a:chExt cx="2162" cy="1202"/>
              </a:xfrm>
            </p:grpSpPr>
            <p:sp>
              <p:nvSpPr>
                <p:cNvPr id="12333" name="Line 43">
                  <a:extLst>
                    <a:ext uri="{FF2B5EF4-FFF2-40B4-BE49-F238E27FC236}">
                      <a16:creationId xmlns:a16="http://schemas.microsoft.com/office/drawing/2014/main" id="{D2577ED1-DCED-202C-D2BA-157161F2A36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402" y="1304"/>
                  <a:ext cx="2162" cy="0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2334" name="Line 44">
                  <a:extLst>
                    <a:ext uri="{FF2B5EF4-FFF2-40B4-BE49-F238E27FC236}">
                      <a16:creationId xmlns:a16="http://schemas.microsoft.com/office/drawing/2014/main" id="{00E1D522-BC70-A27C-4BCD-5A1D0FB09EF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56" y="102"/>
                  <a:ext cx="0" cy="1202"/>
                </a:xfrm>
                <a:prstGeom prst="line">
                  <a:avLst/>
                </a:prstGeom>
                <a:noFill/>
                <a:ln w="28575">
                  <a:solidFill>
                    <a:schemeClr val="bg1"/>
                  </a:solidFill>
                  <a:round/>
                  <a:headEnd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12331" name="Text Box 45">
                <a:extLst>
                  <a:ext uri="{FF2B5EF4-FFF2-40B4-BE49-F238E27FC236}">
                    <a16:creationId xmlns:a16="http://schemas.microsoft.com/office/drawing/2014/main" id="{3DB6A27E-7496-60C9-56D8-4FF114E2BA7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06" y="1627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x</a:t>
                </a:r>
              </a:p>
            </p:txBody>
          </p:sp>
          <p:sp>
            <p:nvSpPr>
              <p:cNvPr id="12332" name="Text Box 46">
                <a:extLst>
                  <a:ext uri="{FF2B5EF4-FFF2-40B4-BE49-F238E27FC236}">
                    <a16:creationId xmlns:a16="http://schemas.microsoft.com/office/drawing/2014/main" id="{EFCD3F6D-D1DD-C2DB-0F78-6EEFB211539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10" y="130"/>
                <a:ext cx="201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y</a:t>
                </a:r>
              </a:p>
            </p:txBody>
          </p:sp>
        </p:grpSp>
        <p:sp>
          <p:nvSpPr>
            <p:cNvPr id="12329" name="Text Box 47">
              <a:extLst>
                <a:ext uri="{FF2B5EF4-FFF2-40B4-BE49-F238E27FC236}">
                  <a16:creationId xmlns:a16="http://schemas.microsoft.com/office/drawing/2014/main" id="{FC257B9F-9E88-5C23-EC20-1E9BFFA2446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24" y="1595"/>
              <a:ext cx="2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20528" name="Oval 48">
            <a:extLst>
              <a:ext uri="{FF2B5EF4-FFF2-40B4-BE49-F238E27FC236}">
                <a16:creationId xmlns:a16="http://schemas.microsoft.com/office/drawing/2014/main" id="{50A7AF91-BC8E-6E6A-BDAD-5D4895F1AA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5138" y="1128713"/>
            <a:ext cx="88900" cy="88900"/>
          </a:xfrm>
          <a:prstGeom prst="ellipse">
            <a:avLst/>
          </a:prstGeom>
          <a:solidFill>
            <a:srgbClr val="FF33CC"/>
          </a:solidFill>
          <a:ln w="9525">
            <a:solidFill>
              <a:srgbClr val="FF33CC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0529" name="Object 14">
            <a:extLst>
              <a:ext uri="{FF2B5EF4-FFF2-40B4-BE49-F238E27FC236}">
                <a16:creationId xmlns:a16="http://schemas.microsoft.com/office/drawing/2014/main" id="{5A4D90DD-0AF5-6190-6476-4929EDD63FE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629400" y="3962400"/>
          <a:ext cx="36671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1" imgW="342869" imgH="297263" progId="Equation.3">
                  <p:embed/>
                </p:oleObj>
              </mc:Choice>
              <mc:Fallback>
                <p:oleObj name="Equation" r:id="rId31" imgW="342869" imgH="297263" progId="Equation.3">
                  <p:embed/>
                  <p:pic>
                    <p:nvPicPr>
                      <p:cNvPr id="0" name="Object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29400" y="3962400"/>
                        <a:ext cx="36671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0" name="Object 15">
            <a:extLst>
              <a:ext uri="{FF2B5EF4-FFF2-40B4-BE49-F238E27FC236}">
                <a16:creationId xmlns:a16="http://schemas.microsoft.com/office/drawing/2014/main" id="{7F0BC3E2-8893-0431-940A-0212384572D6}"/>
              </a:ext>
            </a:extLst>
          </p:cNvPr>
          <p:cNvGraphicFramePr>
            <a:graphicFrameLocks/>
          </p:cNvGraphicFramePr>
          <p:nvPr/>
        </p:nvGraphicFramePr>
        <p:xfrm>
          <a:off x="827088" y="4365625"/>
          <a:ext cx="19796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3" imgW="1958184" imgH="876328" progId="Equation.3">
                  <p:embed/>
                </p:oleObj>
              </mc:Choice>
              <mc:Fallback>
                <p:oleObj name="Equation" r:id="rId33" imgW="1958184" imgH="876328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4365625"/>
                        <a:ext cx="19796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4" name="Object 16">
            <a:extLst>
              <a:ext uri="{FF2B5EF4-FFF2-40B4-BE49-F238E27FC236}">
                <a16:creationId xmlns:a16="http://schemas.microsoft.com/office/drawing/2014/main" id="{425B33C9-8F33-34F8-1F41-0DE7F70C127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67400" y="1371600"/>
          <a:ext cx="428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5" imgW="411542" imgH="335169" progId="Equation.3">
                  <p:embed/>
                </p:oleObj>
              </mc:Choice>
              <mc:Fallback>
                <p:oleObj name="Equation" r:id="rId35" imgW="411542" imgH="335169" progId="Equation.3">
                  <p:embed/>
                  <p:pic>
                    <p:nvPicPr>
                      <p:cNvPr id="0" name="Object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67400" y="1371600"/>
                        <a:ext cx="4286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35" name="Object 17">
            <a:extLst>
              <a:ext uri="{FF2B5EF4-FFF2-40B4-BE49-F238E27FC236}">
                <a16:creationId xmlns:a16="http://schemas.microsoft.com/office/drawing/2014/main" id="{B44D61EC-28C2-6558-960A-ABC207441649}"/>
              </a:ext>
            </a:extLst>
          </p:cNvPr>
          <p:cNvGraphicFramePr>
            <a:graphicFrameLocks/>
          </p:cNvGraphicFramePr>
          <p:nvPr/>
        </p:nvGraphicFramePr>
        <p:xfrm>
          <a:off x="827088" y="3716338"/>
          <a:ext cx="1295400" cy="395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7" imgW="1272447" imgH="373574" progId="Equation.3">
                  <p:embed/>
                </p:oleObj>
              </mc:Choice>
              <mc:Fallback>
                <p:oleObj name="公式" r:id="rId37" imgW="1272447" imgH="373574" progId="Equation.3">
                  <p:embed/>
                  <p:pic>
                    <p:nvPicPr>
                      <p:cNvPr id="0" name="Object 17"/>
                      <p:cNvPicPr>
                        <a:picLocks noChangeArrowheads="1"/>
                      </p:cNvPicPr>
                      <p:nvPr/>
                    </p:nvPicPr>
                    <p:blipFill>
                      <a:blip r:embed="rId3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716338"/>
                        <a:ext cx="1295400" cy="395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60">
            <a:extLst>
              <a:ext uri="{FF2B5EF4-FFF2-40B4-BE49-F238E27FC236}">
                <a16:creationId xmlns:a16="http://schemas.microsoft.com/office/drawing/2014/main" id="{94AC3C70-1671-BCA9-05D2-B4C7E3F3C90A}"/>
              </a:ext>
            </a:extLst>
          </p:cNvPr>
          <p:cNvGrpSpPr>
            <a:grpSpLocks/>
          </p:cNvGrpSpPr>
          <p:nvPr/>
        </p:nvGrpSpPr>
        <p:grpSpPr bwMode="auto">
          <a:xfrm>
            <a:off x="6724650" y="1090613"/>
            <a:ext cx="1096963" cy="1508125"/>
            <a:chOff x="2608" y="663"/>
            <a:chExt cx="691" cy="950"/>
          </a:xfrm>
        </p:grpSpPr>
        <p:sp>
          <p:nvSpPr>
            <p:cNvPr id="12326" name="Line 31">
              <a:extLst>
                <a:ext uri="{FF2B5EF4-FFF2-40B4-BE49-F238E27FC236}">
                  <a16:creationId xmlns:a16="http://schemas.microsoft.com/office/drawing/2014/main" id="{3CCE6E3A-01DB-B52E-0285-7E877C928E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77" y="709"/>
              <a:ext cx="622" cy="904"/>
            </a:xfrm>
            <a:prstGeom prst="line">
              <a:avLst/>
            </a:prstGeom>
            <a:noFill/>
            <a:ln w="19050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27" name="Arc 56">
              <a:extLst>
                <a:ext uri="{FF2B5EF4-FFF2-40B4-BE49-F238E27FC236}">
                  <a16:creationId xmlns:a16="http://schemas.microsoft.com/office/drawing/2014/main" id="{C1C94BB9-E147-0F44-8AE2-05E9878D7EB2}"/>
                </a:ext>
              </a:extLst>
            </p:cNvPr>
            <p:cNvSpPr>
              <a:spLocks/>
            </p:cNvSpPr>
            <p:nvPr/>
          </p:nvSpPr>
          <p:spPr bwMode="auto">
            <a:xfrm rot="7794473">
              <a:off x="2575" y="696"/>
              <a:ext cx="530" cy="464"/>
            </a:xfrm>
            <a:custGeom>
              <a:avLst/>
              <a:gdLst>
                <a:gd name="T0" fmla="*/ 0 w 19888"/>
                <a:gd name="T1" fmla="*/ 0 h 17383"/>
                <a:gd name="T2" fmla="*/ 0 w 19888"/>
                <a:gd name="T3" fmla="*/ 0 h 17383"/>
                <a:gd name="T4" fmla="*/ 0 w 19888"/>
                <a:gd name="T5" fmla="*/ 0 h 17383"/>
                <a:gd name="T6" fmla="*/ 0 60000 65536"/>
                <a:gd name="T7" fmla="*/ 0 60000 65536"/>
                <a:gd name="T8" fmla="*/ 0 60000 65536"/>
                <a:gd name="T9" fmla="*/ 0 w 19888"/>
                <a:gd name="T10" fmla="*/ 0 h 17383"/>
                <a:gd name="T11" fmla="*/ 19888 w 19888"/>
                <a:gd name="T12" fmla="*/ 17383 h 1738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9888" h="17383" fill="none" extrusionOk="0">
                  <a:moveTo>
                    <a:pt x="12821" y="0"/>
                  </a:moveTo>
                  <a:cubicBezTo>
                    <a:pt x="15937" y="2298"/>
                    <a:pt x="18377" y="5390"/>
                    <a:pt x="19887" y="8955"/>
                  </a:cubicBezTo>
                </a:path>
                <a:path w="19888" h="17383" stroke="0" extrusionOk="0">
                  <a:moveTo>
                    <a:pt x="12821" y="0"/>
                  </a:moveTo>
                  <a:cubicBezTo>
                    <a:pt x="15937" y="2298"/>
                    <a:pt x="18377" y="5390"/>
                    <a:pt x="19887" y="8955"/>
                  </a:cubicBezTo>
                  <a:lnTo>
                    <a:pt x="0" y="17383"/>
                  </a:lnTo>
                  <a:lnTo>
                    <a:pt x="12821" y="0"/>
                  </a:lnTo>
                  <a:close/>
                </a:path>
              </a:pathLst>
            </a:custGeom>
            <a:noFill/>
            <a:ln w="19050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8" name="Group 59">
            <a:extLst>
              <a:ext uri="{FF2B5EF4-FFF2-40B4-BE49-F238E27FC236}">
                <a16:creationId xmlns:a16="http://schemas.microsoft.com/office/drawing/2014/main" id="{F5BEABDF-B664-7D32-B278-43E40592B314}"/>
              </a:ext>
            </a:extLst>
          </p:cNvPr>
          <p:cNvGrpSpPr>
            <a:grpSpLocks/>
          </p:cNvGrpSpPr>
          <p:nvPr/>
        </p:nvGrpSpPr>
        <p:grpSpPr bwMode="auto">
          <a:xfrm>
            <a:off x="6532563" y="981075"/>
            <a:ext cx="703262" cy="1181100"/>
            <a:chOff x="2387" y="64"/>
            <a:chExt cx="443" cy="744"/>
          </a:xfrm>
        </p:grpSpPr>
        <p:graphicFrame>
          <p:nvGraphicFramePr>
            <p:cNvPr id="12324" name="Object 18">
              <a:extLst>
                <a:ext uri="{FF2B5EF4-FFF2-40B4-BE49-F238E27FC236}">
                  <a16:creationId xmlns:a16="http://schemas.microsoft.com/office/drawing/2014/main" id="{83B24EAD-482F-A766-9BD6-BFBDE1DA976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7" y="583"/>
            <a:ext cx="161" cy="2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9" imgW="106493" imgH="152622" progId="Equation.3">
                    <p:embed/>
                  </p:oleObj>
                </mc:Choice>
                <mc:Fallback>
                  <p:oleObj name="Equation" r:id="rId39" imgW="106493" imgH="152622" progId="Equation.3">
                    <p:embed/>
                    <p:pic>
                      <p:nvPicPr>
                        <p:cNvPr id="0" name="Object 1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7" y="583"/>
                          <a:ext cx="161" cy="2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2325" name="Arc 57">
              <a:extLst>
                <a:ext uri="{FF2B5EF4-FFF2-40B4-BE49-F238E27FC236}">
                  <a16:creationId xmlns:a16="http://schemas.microsoft.com/office/drawing/2014/main" id="{44B2516E-F9EF-F197-6B5B-C32301011A54}"/>
                </a:ext>
              </a:extLst>
            </p:cNvPr>
            <p:cNvSpPr>
              <a:spLocks/>
            </p:cNvSpPr>
            <p:nvPr/>
          </p:nvSpPr>
          <p:spPr bwMode="auto">
            <a:xfrm rot="7794473">
              <a:off x="2389" y="62"/>
              <a:ext cx="439" cy="443"/>
            </a:xfrm>
            <a:custGeom>
              <a:avLst/>
              <a:gdLst>
                <a:gd name="T0" fmla="*/ 0 w 16476"/>
                <a:gd name="T1" fmla="*/ 0 h 16603"/>
                <a:gd name="T2" fmla="*/ 0 w 16476"/>
                <a:gd name="T3" fmla="*/ 0 h 16603"/>
                <a:gd name="T4" fmla="*/ 0 w 16476"/>
                <a:gd name="T5" fmla="*/ 0 h 16603"/>
                <a:gd name="T6" fmla="*/ 0 60000 65536"/>
                <a:gd name="T7" fmla="*/ 0 60000 65536"/>
                <a:gd name="T8" fmla="*/ 0 60000 65536"/>
                <a:gd name="T9" fmla="*/ 0 w 16476"/>
                <a:gd name="T10" fmla="*/ 0 h 16603"/>
                <a:gd name="T11" fmla="*/ 16476 w 16476"/>
                <a:gd name="T12" fmla="*/ 16603 h 1660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6476" h="16603" fill="none" extrusionOk="0">
                  <a:moveTo>
                    <a:pt x="13816" y="-1"/>
                  </a:moveTo>
                  <a:cubicBezTo>
                    <a:pt x="14777" y="799"/>
                    <a:pt x="15667" y="1681"/>
                    <a:pt x="16475" y="2635"/>
                  </a:cubicBezTo>
                </a:path>
                <a:path w="16476" h="16603" stroke="0" extrusionOk="0">
                  <a:moveTo>
                    <a:pt x="13816" y="-1"/>
                  </a:moveTo>
                  <a:cubicBezTo>
                    <a:pt x="14777" y="799"/>
                    <a:pt x="15667" y="1681"/>
                    <a:pt x="16475" y="2635"/>
                  </a:cubicBezTo>
                  <a:lnTo>
                    <a:pt x="0" y="16603"/>
                  </a:lnTo>
                  <a:lnTo>
                    <a:pt x="13816" y="-1"/>
                  </a:lnTo>
                  <a:close/>
                </a:path>
              </a:pathLst>
            </a:cu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0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204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04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1" presetClass="entr" presetSubtype="0" repeatCount="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62" presetID="11" presetClass="entr" presetSubtype="0" repeatCount="2000" fill="hold" nodeType="after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3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204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20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2" dur="500"/>
                                        <p:tgtEl>
                                          <p:spTgt spid="20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9" dur="500"/>
                                        <p:tgtEl>
                                          <p:spTgt spid="204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2000"/>
                                        <p:tgtEl>
                                          <p:spTgt spid="20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20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20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2000"/>
                                        <p:tgtEl>
                                          <p:spTgt spid="20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20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2000"/>
                                        <p:tgtEl>
                                          <p:spTgt spid="2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 nodeType="clickPar">
                      <p:stCondLst>
                        <p:cond delay="indefinite"/>
                      </p:stCondLst>
                      <p:childTnLst>
                        <p:par>
                          <p:cTn id="1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9" dur="20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 nodeType="clickPar">
                      <p:stCondLst>
                        <p:cond delay="indefinite"/>
                      </p:stCondLst>
                      <p:childTnLst>
                        <p:par>
                          <p:cTn id="1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2000"/>
                                        <p:tgtEl>
                                          <p:spTgt spid="20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2000"/>
                                        <p:tgtEl>
                                          <p:spTgt spid="20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8" grpId="0" autoUpdateAnimBg="0"/>
      <p:bldP spid="20491" grpId="0" animBg="1"/>
      <p:bldP spid="20495" grpId="0" animBg="1" autoUpdateAnimBg="0"/>
      <p:bldP spid="20500" grpId="0" autoUpdateAnimBg="0"/>
      <p:bldP spid="2052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B28A2756-1EA1-B6C9-2FE0-3E254565B721}"/>
              </a:ext>
            </a:extLst>
          </p:cNvPr>
          <p:cNvGrpSpPr>
            <a:grpSpLocks/>
          </p:cNvGrpSpPr>
          <p:nvPr/>
        </p:nvGrpSpPr>
        <p:grpSpPr bwMode="auto">
          <a:xfrm>
            <a:off x="5726113" y="4364038"/>
            <a:ext cx="3094037" cy="2089150"/>
            <a:chOff x="3364" y="2477"/>
            <a:chExt cx="1988" cy="1683"/>
          </a:xfrm>
        </p:grpSpPr>
        <p:grpSp>
          <p:nvGrpSpPr>
            <p:cNvPr id="13367" name="Group 3">
              <a:extLst>
                <a:ext uri="{FF2B5EF4-FFF2-40B4-BE49-F238E27FC236}">
                  <a16:creationId xmlns:a16="http://schemas.microsoft.com/office/drawing/2014/main" id="{21DA8DAD-2354-8026-57F6-405553F49C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974" y="2477"/>
              <a:ext cx="943" cy="1598"/>
              <a:chOff x="3974" y="2477"/>
              <a:chExt cx="943" cy="1598"/>
            </a:xfrm>
          </p:grpSpPr>
          <p:pic>
            <p:nvPicPr>
              <p:cNvPr id="13371" name="Picture 4">
                <a:extLst>
                  <a:ext uri="{FF2B5EF4-FFF2-40B4-BE49-F238E27FC236}">
                    <a16:creationId xmlns:a16="http://schemas.microsoft.com/office/drawing/2014/main" id="{2947D98C-81CB-FA0A-00C6-397F3F3D406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39" y="2477"/>
                <a:ext cx="278" cy="1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13372" name="Picture 5">
                <a:extLst>
                  <a:ext uri="{FF2B5EF4-FFF2-40B4-BE49-F238E27FC236}">
                    <a16:creationId xmlns:a16="http://schemas.microsoft.com/office/drawing/2014/main" id="{6F682ADD-ADF9-BD7D-A149-84027A8E59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974" y="2485"/>
                <a:ext cx="278" cy="159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13368" name="Text Box 6">
              <a:extLst>
                <a:ext uri="{FF2B5EF4-FFF2-40B4-BE49-F238E27FC236}">
                  <a16:creationId xmlns:a16="http://schemas.microsoft.com/office/drawing/2014/main" id="{FF72BC02-58E4-4BC8-BCDC-BA1F5431F1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4" y="3788"/>
              <a:ext cx="445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bg1"/>
                  </a:solidFill>
                </a:rPr>
                <a:t>  (1)</a:t>
              </a:r>
            </a:p>
          </p:txBody>
        </p:sp>
        <p:sp>
          <p:nvSpPr>
            <p:cNvPr id="13369" name="Text Box 7">
              <a:extLst>
                <a:ext uri="{FF2B5EF4-FFF2-40B4-BE49-F238E27FC236}">
                  <a16:creationId xmlns:a16="http://schemas.microsoft.com/office/drawing/2014/main" id="{44251E5A-F6E5-A358-7BEC-5486A4703C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89" y="3788"/>
              <a:ext cx="886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bg1"/>
                  </a:solidFill>
                </a:rPr>
                <a:t>           (2)</a:t>
              </a:r>
            </a:p>
          </p:txBody>
        </p:sp>
        <p:sp>
          <p:nvSpPr>
            <p:cNvPr id="13370" name="Text Box 8">
              <a:extLst>
                <a:ext uri="{FF2B5EF4-FFF2-40B4-BE49-F238E27FC236}">
                  <a16:creationId xmlns:a16="http://schemas.microsoft.com/office/drawing/2014/main" id="{DFCEDF60-4C82-4E65-70FF-BFB3C7EB1C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58" y="3792"/>
              <a:ext cx="494" cy="3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chemeClr val="bg1"/>
                  </a:solidFill>
                </a:rPr>
                <a:t>   (3)</a:t>
              </a:r>
            </a:p>
          </p:txBody>
        </p:sp>
      </p:grpSp>
      <p:sp>
        <p:nvSpPr>
          <p:cNvPr id="21513" name="Text Box 9">
            <a:extLst>
              <a:ext uri="{FF2B5EF4-FFF2-40B4-BE49-F238E27FC236}">
                <a16:creationId xmlns:a16="http://schemas.microsoft.com/office/drawing/2014/main" id="{DDAB75A5-6202-4107-5845-831C0D357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92125"/>
            <a:ext cx="14335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分析：</a:t>
            </a:r>
          </a:p>
        </p:txBody>
      </p:sp>
      <p:graphicFrame>
        <p:nvGraphicFramePr>
          <p:cNvPr id="21514" name="Object 2">
            <a:extLst>
              <a:ext uri="{FF2B5EF4-FFF2-40B4-BE49-F238E27FC236}">
                <a16:creationId xmlns:a16="http://schemas.microsoft.com/office/drawing/2014/main" id="{A0D2F24F-FA8F-1278-7C7F-4779A53BB93C}"/>
              </a:ext>
            </a:extLst>
          </p:cNvPr>
          <p:cNvGraphicFramePr>
            <a:graphicFrameLocks/>
          </p:cNvGraphicFramePr>
          <p:nvPr/>
        </p:nvGraphicFramePr>
        <p:xfrm>
          <a:off x="1981200" y="339725"/>
          <a:ext cx="26781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659349" imgH="876328" progId="Equation.3">
                  <p:embed/>
                </p:oleObj>
              </mc:Choice>
              <mc:Fallback>
                <p:oleObj name="公式" r:id="rId4" imgW="2659349" imgH="87632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39725"/>
                        <a:ext cx="26781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5" name="Text Box 11">
            <a:extLst>
              <a:ext uri="{FF2B5EF4-FFF2-40B4-BE49-F238E27FC236}">
                <a16:creationId xmlns:a16="http://schemas.microsoft.com/office/drawing/2014/main" id="{636669DB-912C-4FE1-ECD5-A4C380AAA38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14938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FF9900"/>
              </a:buClr>
              <a:buSzPct val="80000"/>
              <a:buFont typeface="Wingdings" panose="05000000000000000000" pitchFamily="2" charset="2"/>
              <a:buNone/>
            </a:pPr>
            <a:r>
              <a:rPr lang="en-US" altLang="zh-CN">
                <a:solidFill>
                  <a:schemeClr val="bg1"/>
                </a:solidFill>
              </a:rPr>
              <a:t>(1)</a:t>
            </a:r>
          </a:p>
        </p:txBody>
      </p:sp>
      <p:graphicFrame>
        <p:nvGraphicFramePr>
          <p:cNvPr id="21516" name="Object 3">
            <a:extLst>
              <a:ext uri="{FF2B5EF4-FFF2-40B4-BE49-F238E27FC236}">
                <a16:creationId xmlns:a16="http://schemas.microsoft.com/office/drawing/2014/main" id="{3ABF2F7C-6A8D-E621-69E8-EC5B24EAFAA5}"/>
              </a:ext>
            </a:extLst>
          </p:cNvPr>
          <p:cNvGraphicFramePr>
            <a:graphicFrameLocks/>
          </p:cNvGraphicFramePr>
          <p:nvPr/>
        </p:nvGraphicFramePr>
        <p:xfrm>
          <a:off x="1549400" y="1517650"/>
          <a:ext cx="965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45004" imgH="373574" progId="Equation.3">
                  <p:embed/>
                </p:oleObj>
              </mc:Choice>
              <mc:Fallback>
                <p:oleObj name="Equation" r:id="rId6" imgW="945004" imgH="37357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49400" y="1517650"/>
                        <a:ext cx="965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7" name="Object 4">
            <a:extLst>
              <a:ext uri="{FF2B5EF4-FFF2-40B4-BE49-F238E27FC236}">
                <a16:creationId xmlns:a16="http://schemas.microsoft.com/office/drawing/2014/main" id="{F8D50D16-B9A7-2A43-FDAB-0531DF4A3632}"/>
              </a:ext>
            </a:extLst>
          </p:cNvPr>
          <p:cNvGraphicFramePr>
            <a:graphicFrameLocks/>
          </p:cNvGraphicFramePr>
          <p:nvPr/>
        </p:nvGraphicFramePr>
        <p:xfrm>
          <a:off x="1506538" y="2187575"/>
          <a:ext cx="24860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68756" imgH="876328" progId="Equation.3">
                  <p:embed/>
                </p:oleObj>
              </mc:Choice>
              <mc:Fallback>
                <p:oleObj name="Equation" r:id="rId8" imgW="2468756" imgH="876328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6538" y="2187575"/>
                        <a:ext cx="24860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18" name="Object 5">
            <a:extLst>
              <a:ext uri="{FF2B5EF4-FFF2-40B4-BE49-F238E27FC236}">
                <a16:creationId xmlns:a16="http://schemas.microsoft.com/office/drawing/2014/main" id="{E3BD46E0-A466-F372-E6C4-EFC3F79F19FF}"/>
              </a:ext>
            </a:extLst>
          </p:cNvPr>
          <p:cNvGraphicFramePr>
            <a:graphicFrameLocks/>
          </p:cNvGraphicFramePr>
          <p:nvPr/>
        </p:nvGraphicFramePr>
        <p:xfrm>
          <a:off x="4079875" y="1289050"/>
          <a:ext cx="2119313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095531" imgH="876328" progId="Equation.3">
                  <p:embed/>
                </p:oleObj>
              </mc:Choice>
              <mc:Fallback>
                <p:oleObj name="Equation" r:id="rId10" imgW="2095531" imgH="87632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75" y="1289050"/>
                        <a:ext cx="2119313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9" name="AutoShape 15">
            <a:extLst>
              <a:ext uri="{FF2B5EF4-FFF2-40B4-BE49-F238E27FC236}">
                <a16:creationId xmlns:a16="http://schemas.microsoft.com/office/drawing/2014/main" id="{3824978F-3F5C-024E-C590-CB91CCFF4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41638" y="1638300"/>
            <a:ext cx="744537" cy="166688"/>
          </a:xfrm>
          <a:prstGeom prst="rightArrow">
            <a:avLst>
              <a:gd name="adj1" fmla="val 51935"/>
              <a:gd name="adj2" fmla="val 111418"/>
            </a:avLst>
          </a:prstGeom>
          <a:gradFill rotWithShape="1">
            <a:gsLst>
              <a:gs pos="0">
                <a:srgbClr val="765E76"/>
              </a:gs>
              <a:gs pos="50000">
                <a:srgbClr val="FFCCFF"/>
              </a:gs>
              <a:gs pos="100000">
                <a:srgbClr val="765E76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1520" name="Text Box 16">
            <a:extLst>
              <a:ext uri="{FF2B5EF4-FFF2-40B4-BE49-F238E27FC236}">
                <a16:creationId xmlns:a16="http://schemas.microsoft.com/office/drawing/2014/main" id="{3C64D4BC-43E3-7EB0-6EF2-5A44C43601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94225" y="2339975"/>
            <a:ext cx="35782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无限长载流直导线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sp>
        <p:nvSpPr>
          <p:cNvPr id="21521" name="Text Box 17">
            <a:extLst>
              <a:ext uri="{FF2B5EF4-FFF2-40B4-BE49-F238E27FC236}">
                <a16:creationId xmlns:a16="http://schemas.microsoft.com/office/drawing/2014/main" id="{DDE9EB60-62E5-CB69-E8E3-213A9E0291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321468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</a:rPr>
              <a:t>(2)</a:t>
            </a:r>
          </a:p>
        </p:txBody>
      </p:sp>
      <p:graphicFrame>
        <p:nvGraphicFramePr>
          <p:cNvPr id="21522" name="Object 6">
            <a:extLst>
              <a:ext uri="{FF2B5EF4-FFF2-40B4-BE49-F238E27FC236}">
                <a16:creationId xmlns:a16="http://schemas.microsoft.com/office/drawing/2014/main" id="{B8241992-D45F-C465-C823-D082A52CC46A}"/>
              </a:ext>
            </a:extLst>
          </p:cNvPr>
          <p:cNvGraphicFramePr>
            <a:graphicFrameLocks/>
          </p:cNvGraphicFramePr>
          <p:nvPr/>
        </p:nvGraphicFramePr>
        <p:xfrm>
          <a:off x="1558925" y="3243263"/>
          <a:ext cx="954088" cy="3921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29578" imgH="373574" progId="Equation.3">
                  <p:embed/>
                </p:oleObj>
              </mc:Choice>
              <mc:Fallback>
                <p:oleObj name="Equation" r:id="rId12" imgW="929578" imgH="37357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58925" y="3243263"/>
                        <a:ext cx="954088" cy="3921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3" name="Object 7">
            <a:extLst>
              <a:ext uri="{FF2B5EF4-FFF2-40B4-BE49-F238E27FC236}">
                <a16:creationId xmlns:a16="http://schemas.microsoft.com/office/drawing/2014/main" id="{735BFB8A-DC6F-7A9E-96CA-D4B7A36B6DDB}"/>
              </a:ext>
            </a:extLst>
          </p:cNvPr>
          <p:cNvGraphicFramePr>
            <a:graphicFrameLocks/>
          </p:cNvGraphicFramePr>
          <p:nvPr/>
        </p:nvGraphicFramePr>
        <p:xfrm>
          <a:off x="4038600" y="2984500"/>
          <a:ext cx="1925638" cy="901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904938" imgH="876328" progId="Equation.3">
                  <p:embed/>
                </p:oleObj>
              </mc:Choice>
              <mc:Fallback>
                <p:oleObj name="Equation" r:id="rId14" imgW="1904938" imgH="87632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984500"/>
                        <a:ext cx="1925638" cy="901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4" name="Object 8">
            <a:extLst>
              <a:ext uri="{FF2B5EF4-FFF2-40B4-BE49-F238E27FC236}">
                <a16:creationId xmlns:a16="http://schemas.microsoft.com/office/drawing/2014/main" id="{AFC089B7-619B-AA3D-71EB-39B29BC7E2DE}"/>
              </a:ext>
            </a:extLst>
          </p:cNvPr>
          <p:cNvGraphicFramePr>
            <a:graphicFrameLocks/>
          </p:cNvGraphicFramePr>
          <p:nvPr/>
        </p:nvGraphicFramePr>
        <p:xfrm>
          <a:off x="1492250" y="3935413"/>
          <a:ext cx="23622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339371" imgH="800017" progId="Equation.3">
                  <p:embed/>
                </p:oleObj>
              </mc:Choice>
              <mc:Fallback>
                <p:oleObj name="Equation" r:id="rId16" imgW="2339371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2250" y="3935413"/>
                        <a:ext cx="23622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5" name="AutoShape 21">
            <a:extLst>
              <a:ext uri="{FF2B5EF4-FFF2-40B4-BE49-F238E27FC236}">
                <a16:creationId xmlns:a16="http://schemas.microsoft.com/office/drawing/2014/main" id="{4A716B0E-5599-3ED7-21EE-AAE8104472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9900" y="3355975"/>
            <a:ext cx="717550" cy="152400"/>
          </a:xfrm>
          <a:prstGeom prst="rightArrow">
            <a:avLst>
              <a:gd name="adj1" fmla="val 53648"/>
              <a:gd name="adj2" fmla="val 117708"/>
            </a:avLst>
          </a:prstGeom>
          <a:gradFill rotWithShape="1">
            <a:gsLst>
              <a:gs pos="0">
                <a:srgbClr val="765E76"/>
              </a:gs>
              <a:gs pos="50000">
                <a:srgbClr val="FFCCFF"/>
              </a:gs>
              <a:gs pos="100000">
                <a:srgbClr val="765E76"/>
              </a:gs>
            </a:gsLst>
            <a:lin ang="5400000" scaled="1"/>
          </a:gra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1526" name="Object 9">
            <a:extLst>
              <a:ext uri="{FF2B5EF4-FFF2-40B4-BE49-F238E27FC236}">
                <a16:creationId xmlns:a16="http://schemas.microsoft.com/office/drawing/2014/main" id="{AB8E586F-2C6B-965C-01FC-F6DFF6C30B0F}"/>
              </a:ext>
            </a:extLst>
          </p:cNvPr>
          <p:cNvGraphicFramePr>
            <a:graphicFrameLocks/>
          </p:cNvGraphicFramePr>
          <p:nvPr/>
        </p:nvGraphicFramePr>
        <p:xfrm>
          <a:off x="4051300" y="3935413"/>
          <a:ext cx="989013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67896" imgH="800017" progId="Equation.3">
                  <p:embed/>
                </p:oleObj>
              </mc:Choice>
              <mc:Fallback>
                <p:oleObj name="Equation" r:id="rId18" imgW="967896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51300" y="3935413"/>
                        <a:ext cx="989013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27" name="Text Box 23">
            <a:extLst>
              <a:ext uri="{FF2B5EF4-FFF2-40B4-BE49-F238E27FC236}">
                <a16:creationId xmlns:a16="http://schemas.microsoft.com/office/drawing/2014/main" id="{DD759E6D-7A3E-C450-860D-F846D46E86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3500" y="4071938"/>
            <a:ext cx="20907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无限大板</a:t>
            </a:r>
          </a:p>
        </p:txBody>
      </p:sp>
      <p:graphicFrame>
        <p:nvGraphicFramePr>
          <p:cNvPr id="21528" name="Object 10">
            <a:extLst>
              <a:ext uri="{FF2B5EF4-FFF2-40B4-BE49-F238E27FC236}">
                <a16:creationId xmlns:a16="http://schemas.microsoft.com/office/drawing/2014/main" id="{51CF15D7-11D3-44B8-B6D5-DB986B67B2D6}"/>
              </a:ext>
            </a:extLst>
          </p:cNvPr>
          <p:cNvGraphicFramePr>
            <a:graphicFrameLocks/>
          </p:cNvGraphicFramePr>
          <p:nvPr/>
        </p:nvGraphicFramePr>
        <p:xfrm>
          <a:off x="1495425" y="5095875"/>
          <a:ext cx="1587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562069" imgH="411480" progId="Equation.3">
                  <p:embed/>
                </p:oleObj>
              </mc:Choice>
              <mc:Fallback>
                <p:oleObj name="Equation" r:id="rId20" imgW="1562069" imgH="411480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95425" y="5095875"/>
                        <a:ext cx="1587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529" name="Object 11">
            <a:extLst>
              <a:ext uri="{FF2B5EF4-FFF2-40B4-BE49-F238E27FC236}">
                <a16:creationId xmlns:a16="http://schemas.microsoft.com/office/drawing/2014/main" id="{19A3711C-FDE8-5954-E734-D482AE5118CC}"/>
              </a:ext>
            </a:extLst>
          </p:cNvPr>
          <p:cNvGraphicFramePr>
            <a:graphicFrameLocks/>
          </p:cNvGraphicFramePr>
          <p:nvPr/>
        </p:nvGraphicFramePr>
        <p:xfrm>
          <a:off x="4151313" y="5095875"/>
          <a:ext cx="11953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1173418" imgH="411480" progId="Equation.3">
                  <p:embed/>
                </p:oleObj>
              </mc:Choice>
              <mc:Fallback>
                <p:oleObj name="Equation" r:id="rId22" imgW="1173418" imgH="41148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1313" y="5095875"/>
                        <a:ext cx="11953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6">
            <a:extLst>
              <a:ext uri="{FF2B5EF4-FFF2-40B4-BE49-F238E27FC236}">
                <a16:creationId xmlns:a16="http://schemas.microsoft.com/office/drawing/2014/main" id="{1BB6F821-B2E9-C444-3CE8-A9DB2CD969BB}"/>
              </a:ext>
            </a:extLst>
          </p:cNvPr>
          <p:cNvGrpSpPr>
            <a:grpSpLocks/>
          </p:cNvGrpSpPr>
          <p:nvPr/>
        </p:nvGrpSpPr>
        <p:grpSpPr bwMode="auto">
          <a:xfrm>
            <a:off x="1828800" y="5638800"/>
            <a:ext cx="2209800" cy="695325"/>
            <a:chOff x="1104" y="3552"/>
            <a:chExt cx="1343" cy="438"/>
          </a:xfrm>
        </p:grpSpPr>
        <p:sp>
          <p:nvSpPr>
            <p:cNvPr id="13365" name="AutoShape 27">
              <a:extLst>
                <a:ext uri="{FF2B5EF4-FFF2-40B4-BE49-F238E27FC236}">
                  <a16:creationId xmlns:a16="http://schemas.microsoft.com/office/drawing/2014/main" id="{D1020509-0B7A-9F98-36D7-1E7E3B1400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3552"/>
              <a:ext cx="1343" cy="438"/>
            </a:xfrm>
            <a:prstGeom prst="upArrowCallout">
              <a:avLst>
                <a:gd name="adj1" fmla="val 76655"/>
                <a:gd name="adj2" fmla="val 76655"/>
                <a:gd name="adj3" fmla="val 16667"/>
                <a:gd name="adj4" fmla="val 66667"/>
              </a:avLst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66" name="Text Box 28">
              <a:extLst>
                <a:ext uri="{FF2B5EF4-FFF2-40B4-BE49-F238E27FC236}">
                  <a16:creationId xmlns:a16="http://schemas.microsoft.com/office/drawing/2014/main" id="{FF5C89EB-D663-02B9-BFE8-3F8FC1517B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66" y="3701"/>
              <a:ext cx="67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zh-CN" altLang="en-US">
                  <a:solidFill>
                    <a:schemeClr val="bg1"/>
                  </a:solidFill>
                </a:rPr>
                <a:t>磁屏蔽</a:t>
              </a:r>
            </a:p>
          </p:txBody>
        </p:sp>
      </p:grpSp>
      <p:grpSp>
        <p:nvGrpSpPr>
          <p:cNvPr id="5" name="Group 29">
            <a:extLst>
              <a:ext uri="{FF2B5EF4-FFF2-40B4-BE49-F238E27FC236}">
                <a16:creationId xmlns:a16="http://schemas.microsoft.com/office/drawing/2014/main" id="{E694D296-7972-2141-AC2B-E63E579125EE}"/>
              </a:ext>
            </a:extLst>
          </p:cNvPr>
          <p:cNvGrpSpPr>
            <a:grpSpLocks/>
          </p:cNvGrpSpPr>
          <p:nvPr/>
        </p:nvGrpSpPr>
        <p:grpSpPr bwMode="auto">
          <a:xfrm>
            <a:off x="7154863" y="4779963"/>
            <a:ext cx="381000" cy="381000"/>
            <a:chOff x="4992" y="3216"/>
            <a:chExt cx="240" cy="240"/>
          </a:xfrm>
        </p:grpSpPr>
        <p:sp>
          <p:nvSpPr>
            <p:cNvPr id="13361" name="Oval 30">
              <a:extLst>
                <a:ext uri="{FF2B5EF4-FFF2-40B4-BE49-F238E27FC236}">
                  <a16:creationId xmlns:a16="http://schemas.microsoft.com/office/drawing/2014/main" id="{0A14BBE4-7016-CD66-FF36-8501567B8F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16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pSp>
          <p:nvGrpSpPr>
            <p:cNvPr id="13362" name="Group 31">
              <a:extLst>
                <a:ext uri="{FF2B5EF4-FFF2-40B4-BE49-F238E27FC236}">
                  <a16:creationId xmlns:a16="http://schemas.microsoft.com/office/drawing/2014/main" id="{C9D57FFB-EF6E-E59E-91EB-431DFE0399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3290"/>
              <a:ext cx="125" cy="120"/>
              <a:chOff x="2352" y="2027"/>
              <a:chExt cx="100" cy="96"/>
            </a:xfrm>
          </p:grpSpPr>
          <p:sp>
            <p:nvSpPr>
              <p:cNvPr id="13363" name="Line 32">
                <a:extLst>
                  <a:ext uri="{FF2B5EF4-FFF2-40B4-BE49-F238E27FC236}">
                    <a16:creationId xmlns:a16="http://schemas.microsoft.com/office/drawing/2014/main" id="{519E4D69-E4C7-1A32-5A3E-EDAE85F21B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4" name="Line 33">
                <a:extLst>
                  <a:ext uri="{FF2B5EF4-FFF2-40B4-BE49-F238E27FC236}">
                    <a16:creationId xmlns:a16="http://schemas.microsoft.com/office/drawing/2014/main" id="{DEE3E6A8-06E0-08C2-38F5-D14F66F0EE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5BBC0ECE-E7B1-F4CA-CC18-F31AF0832879}"/>
              </a:ext>
            </a:extLst>
          </p:cNvPr>
          <p:cNvGrpSpPr>
            <a:grpSpLocks/>
          </p:cNvGrpSpPr>
          <p:nvPr/>
        </p:nvGrpSpPr>
        <p:grpSpPr bwMode="auto">
          <a:xfrm>
            <a:off x="7154863" y="5470525"/>
            <a:ext cx="381000" cy="381000"/>
            <a:chOff x="4992" y="3216"/>
            <a:chExt cx="240" cy="240"/>
          </a:xfrm>
        </p:grpSpPr>
        <p:sp>
          <p:nvSpPr>
            <p:cNvPr id="13357" name="Oval 35">
              <a:extLst>
                <a:ext uri="{FF2B5EF4-FFF2-40B4-BE49-F238E27FC236}">
                  <a16:creationId xmlns:a16="http://schemas.microsoft.com/office/drawing/2014/main" id="{2750FF74-78C3-0EDF-2E3F-517B9C4AB1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1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3358" name="Group 36">
              <a:extLst>
                <a:ext uri="{FF2B5EF4-FFF2-40B4-BE49-F238E27FC236}">
                  <a16:creationId xmlns:a16="http://schemas.microsoft.com/office/drawing/2014/main" id="{738F53A5-5D56-08B3-698D-A1EE312F9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3290"/>
              <a:ext cx="125" cy="120"/>
              <a:chOff x="2352" y="2027"/>
              <a:chExt cx="100" cy="96"/>
            </a:xfrm>
          </p:grpSpPr>
          <p:sp>
            <p:nvSpPr>
              <p:cNvPr id="13359" name="Line 37">
                <a:extLst>
                  <a:ext uri="{FF2B5EF4-FFF2-40B4-BE49-F238E27FC236}">
                    <a16:creationId xmlns:a16="http://schemas.microsoft.com/office/drawing/2014/main" id="{F0DAC442-D6E5-6ED0-9F12-6BEF9E1BDD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60" name="Line 38">
                <a:extLst>
                  <a:ext uri="{FF2B5EF4-FFF2-40B4-BE49-F238E27FC236}">
                    <a16:creationId xmlns:a16="http://schemas.microsoft.com/office/drawing/2014/main" id="{55D20694-028D-8639-AE9C-D48520AEE1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9" name="Group 39">
            <a:extLst>
              <a:ext uri="{FF2B5EF4-FFF2-40B4-BE49-F238E27FC236}">
                <a16:creationId xmlns:a16="http://schemas.microsoft.com/office/drawing/2014/main" id="{023D5E95-152D-CAB1-2133-2F37420692D0}"/>
              </a:ext>
            </a:extLst>
          </p:cNvPr>
          <p:cNvGrpSpPr>
            <a:grpSpLocks/>
          </p:cNvGrpSpPr>
          <p:nvPr/>
        </p:nvGrpSpPr>
        <p:grpSpPr bwMode="auto">
          <a:xfrm>
            <a:off x="6022975" y="5470525"/>
            <a:ext cx="381000" cy="381000"/>
            <a:chOff x="4992" y="3216"/>
            <a:chExt cx="240" cy="240"/>
          </a:xfrm>
        </p:grpSpPr>
        <p:sp>
          <p:nvSpPr>
            <p:cNvPr id="13353" name="Oval 40">
              <a:extLst>
                <a:ext uri="{FF2B5EF4-FFF2-40B4-BE49-F238E27FC236}">
                  <a16:creationId xmlns:a16="http://schemas.microsoft.com/office/drawing/2014/main" id="{EF70C7A1-6777-F52D-0185-7237A93A8C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16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3354" name="Group 41">
              <a:extLst>
                <a:ext uri="{FF2B5EF4-FFF2-40B4-BE49-F238E27FC236}">
                  <a16:creationId xmlns:a16="http://schemas.microsoft.com/office/drawing/2014/main" id="{3D99A198-7CFB-C8DF-1BD8-56C9F5F4F08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3290"/>
              <a:ext cx="125" cy="120"/>
              <a:chOff x="2352" y="2027"/>
              <a:chExt cx="100" cy="96"/>
            </a:xfrm>
          </p:grpSpPr>
          <p:sp>
            <p:nvSpPr>
              <p:cNvPr id="13355" name="Line 42">
                <a:extLst>
                  <a:ext uri="{FF2B5EF4-FFF2-40B4-BE49-F238E27FC236}">
                    <a16:creationId xmlns:a16="http://schemas.microsoft.com/office/drawing/2014/main" id="{FF7DDFC3-276E-17DA-3BF9-8E9E7E9CA1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6" name="Line 43">
                <a:extLst>
                  <a:ext uri="{FF2B5EF4-FFF2-40B4-BE49-F238E27FC236}">
                    <a16:creationId xmlns:a16="http://schemas.microsoft.com/office/drawing/2014/main" id="{0302E170-EC96-7D6B-08A8-1B3627CB97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1" name="Group 44">
            <a:extLst>
              <a:ext uri="{FF2B5EF4-FFF2-40B4-BE49-F238E27FC236}">
                <a16:creationId xmlns:a16="http://schemas.microsoft.com/office/drawing/2014/main" id="{5E2EDBE6-B421-E00B-6DE2-C6FACA7A5E55}"/>
              </a:ext>
            </a:extLst>
          </p:cNvPr>
          <p:cNvGrpSpPr>
            <a:grpSpLocks/>
          </p:cNvGrpSpPr>
          <p:nvPr/>
        </p:nvGrpSpPr>
        <p:grpSpPr bwMode="auto">
          <a:xfrm>
            <a:off x="8266113" y="4803775"/>
            <a:ext cx="381000" cy="381000"/>
            <a:chOff x="4992" y="3216"/>
            <a:chExt cx="240" cy="240"/>
          </a:xfrm>
        </p:grpSpPr>
        <p:sp>
          <p:nvSpPr>
            <p:cNvPr id="13349" name="Oval 45">
              <a:extLst>
                <a:ext uri="{FF2B5EF4-FFF2-40B4-BE49-F238E27FC236}">
                  <a16:creationId xmlns:a16="http://schemas.microsoft.com/office/drawing/2014/main" id="{DCFF1CFB-5B4F-1EF8-141F-066AE45262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92" y="3216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rgbClr val="CCFF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grpSp>
          <p:nvGrpSpPr>
            <p:cNvPr id="13350" name="Group 46">
              <a:extLst>
                <a:ext uri="{FF2B5EF4-FFF2-40B4-BE49-F238E27FC236}">
                  <a16:creationId xmlns:a16="http://schemas.microsoft.com/office/drawing/2014/main" id="{84016158-4770-5898-AF06-CD739871BF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52" y="3290"/>
              <a:ext cx="125" cy="120"/>
              <a:chOff x="2352" y="2027"/>
              <a:chExt cx="100" cy="96"/>
            </a:xfrm>
          </p:grpSpPr>
          <p:sp>
            <p:nvSpPr>
              <p:cNvPr id="13351" name="Line 47">
                <a:extLst>
                  <a:ext uri="{FF2B5EF4-FFF2-40B4-BE49-F238E27FC236}">
                    <a16:creationId xmlns:a16="http://schemas.microsoft.com/office/drawing/2014/main" id="{EED52D7B-B53E-D67E-8F12-7655D9D905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352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3352" name="Line 48">
                <a:extLst>
                  <a:ext uri="{FF2B5EF4-FFF2-40B4-BE49-F238E27FC236}">
                    <a16:creationId xmlns:a16="http://schemas.microsoft.com/office/drawing/2014/main" id="{61CD9E3D-2658-D8B8-A778-0301A820FF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6" y="2027"/>
                <a:ext cx="96" cy="96"/>
              </a:xfrm>
              <a:prstGeom prst="line">
                <a:avLst/>
              </a:prstGeom>
              <a:noFill/>
              <a:ln w="38100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13" name="Group 49">
            <a:extLst>
              <a:ext uri="{FF2B5EF4-FFF2-40B4-BE49-F238E27FC236}">
                <a16:creationId xmlns:a16="http://schemas.microsoft.com/office/drawing/2014/main" id="{9EB42EF2-784C-39AA-AA71-A89E31EF2F20}"/>
              </a:ext>
            </a:extLst>
          </p:cNvPr>
          <p:cNvGrpSpPr>
            <a:grpSpLocks/>
          </p:cNvGrpSpPr>
          <p:nvPr/>
        </p:nvGrpSpPr>
        <p:grpSpPr bwMode="auto">
          <a:xfrm>
            <a:off x="6030913" y="4821238"/>
            <a:ext cx="381000" cy="381000"/>
            <a:chOff x="3557" y="2956"/>
            <a:chExt cx="240" cy="240"/>
          </a:xfrm>
        </p:grpSpPr>
        <p:sp>
          <p:nvSpPr>
            <p:cNvPr id="13347" name="Oval 50">
              <a:extLst>
                <a:ext uri="{FF2B5EF4-FFF2-40B4-BE49-F238E27FC236}">
                  <a16:creationId xmlns:a16="http://schemas.microsoft.com/office/drawing/2014/main" id="{8F9830EF-21FF-11A4-8E16-F65AB9FC27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57" y="2956"/>
              <a:ext cx="240" cy="240"/>
            </a:xfrm>
            <a:prstGeom prst="ellipse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8" name="Oval 51">
              <a:extLst>
                <a:ext uri="{FF2B5EF4-FFF2-40B4-BE49-F238E27FC236}">
                  <a16:creationId xmlns:a16="http://schemas.microsoft.com/office/drawing/2014/main" id="{9F400F34-1C3C-514B-2158-E0461515A5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9" y="3057"/>
              <a:ext cx="47" cy="4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4" name="Group 52">
            <a:extLst>
              <a:ext uri="{FF2B5EF4-FFF2-40B4-BE49-F238E27FC236}">
                <a16:creationId xmlns:a16="http://schemas.microsoft.com/office/drawing/2014/main" id="{4D6B956F-A645-C2B1-62A3-AFE86EA86059}"/>
              </a:ext>
            </a:extLst>
          </p:cNvPr>
          <p:cNvGrpSpPr>
            <a:grpSpLocks/>
          </p:cNvGrpSpPr>
          <p:nvPr/>
        </p:nvGrpSpPr>
        <p:grpSpPr bwMode="auto">
          <a:xfrm>
            <a:off x="8308975" y="5470525"/>
            <a:ext cx="381000" cy="381000"/>
            <a:chOff x="5057" y="3481"/>
            <a:chExt cx="240" cy="240"/>
          </a:xfrm>
        </p:grpSpPr>
        <p:sp>
          <p:nvSpPr>
            <p:cNvPr id="13345" name="Oval 53">
              <a:extLst>
                <a:ext uri="{FF2B5EF4-FFF2-40B4-BE49-F238E27FC236}">
                  <a16:creationId xmlns:a16="http://schemas.microsoft.com/office/drawing/2014/main" id="{BA80A187-1009-4BAD-6D5D-A102BF4669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57" y="3481"/>
              <a:ext cx="240" cy="24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3346" name="Oval 54">
              <a:extLst>
                <a:ext uri="{FF2B5EF4-FFF2-40B4-BE49-F238E27FC236}">
                  <a16:creationId xmlns:a16="http://schemas.microsoft.com/office/drawing/2014/main" id="{3691A886-9225-1128-8926-F25949E272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9" y="3582"/>
              <a:ext cx="47" cy="47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15" name="Group 55">
            <a:extLst>
              <a:ext uri="{FF2B5EF4-FFF2-40B4-BE49-F238E27FC236}">
                <a16:creationId xmlns:a16="http://schemas.microsoft.com/office/drawing/2014/main" id="{D413B0BB-8C99-1EA2-2B44-07119DBADF75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4500563"/>
            <a:ext cx="282575" cy="1463675"/>
            <a:chOff x="4007" y="2703"/>
            <a:chExt cx="178" cy="922"/>
          </a:xfrm>
        </p:grpSpPr>
        <p:sp>
          <p:nvSpPr>
            <p:cNvPr id="13343" name="Line 56">
              <a:extLst>
                <a:ext uri="{FF2B5EF4-FFF2-40B4-BE49-F238E27FC236}">
                  <a16:creationId xmlns:a16="http://schemas.microsoft.com/office/drawing/2014/main" id="{D21576D0-8059-4035-6FBC-71887C6B29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95" y="3030"/>
              <a:ext cx="0" cy="59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4" name="Text Box 57">
              <a:extLst>
                <a:ext uri="{FF2B5EF4-FFF2-40B4-BE49-F238E27FC236}">
                  <a16:creationId xmlns:a16="http://schemas.microsoft.com/office/drawing/2014/main" id="{56D831D5-84B9-7B14-B1E2-DE3DD0508C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07" y="2703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i</a:t>
              </a:r>
            </a:p>
          </p:txBody>
        </p:sp>
      </p:grpSp>
      <p:grpSp>
        <p:nvGrpSpPr>
          <p:cNvPr id="16" name="Group 58">
            <a:extLst>
              <a:ext uri="{FF2B5EF4-FFF2-40B4-BE49-F238E27FC236}">
                <a16:creationId xmlns:a16="http://schemas.microsoft.com/office/drawing/2014/main" id="{1EA6D87B-0D97-4ED2-A444-997BF6F6B92D}"/>
              </a:ext>
            </a:extLst>
          </p:cNvPr>
          <p:cNvGrpSpPr>
            <a:grpSpLocks/>
          </p:cNvGrpSpPr>
          <p:nvPr/>
        </p:nvGrpSpPr>
        <p:grpSpPr bwMode="auto">
          <a:xfrm>
            <a:off x="7761288" y="4481513"/>
            <a:ext cx="282575" cy="1482725"/>
            <a:chOff x="4690" y="2703"/>
            <a:chExt cx="178" cy="934"/>
          </a:xfrm>
        </p:grpSpPr>
        <p:sp>
          <p:nvSpPr>
            <p:cNvPr id="13341" name="Line 59">
              <a:extLst>
                <a:ext uri="{FF2B5EF4-FFF2-40B4-BE49-F238E27FC236}">
                  <a16:creationId xmlns:a16="http://schemas.microsoft.com/office/drawing/2014/main" id="{A2852BD9-2AE3-F603-047D-F72EEC0A45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79" y="3042"/>
              <a:ext cx="0" cy="595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42" name="Text Box 60">
              <a:extLst>
                <a:ext uri="{FF2B5EF4-FFF2-40B4-BE49-F238E27FC236}">
                  <a16:creationId xmlns:a16="http://schemas.microsoft.com/office/drawing/2014/main" id="{C71771C3-F9E2-1745-2817-5CCF7433FD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0" y="2703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0000"/>
                  </a:solidFill>
                </a:rPr>
                <a:t>i</a:t>
              </a:r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1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15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1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1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1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1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21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21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215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215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1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8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3" presetClass="entr" presetSubtype="28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0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1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2000"/>
                                        <p:tgtEl>
                                          <p:spTgt spid="21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13" grpId="0" autoUpdateAnimBg="0"/>
      <p:bldP spid="21515" grpId="0" autoUpdateAnimBg="0"/>
      <p:bldP spid="21519" grpId="0" animBg="1"/>
      <p:bldP spid="21520" grpId="0" autoUpdateAnimBg="0"/>
      <p:bldP spid="21521" grpId="0" autoUpdateAnimBg="0"/>
      <p:bldP spid="21525" grpId="0" animBg="1"/>
      <p:bldP spid="21527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96" name="AutoShape 68">
            <a:extLst>
              <a:ext uri="{FF2B5EF4-FFF2-40B4-BE49-F238E27FC236}">
                <a16:creationId xmlns:a16="http://schemas.microsoft.com/office/drawing/2014/main" id="{2DC6DC07-03A5-9349-29C9-D0F2E05A4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27088" y="5516563"/>
            <a:ext cx="2952750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2545" name="Text Box 17">
            <a:extLst>
              <a:ext uri="{FF2B5EF4-FFF2-40B4-BE49-F238E27FC236}">
                <a16:creationId xmlns:a16="http://schemas.microsoft.com/office/drawing/2014/main" id="{7CD5D16C-B6B3-2339-B83D-2C94F5B581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2438" y="298450"/>
            <a:ext cx="36623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2. </a:t>
            </a:r>
            <a:r>
              <a:rPr lang="zh-CN" altLang="en-US">
                <a:solidFill>
                  <a:srgbClr val="66FFFF"/>
                </a:solidFill>
                <a:latin typeface="宋体" panose="02010600030101010101" pitchFamily="2" charset="-122"/>
              </a:rPr>
              <a:t>载流圆线圈的磁场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3E641BA-21E2-A8A1-1E1A-164D3A8E1895}"/>
              </a:ext>
            </a:extLst>
          </p:cNvPr>
          <p:cNvGrpSpPr>
            <a:grpSpLocks/>
          </p:cNvGrpSpPr>
          <p:nvPr/>
        </p:nvGrpSpPr>
        <p:grpSpPr bwMode="auto">
          <a:xfrm>
            <a:off x="5900738" y="682625"/>
            <a:ext cx="793750" cy="1974850"/>
            <a:chOff x="3717" y="430"/>
            <a:chExt cx="500" cy="1244"/>
          </a:xfrm>
        </p:grpSpPr>
        <p:sp>
          <p:nvSpPr>
            <p:cNvPr id="14396" name="Oval 19">
              <a:extLst>
                <a:ext uri="{FF2B5EF4-FFF2-40B4-BE49-F238E27FC236}">
                  <a16:creationId xmlns:a16="http://schemas.microsoft.com/office/drawing/2014/main" id="{B6ABCA27-F4B9-CB21-EDB2-E9B256271D6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17" y="430"/>
              <a:ext cx="500" cy="1244"/>
            </a:xfrm>
            <a:prstGeom prst="ellipse">
              <a:avLst/>
            </a:prstGeom>
            <a:noFill/>
            <a:ln w="76200">
              <a:solidFill>
                <a:srgbClr val="CC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4397" name="Line 20">
              <a:extLst>
                <a:ext uri="{FF2B5EF4-FFF2-40B4-BE49-F238E27FC236}">
                  <a16:creationId xmlns:a16="http://schemas.microsoft.com/office/drawing/2014/main" id="{544B39A3-3D3F-418C-5A1A-19EE2972FC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78" y="430"/>
              <a:ext cx="0" cy="624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8" name="Text Box 21">
              <a:extLst>
                <a:ext uri="{FF2B5EF4-FFF2-40B4-BE49-F238E27FC236}">
                  <a16:creationId xmlns:a16="http://schemas.microsoft.com/office/drawing/2014/main" id="{B023D857-FC52-6998-1A41-9F94BBDA43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45" y="624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0" i="1">
                  <a:solidFill>
                    <a:schemeClr val="bg1"/>
                  </a:solidFill>
                </a:rPr>
                <a:t>R</a:t>
              </a:r>
            </a:p>
          </p:txBody>
        </p:sp>
      </p:grpSp>
      <p:grpSp>
        <p:nvGrpSpPr>
          <p:cNvPr id="3" name="Group 22">
            <a:extLst>
              <a:ext uri="{FF2B5EF4-FFF2-40B4-BE49-F238E27FC236}">
                <a16:creationId xmlns:a16="http://schemas.microsoft.com/office/drawing/2014/main" id="{B110E2EA-052B-9C7A-CD70-03559575D378}"/>
              </a:ext>
            </a:extLst>
          </p:cNvPr>
          <p:cNvGrpSpPr>
            <a:grpSpLocks/>
          </p:cNvGrpSpPr>
          <p:nvPr/>
        </p:nvGrpSpPr>
        <p:grpSpPr bwMode="auto">
          <a:xfrm>
            <a:off x="6164263" y="1673225"/>
            <a:ext cx="2635250" cy="531813"/>
            <a:chOff x="3883" y="1054"/>
            <a:chExt cx="1660" cy="335"/>
          </a:xfrm>
        </p:grpSpPr>
        <p:sp>
          <p:nvSpPr>
            <p:cNvPr id="14393" name="Line 23">
              <a:extLst>
                <a:ext uri="{FF2B5EF4-FFF2-40B4-BE49-F238E27FC236}">
                  <a16:creationId xmlns:a16="http://schemas.microsoft.com/office/drawing/2014/main" id="{8427522F-1BBE-1C33-1D69-94F534C972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78" y="1054"/>
              <a:ext cx="1510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94" name="Text Box 24">
              <a:extLst>
                <a:ext uri="{FF2B5EF4-FFF2-40B4-BE49-F238E27FC236}">
                  <a16:creationId xmlns:a16="http://schemas.microsoft.com/office/drawing/2014/main" id="{A2C75E0A-6C20-43A5-84F2-E9F7792084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31" y="1101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</a:p>
          </p:txBody>
        </p:sp>
        <p:sp>
          <p:nvSpPr>
            <p:cNvPr id="14395" name="Text Box 25">
              <a:extLst>
                <a:ext uri="{FF2B5EF4-FFF2-40B4-BE49-F238E27FC236}">
                  <a16:creationId xmlns:a16="http://schemas.microsoft.com/office/drawing/2014/main" id="{AFBC6D4D-CCC2-220C-52CD-07CBF48497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83" y="1054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48943C76-DCAA-8C88-0FAB-6BDB6DEDB21A}"/>
              </a:ext>
            </a:extLst>
          </p:cNvPr>
          <p:cNvGrpSpPr>
            <a:grpSpLocks/>
          </p:cNvGrpSpPr>
          <p:nvPr/>
        </p:nvGrpSpPr>
        <p:grpSpPr bwMode="auto">
          <a:xfrm>
            <a:off x="6069013" y="2438400"/>
            <a:ext cx="847725" cy="696913"/>
            <a:chOff x="3791" y="1530"/>
            <a:chExt cx="582" cy="426"/>
          </a:xfrm>
        </p:grpSpPr>
        <p:sp>
          <p:nvSpPr>
            <p:cNvPr id="14391" name="AutoShape 27">
              <a:extLst>
                <a:ext uri="{FF2B5EF4-FFF2-40B4-BE49-F238E27FC236}">
                  <a16:creationId xmlns:a16="http://schemas.microsoft.com/office/drawing/2014/main" id="{440228AE-F955-E35C-0551-61DFD32B6734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3791" y="1530"/>
              <a:ext cx="373" cy="28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85 w 21600"/>
                <a:gd name="T19" fmla="*/ 3161 h 21600"/>
                <a:gd name="T20" fmla="*/ 18415 w 21600"/>
                <a:gd name="T21" fmla="*/ 18439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8862" y="10754"/>
                  </a:moveTo>
                  <a:cubicBezTo>
                    <a:pt x="18837" y="6318"/>
                    <a:pt x="15235" y="2737"/>
                    <a:pt x="10800" y="2737"/>
                  </a:cubicBezTo>
                  <a:cubicBezTo>
                    <a:pt x="6366" y="2736"/>
                    <a:pt x="2764" y="6317"/>
                    <a:pt x="2737" y="10751"/>
                  </a:cubicBezTo>
                  <a:lnTo>
                    <a:pt x="0" y="10734"/>
                  </a:lnTo>
                  <a:cubicBezTo>
                    <a:pt x="36" y="4795"/>
                    <a:pt x="4860" y="-1"/>
                    <a:pt x="10800" y="0"/>
                  </a:cubicBezTo>
                  <a:cubicBezTo>
                    <a:pt x="16740" y="0"/>
                    <a:pt x="21565" y="4797"/>
                    <a:pt x="21599" y="10738"/>
                  </a:cubicBezTo>
                  <a:lnTo>
                    <a:pt x="24299" y="10722"/>
                  </a:lnTo>
                  <a:lnTo>
                    <a:pt x="20254" y="14815"/>
                  </a:lnTo>
                  <a:lnTo>
                    <a:pt x="16162" y="10769"/>
                  </a:lnTo>
                  <a:lnTo>
                    <a:pt x="18862" y="10754"/>
                  </a:lnTo>
                  <a:close/>
                </a:path>
              </a:pathLst>
            </a:custGeom>
            <a:solidFill>
              <a:srgbClr val="FF99FF"/>
            </a:solidFill>
            <a:ln w="3175">
              <a:solidFill>
                <a:srgbClr val="FF99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2" name="Text Box 28">
              <a:extLst>
                <a:ext uri="{FF2B5EF4-FFF2-40B4-BE49-F238E27FC236}">
                  <a16:creationId xmlns:a16="http://schemas.microsoft.com/office/drawing/2014/main" id="{8DBF917A-DF29-451B-C093-F00B3B3A88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64" y="1674"/>
              <a:ext cx="209" cy="2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99FF"/>
                  </a:solidFill>
                </a:rPr>
                <a:t>I</a:t>
              </a:r>
            </a:p>
          </p:txBody>
        </p:sp>
      </p:grpSp>
      <p:sp>
        <p:nvSpPr>
          <p:cNvPr id="22557" name="Text Box 29">
            <a:extLst>
              <a:ext uri="{FF2B5EF4-FFF2-40B4-BE49-F238E27FC236}">
                <a16:creationId xmlns:a16="http://schemas.microsoft.com/office/drawing/2014/main" id="{18D4ECC7-56B4-AAD1-64D3-01C1882C5A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873125"/>
            <a:ext cx="47942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求轴线上一点</a:t>
            </a:r>
            <a:r>
              <a:rPr lang="en-US" altLang="zh-CN" i="1">
                <a:solidFill>
                  <a:srgbClr val="66FFFF"/>
                </a:solidFill>
              </a:rPr>
              <a:t>P </a:t>
            </a:r>
            <a:r>
              <a:rPr lang="zh-CN" altLang="en-US">
                <a:solidFill>
                  <a:schemeClr val="bg1"/>
                </a:solidFill>
              </a:rPr>
              <a:t>的磁感应强度</a:t>
            </a:r>
          </a:p>
        </p:txBody>
      </p:sp>
      <p:sp>
        <p:nvSpPr>
          <p:cNvPr id="22558" name="Line 30">
            <a:extLst>
              <a:ext uri="{FF2B5EF4-FFF2-40B4-BE49-F238E27FC236}">
                <a16:creationId xmlns:a16="http://schemas.microsoft.com/office/drawing/2014/main" id="{780DA007-5FC4-CF66-6C4B-67E93C5A8B9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3288" y="630238"/>
            <a:ext cx="296862" cy="307975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59" name="Object 2">
            <a:extLst>
              <a:ext uri="{FF2B5EF4-FFF2-40B4-BE49-F238E27FC236}">
                <a16:creationId xmlns:a16="http://schemas.microsoft.com/office/drawing/2014/main" id="{B86A13B0-E8DE-DA7B-27AD-B1B8A13F84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486400" y="457200"/>
          <a:ext cx="557213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95144" imgH="343149" progId="Equation.3">
                  <p:embed/>
                </p:oleObj>
              </mc:Choice>
              <mc:Fallback>
                <p:oleObj name="Equation" r:id="rId2" imgW="495144" imgH="34314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86400" y="457200"/>
                        <a:ext cx="557213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0" name="Line 32">
            <a:extLst>
              <a:ext uri="{FF2B5EF4-FFF2-40B4-BE49-F238E27FC236}">
                <a16:creationId xmlns:a16="http://schemas.microsoft.com/office/drawing/2014/main" id="{6B81A532-B1B5-4BDE-3941-B2C8F8CCBAC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6213" y="1136650"/>
            <a:ext cx="415925" cy="5365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61" name="Object 3">
            <a:extLst>
              <a:ext uri="{FF2B5EF4-FFF2-40B4-BE49-F238E27FC236}">
                <a16:creationId xmlns:a16="http://schemas.microsoft.com/office/drawing/2014/main" id="{FB030F63-AA9D-4515-D43B-BF1AE514231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53400" y="685800"/>
          <a:ext cx="428625" cy="3540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411542" imgH="335169" progId="Equation.3">
                  <p:embed/>
                </p:oleObj>
              </mc:Choice>
              <mc:Fallback>
                <p:oleObj name="Equation" r:id="rId4" imgW="411542" imgH="33516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685800"/>
                        <a:ext cx="428625" cy="3540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62" name="Object 4">
            <a:extLst>
              <a:ext uri="{FF2B5EF4-FFF2-40B4-BE49-F238E27FC236}">
                <a16:creationId xmlns:a16="http://schemas.microsoft.com/office/drawing/2014/main" id="{8CD5139E-8C8A-9BAC-07F6-D3902EDCEB03}"/>
              </a:ext>
            </a:extLst>
          </p:cNvPr>
          <p:cNvGraphicFramePr>
            <a:graphicFrameLocks/>
          </p:cNvGraphicFramePr>
          <p:nvPr/>
        </p:nvGraphicFramePr>
        <p:xfrm>
          <a:off x="857250" y="1524000"/>
          <a:ext cx="16764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3633" imgH="800017" progId="Equation.3">
                  <p:embed/>
                </p:oleObj>
              </mc:Choice>
              <mc:Fallback>
                <p:oleObj name="Equation" r:id="rId6" imgW="1653633" imgH="80001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1524000"/>
                        <a:ext cx="16764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5">
            <a:extLst>
              <a:ext uri="{FF2B5EF4-FFF2-40B4-BE49-F238E27FC236}">
                <a16:creationId xmlns:a16="http://schemas.microsoft.com/office/drawing/2014/main" id="{89790660-7910-91BC-F221-CE7360115D29}"/>
              </a:ext>
            </a:extLst>
          </p:cNvPr>
          <p:cNvGrpSpPr>
            <a:grpSpLocks/>
          </p:cNvGrpSpPr>
          <p:nvPr/>
        </p:nvGrpSpPr>
        <p:grpSpPr bwMode="auto">
          <a:xfrm>
            <a:off x="6838950" y="1592263"/>
            <a:ext cx="992188" cy="612775"/>
            <a:chOff x="4308" y="1003"/>
            <a:chExt cx="625" cy="386"/>
          </a:xfrm>
        </p:grpSpPr>
        <p:grpSp>
          <p:nvGrpSpPr>
            <p:cNvPr id="14387" name="Group 36">
              <a:extLst>
                <a:ext uri="{FF2B5EF4-FFF2-40B4-BE49-F238E27FC236}">
                  <a16:creationId xmlns:a16="http://schemas.microsoft.com/office/drawing/2014/main" id="{F6EEE6FF-7031-0B2D-69C0-ECAF9F6DA7A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688" y="1003"/>
              <a:ext cx="245" cy="386"/>
              <a:chOff x="4688" y="1003"/>
              <a:chExt cx="245" cy="386"/>
            </a:xfrm>
          </p:grpSpPr>
          <p:sp>
            <p:nvSpPr>
              <p:cNvPr id="14389" name="Oval 37">
                <a:extLst>
                  <a:ext uri="{FF2B5EF4-FFF2-40B4-BE49-F238E27FC236}">
                    <a16:creationId xmlns:a16="http://schemas.microsoft.com/office/drawing/2014/main" id="{E6A96583-413C-2266-E861-94A338CED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51" y="1003"/>
                <a:ext cx="82" cy="98"/>
              </a:xfrm>
              <a:prstGeom prst="ellipse">
                <a:avLst/>
              </a:prstGeom>
              <a:solidFill>
                <a:srgbClr val="FFFF66"/>
              </a:solidFill>
              <a:ln w="9525">
                <a:solidFill>
                  <a:srgbClr val="FFFF66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/>
              </a:p>
            </p:txBody>
          </p:sp>
          <p:sp>
            <p:nvSpPr>
              <p:cNvPr id="14390" name="Text Box 38">
                <a:extLst>
                  <a:ext uri="{FF2B5EF4-FFF2-40B4-BE49-F238E27FC236}">
                    <a16:creationId xmlns:a16="http://schemas.microsoft.com/office/drawing/2014/main" id="{D4483C05-4028-7B5F-A930-BC4FCB3E5A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88" y="1101"/>
                <a:ext cx="22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0">
                    <a:solidFill>
                      <a:srgbClr val="FFFF66"/>
                    </a:solidFill>
                  </a:rPr>
                  <a:t>P</a:t>
                </a:r>
              </a:p>
            </p:txBody>
          </p:sp>
        </p:grpSp>
        <p:sp>
          <p:nvSpPr>
            <p:cNvPr id="14388" name="Text Box 39">
              <a:extLst>
                <a:ext uri="{FF2B5EF4-FFF2-40B4-BE49-F238E27FC236}">
                  <a16:creationId xmlns:a16="http://schemas.microsoft.com/office/drawing/2014/main" id="{9A874B7A-C5EB-10A0-2E70-948CECA9FF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08" y="105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x</a:t>
              </a:r>
            </a:p>
          </p:txBody>
        </p:sp>
      </p:grpSp>
      <p:graphicFrame>
        <p:nvGraphicFramePr>
          <p:cNvPr id="22568" name="Object 5">
            <a:extLst>
              <a:ext uri="{FF2B5EF4-FFF2-40B4-BE49-F238E27FC236}">
                <a16:creationId xmlns:a16="http://schemas.microsoft.com/office/drawing/2014/main" id="{C89526D3-09D1-A9C4-B17B-3FA8812736CF}"/>
              </a:ext>
            </a:extLst>
          </p:cNvPr>
          <p:cNvGraphicFramePr>
            <a:graphicFrameLocks/>
          </p:cNvGraphicFramePr>
          <p:nvPr/>
        </p:nvGraphicFramePr>
        <p:xfrm>
          <a:off x="2668588" y="1524000"/>
          <a:ext cx="2068512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9749" imgH="876328" progId="Equation.3">
                  <p:embed/>
                </p:oleObj>
              </mc:Choice>
              <mc:Fallback>
                <p:oleObj name="Equation" r:id="rId8" imgW="2049749" imgH="87632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8588" y="1524000"/>
                        <a:ext cx="2068512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69" name="Line 41">
            <a:extLst>
              <a:ext uri="{FF2B5EF4-FFF2-40B4-BE49-F238E27FC236}">
                <a16:creationId xmlns:a16="http://schemas.microsoft.com/office/drawing/2014/main" id="{CC29A7A8-F59F-06ED-71FD-A4EECC1E6CC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2538" y="2428875"/>
            <a:ext cx="277812" cy="22860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70" name="Line 42">
            <a:extLst>
              <a:ext uri="{FF2B5EF4-FFF2-40B4-BE49-F238E27FC236}">
                <a16:creationId xmlns:a16="http://schemas.microsoft.com/office/drawing/2014/main" id="{6BBFFA0B-3DFB-93D1-8485-7C4F786725E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332538" y="1673225"/>
            <a:ext cx="1463675" cy="98425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71" name="Line 43">
            <a:extLst>
              <a:ext uri="{FF2B5EF4-FFF2-40B4-BE49-F238E27FC236}">
                <a16:creationId xmlns:a16="http://schemas.microsoft.com/office/drawing/2014/main" id="{A348474F-4B3F-F6F3-F64F-836FEC97CB19}"/>
              </a:ext>
            </a:extLst>
          </p:cNvPr>
          <p:cNvSpPr>
            <a:spLocks noChangeShapeType="1"/>
          </p:cNvSpPr>
          <p:nvPr/>
        </p:nvSpPr>
        <p:spPr bwMode="auto">
          <a:xfrm>
            <a:off x="7796213" y="1673225"/>
            <a:ext cx="415925" cy="4572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72" name="Object 6">
            <a:extLst>
              <a:ext uri="{FF2B5EF4-FFF2-40B4-BE49-F238E27FC236}">
                <a16:creationId xmlns:a16="http://schemas.microsoft.com/office/drawing/2014/main" id="{28899228-D0DA-B9F1-10A9-90C039203BE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077200" y="2133600"/>
          <a:ext cx="503238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87680" imgH="335169" progId="Equation.3">
                  <p:embed/>
                </p:oleObj>
              </mc:Choice>
              <mc:Fallback>
                <p:oleObj name="Equation" r:id="rId10" imgW="487680" imgH="33516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77200" y="2133600"/>
                        <a:ext cx="503238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73" name="Text Box 45">
            <a:extLst>
              <a:ext uri="{FF2B5EF4-FFF2-40B4-BE49-F238E27FC236}">
                <a16:creationId xmlns:a16="http://schemas.microsoft.com/office/drawing/2014/main" id="{7317D69F-AEA4-8C65-8DB4-BE49E51060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2730500"/>
            <a:ext cx="2867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根据对称性</a:t>
            </a:r>
          </a:p>
        </p:txBody>
      </p:sp>
      <p:graphicFrame>
        <p:nvGraphicFramePr>
          <p:cNvPr id="22574" name="Object 7">
            <a:extLst>
              <a:ext uri="{FF2B5EF4-FFF2-40B4-BE49-F238E27FC236}">
                <a16:creationId xmlns:a16="http://schemas.microsoft.com/office/drawing/2014/main" id="{3D9DA398-7CF5-E91C-B853-9EC14E0D6561}"/>
              </a:ext>
            </a:extLst>
          </p:cNvPr>
          <p:cNvGraphicFramePr>
            <a:graphicFrameLocks/>
          </p:cNvGraphicFramePr>
          <p:nvPr/>
        </p:nvGraphicFramePr>
        <p:xfrm>
          <a:off x="3060700" y="2805113"/>
          <a:ext cx="9636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945004" imgH="396018" progId="Equation.3">
                  <p:embed/>
                </p:oleObj>
              </mc:Choice>
              <mc:Fallback>
                <p:oleObj name="Equation" r:id="rId12" imgW="945004" imgH="39601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60700" y="2805113"/>
                        <a:ext cx="9636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5" name="Object 8">
            <a:extLst>
              <a:ext uri="{FF2B5EF4-FFF2-40B4-BE49-F238E27FC236}">
                <a16:creationId xmlns:a16="http://schemas.microsoft.com/office/drawing/2014/main" id="{38083B0E-0246-2EAB-C3FE-81DFC4FFEA15}"/>
              </a:ext>
            </a:extLst>
          </p:cNvPr>
          <p:cNvGraphicFramePr>
            <a:graphicFrameLocks/>
          </p:cNvGraphicFramePr>
          <p:nvPr/>
        </p:nvGraphicFramePr>
        <p:xfrm>
          <a:off x="2149475" y="3444875"/>
          <a:ext cx="38481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825302" imgH="800017" progId="Equation.3">
                  <p:embed/>
                </p:oleObj>
              </mc:Choice>
              <mc:Fallback>
                <p:oleObj name="公式" r:id="rId14" imgW="3825302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49475" y="3444875"/>
                        <a:ext cx="38481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76" name="Object 9">
            <a:extLst>
              <a:ext uri="{FF2B5EF4-FFF2-40B4-BE49-F238E27FC236}">
                <a16:creationId xmlns:a16="http://schemas.microsoft.com/office/drawing/2014/main" id="{94F148EA-C871-C627-34F1-F4B183EB5668}"/>
              </a:ext>
            </a:extLst>
          </p:cNvPr>
          <p:cNvGraphicFramePr>
            <a:graphicFrameLocks/>
          </p:cNvGraphicFramePr>
          <p:nvPr/>
        </p:nvGraphicFramePr>
        <p:xfrm>
          <a:off x="827088" y="3571875"/>
          <a:ext cx="13462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1325693" imgH="564102" progId="Equation.3">
                  <p:embed/>
                </p:oleObj>
              </mc:Choice>
              <mc:Fallback>
                <p:oleObj name="公式" r:id="rId16" imgW="1325693" imgH="564102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571875"/>
                        <a:ext cx="13462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0" name="Object 10">
            <a:extLst>
              <a:ext uri="{FF2B5EF4-FFF2-40B4-BE49-F238E27FC236}">
                <a16:creationId xmlns:a16="http://schemas.microsoft.com/office/drawing/2014/main" id="{36C518C4-BCF5-71BF-37A1-F4EA02071F69}"/>
              </a:ext>
            </a:extLst>
          </p:cNvPr>
          <p:cNvGraphicFramePr>
            <a:graphicFrameLocks/>
          </p:cNvGraphicFramePr>
          <p:nvPr/>
        </p:nvGraphicFramePr>
        <p:xfrm>
          <a:off x="850900" y="4438650"/>
          <a:ext cx="3375025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3353049" imgH="876328" progId="Equation.3">
                  <p:embed/>
                </p:oleObj>
              </mc:Choice>
              <mc:Fallback>
                <p:oleObj name="Equation" r:id="rId18" imgW="3353049" imgH="87632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0900" y="4438650"/>
                        <a:ext cx="3375025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81" name="Object 11">
            <a:extLst>
              <a:ext uri="{FF2B5EF4-FFF2-40B4-BE49-F238E27FC236}">
                <a16:creationId xmlns:a16="http://schemas.microsoft.com/office/drawing/2014/main" id="{05829D41-6806-C583-ACB6-A5EC56492257}"/>
              </a:ext>
            </a:extLst>
          </p:cNvPr>
          <p:cNvGraphicFramePr>
            <a:graphicFrameLocks/>
          </p:cNvGraphicFramePr>
          <p:nvPr/>
        </p:nvGraphicFramePr>
        <p:xfrm>
          <a:off x="879475" y="5535613"/>
          <a:ext cx="250190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2476718" imgH="929695" progId="Equation.3">
                  <p:embed/>
                </p:oleObj>
              </mc:Choice>
              <mc:Fallback>
                <p:oleObj name="Equation" r:id="rId20" imgW="2476718" imgH="929695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9475" y="5535613"/>
                        <a:ext cx="2501900" cy="954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82" name="Text Box 54">
            <a:extLst>
              <a:ext uri="{FF2B5EF4-FFF2-40B4-BE49-F238E27FC236}">
                <a16:creationId xmlns:a16="http://schemas.microsoft.com/office/drawing/2014/main" id="{80C67803-E56C-99A6-BD00-51DB0E0BDA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10000" y="5791200"/>
            <a:ext cx="35687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方向满足右手定则</a:t>
            </a:r>
          </a:p>
        </p:txBody>
      </p:sp>
      <p:pic>
        <p:nvPicPr>
          <p:cNvPr id="22584" name="Picture 56">
            <a:extLst>
              <a:ext uri="{FF2B5EF4-FFF2-40B4-BE49-F238E27FC236}">
                <a16:creationId xmlns:a16="http://schemas.microsoft.com/office/drawing/2014/main" id="{9390FA12-E789-4936-D7A7-55A15F06C2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86400" y="1016000"/>
            <a:ext cx="1898650" cy="1431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7" name="Group 67">
            <a:extLst>
              <a:ext uri="{FF2B5EF4-FFF2-40B4-BE49-F238E27FC236}">
                <a16:creationId xmlns:a16="http://schemas.microsoft.com/office/drawing/2014/main" id="{BFE813CD-90ED-6D4B-76B4-E0450FDCE0DE}"/>
              </a:ext>
            </a:extLst>
          </p:cNvPr>
          <p:cNvGrpSpPr>
            <a:grpSpLocks/>
          </p:cNvGrpSpPr>
          <p:nvPr/>
        </p:nvGrpSpPr>
        <p:grpSpPr bwMode="auto">
          <a:xfrm>
            <a:off x="5949950" y="3581400"/>
            <a:ext cx="2755900" cy="2514600"/>
            <a:chOff x="3748" y="2256"/>
            <a:chExt cx="1736" cy="1584"/>
          </a:xfrm>
        </p:grpSpPr>
        <p:sp>
          <p:nvSpPr>
            <p:cNvPr id="14371" name="Text Box 3">
              <a:extLst>
                <a:ext uri="{FF2B5EF4-FFF2-40B4-BE49-F238E27FC236}">
                  <a16:creationId xmlns:a16="http://schemas.microsoft.com/office/drawing/2014/main" id="{F4FF00C1-5781-A767-8546-AD7821136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1" y="273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>
                  <a:solidFill>
                    <a:srgbClr val="FFFF99"/>
                  </a:solidFill>
                </a:rPr>
                <a:t>P</a:t>
              </a:r>
            </a:p>
          </p:txBody>
        </p:sp>
        <p:sp>
          <p:nvSpPr>
            <p:cNvPr id="14372" name="Text Box 4">
              <a:extLst>
                <a:ext uri="{FF2B5EF4-FFF2-40B4-BE49-F238E27FC236}">
                  <a16:creationId xmlns:a16="http://schemas.microsoft.com/office/drawing/2014/main" id="{15372F26-B0BE-F04D-B933-80E445FDC6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72" y="31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FFFF99"/>
                  </a:solidFill>
                </a:rPr>
                <a:t>x</a:t>
              </a:r>
            </a:p>
          </p:txBody>
        </p:sp>
        <p:sp>
          <p:nvSpPr>
            <p:cNvPr id="14373" name="Line 5">
              <a:extLst>
                <a:ext uri="{FF2B5EF4-FFF2-40B4-BE49-F238E27FC236}">
                  <a16:creationId xmlns:a16="http://schemas.microsoft.com/office/drawing/2014/main" id="{67C46763-3EFD-EB9F-A566-EBED2D81E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8" y="3072"/>
              <a:ext cx="1680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4" name="Line 6">
              <a:extLst>
                <a:ext uri="{FF2B5EF4-FFF2-40B4-BE49-F238E27FC236}">
                  <a16:creationId xmlns:a16="http://schemas.microsoft.com/office/drawing/2014/main" id="{7B686B4A-D5D3-9FAB-BE1D-8FBECDF8DA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4" y="2916"/>
              <a:ext cx="48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5" name="Line 7">
              <a:extLst>
                <a:ext uri="{FF2B5EF4-FFF2-40B4-BE49-F238E27FC236}">
                  <a16:creationId xmlns:a16="http://schemas.microsoft.com/office/drawing/2014/main" id="{F0059A7C-5278-73E1-4560-19EED2F7BE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96" y="3072"/>
              <a:ext cx="480" cy="144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6" name="Line 8">
              <a:extLst>
                <a:ext uri="{FF2B5EF4-FFF2-40B4-BE49-F238E27FC236}">
                  <a16:creationId xmlns:a16="http://schemas.microsoft.com/office/drawing/2014/main" id="{275BCA9D-ED6E-BB50-2765-B54825842A6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2" y="2784"/>
              <a:ext cx="960" cy="288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7" name="Line 9">
              <a:extLst>
                <a:ext uri="{FF2B5EF4-FFF2-40B4-BE49-F238E27FC236}">
                  <a16:creationId xmlns:a16="http://schemas.microsoft.com/office/drawing/2014/main" id="{09F3BC7F-0AE7-8F31-4AF7-B90B3F01BF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3072"/>
              <a:ext cx="960" cy="288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8" name="Line 10">
              <a:extLst>
                <a:ext uri="{FF2B5EF4-FFF2-40B4-BE49-F238E27FC236}">
                  <a16:creationId xmlns:a16="http://schemas.microsoft.com/office/drawing/2014/main" id="{F13F08B6-43AE-1CB0-9C1C-54E1A8ED750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4" y="2640"/>
              <a:ext cx="528" cy="43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79" name="Line 11">
              <a:extLst>
                <a:ext uri="{FF2B5EF4-FFF2-40B4-BE49-F238E27FC236}">
                  <a16:creationId xmlns:a16="http://schemas.microsoft.com/office/drawing/2014/main" id="{4B37BC1C-92CE-E2CB-1EA8-D4FFA2D368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2" y="2292"/>
              <a:ext cx="672" cy="768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0" name="Line 12">
              <a:extLst>
                <a:ext uri="{FF2B5EF4-FFF2-40B4-BE49-F238E27FC236}">
                  <a16:creationId xmlns:a16="http://schemas.microsoft.com/office/drawing/2014/main" id="{7C17549A-041F-75D1-30DF-8B74B7CA91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4" y="2400"/>
              <a:ext cx="864" cy="67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1" name="Line 13">
              <a:extLst>
                <a:ext uri="{FF2B5EF4-FFF2-40B4-BE49-F238E27FC236}">
                  <a16:creationId xmlns:a16="http://schemas.microsoft.com/office/drawing/2014/main" id="{850CCC07-783D-E6C6-F7DB-1C7D00A437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2" y="3060"/>
              <a:ext cx="528" cy="43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2" name="Line 14">
              <a:extLst>
                <a:ext uri="{FF2B5EF4-FFF2-40B4-BE49-F238E27FC236}">
                  <a16:creationId xmlns:a16="http://schemas.microsoft.com/office/drawing/2014/main" id="{5C640573-C8E8-998E-D9EB-254DEB5ED9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3060"/>
              <a:ext cx="864" cy="672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3" name="Line 15">
              <a:extLst>
                <a:ext uri="{FF2B5EF4-FFF2-40B4-BE49-F238E27FC236}">
                  <a16:creationId xmlns:a16="http://schemas.microsoft.com/office/drawing/2014/main" id="{D56E3BA6-2DEB-2CBF-4A26-5F55A0813F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60" y="3060"/>
              <a:ext cx="672" cy="768"/>
            </a:xfrm>
            <a:prstGeom prst="line">
              <a:avLst/>
            </a:pr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4384" name="Oval 16">
              <a:extLst>
                <a:ext uri="{FF2B5EF4-FFF2-40B4-BE49-F238E27FC236}">
                  <a16:creationId xmlns:a16="http://schemas.microsoft.com/office/drawing/2014/main" id="{8D7BE64C-9D6E-492F-046C-5D8180B538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4" y="2256"/>
              <a:ext cx="480" cy="1584"/>
            </a:xfrm>
            <a:prstGeom prst="ellips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5" name="Line 55">
              <a:extLst>
                <a:ext uri="{FF2B5EF4-FFF2-40B4-BE49-F238E27FC236}">
                  <a16:creationId xmlns:a16="http://schemas.microsoft.com/office/drawing/2014/main" id="{05B126A6-FD25-103D-2178-3E042A16F2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74" y="3077"/>
              <a:ext cx="1105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86" name="Object 14">
              <a:extLst>
                <a:ext uri="{FF2B5EF4-FFF2-40B4-BE49-F238E27FC236}">
                  <a16:creationId xmlns:a16="http://schemas.microsoft.com/office/drawing/2014/main" id="{7F00E2A9-38DF-1FD7-94C5-5E33E6866F4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88" y="2784"/>
            <a:ext cx="177" cy="2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3" imgW="259267" imgH="320206" progId="Equation.3">
                    <p:embed/>
                  </p:oleObj>
                </mc:Choice>
                <mc:Fallback>
                  <p:oleObj name="Equation" r:id="rId23" imgW="259267" imgH="320206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88" y="2784"/>
                          <a:ext cx="177" cy="21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8" name="Group 64">
            <a:extLst>
              <a:ext uri="{FF2B5EF4-FFF2-40B4-BE49-F238E27FC236}">
                <a16:creationId xmlns:a16="http://schemas.microsoft.com/office/drawing/2014/main" id="{7EB3C232-6358-86BF-1836-389A31F25400}"/>
              </a:ext>
            </a:extLst>
          </p:cNvPr>
          <p:cNvGrpSpPr>
            <a:grpSpLocks/>
          </p:cNvGrpSpPr>
          <p:nvPr/>
        </p:nvGrpSpPr>
        <p:grpSpPr bwMode="auto">
          <a:xfrm>
            <a:off x="6297613" y="630238"/>
            <a:ext cx="1498600" cy="1042987"/>
            <a:chOff x="3967" y="397"/>
            <a:chExt cx="944" cy="657"/>
          </a:xfrm>
        </p:grpSpPr>
        <p:sp>
          <p:nvSpPr>
            <p:cNvPr id="14369" name="Line 65">
              <a:extLst>
                <a:ext uri="{FF2B5EF4-FFF2-40B4-BE49-F238E27FC236}">
                  <a16:creationId xmlns:a16="http://schemas.microsoft.com/office/drawing/2014/main" id="{37FFAA7B-730F-86E8-8425-CD04ED9531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67" y="397"/>
              <a:ext cx="944" cy="657"/>
            </a:xfrm>
            <a:prstGeom prst="line">
              <a:avLst/>
            </a:prstGeom>
            <a:noFill/>
            <a:ln w="38100">
              <a:solidFill>
                <a:srgbClr val="66FF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4370" name="Object 13">
              <a:extLst>
                <a:ext uri="{FF2B5EF4-FFF2-40B4-BE49-F238E27FC236}">
                  <a16:creationId xmlns:a16="http://schemas.microsoft.com/office/drawing/2014/main" id="{9D22B66A-32AE-E5CB-ED67-EF0B4B4F034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16" y="432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90593" imgH="243895" progId="Equation.3">
                    <p:embed/>
                  </p:oleObj>
                </mc:Choice>
                <mc:Fallback>
                  <p:oleObj name="Equation" r:id="rId25" imgW="190593" imgH="243895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16" y="432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2597" name="Rectangle 69">
            <a:extLst>
              <a:ext uri="{FF2B5EF4-FFF2-40B4-BE49-F238E27FC236}">
                <a16:creationId xmlns:a16="http://schemas.microsoft.com/office/drawing/2014/main" id="{2A4497DD-55F4-DBD5-53FC-3618D86DB57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-3335545">
            <a:off x="6208713" y="673100"/>
            <a:ext cx="184150" cy="184150"/>
          </a:xfrm>
          <a:prstGeom prst="rect">
            <a:avLst/>
          </a:prstGeom>
          <a:solidFill>
            <a:srgbClr val="00CC99">
              <a:alpha val="74901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pSp>
        <p:nvGrpSpPr>
          <p:cNvPr id="9" name="Group 71">
            <a:extLst>
              <a:ext uri="{FF2B5EF4-FFF2-40B4-BE49-F238E27FC236}">
                <a16:creationId xmlns:a16="http://schemas.microsoft.com/office/drawing/2014/main" id="{F4E1E3DE-AEF3-D40B-1FFF-0BFF6A59F494}"/>
              </a:ext>
            </a:extLst>
          </p:cNvPr>
          <p:cNvGrpSpPr>
            <a:grpSpLocks/>
          </p:cNvGrpSpPr>
          <p:nvPr/>
        </p:nvGrpSpPr>
        <p:grpSpPr bwMode="auto">
          <a:xfrm>
            <a:off x="7092950" y="1365250"/>
            <a:ext cx="1303338" cy="355600"/>
            <a:chOff x="4513" y="1978"/>
            <a:chExt cx="821" cy="224"/>
          </a:xfrm>
        </p:grpSpPr>
        <p:graphicFrame>
          <p:nvGraphicFramePr>
            <p:cNvPr id="14367" name="Object 12">
              <a:extLst>
                <a:ext uri="{FF2B5EF4-FFF2-40B4-BE49-F238E27FC236}">
                  <a16:creationId xmlns:a16="http://schemas.microsoft.com/office/drawing/2014/main" id="{06BA1B9F-7C95-A07C-D2DB-CAEDA32DFD7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57" y="1978"/>
            <a:ext cx="177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06493" imgH="152622" progId="Equation.3">
                    <p:embed/>
                  </p:oleObj>
                </mc:Choice>
                <mc:Fallback>
                  <p:oleObj name="Equation" r:id="rId27" imgW="106493" imgH="152622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57" y="1978"/>
                          <a:ext cx="177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4368" name="Arc 70">
              <a:extLst>
                <a:ext uri="{FF2B5EF4-FFF2-40B4-BE49-F238E27FC236}">
                  <a16:creationId xmlns:a16="http://schemas.microsoft.com/office/drawing/2014/main" id="{CC1771C1-829F-7637-CBB9-AA567060E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" y="2027"/>
              <a:ext cx="576" cy="134"/>
            </a:xfrm>
            <a:custGeom>
              <a:avLst/>
              <a:gdLst>
                <a:gd name="T0" fmla="*/ 0 w 21600"/>
                <a:gd name="T1" fmla="*/ 0 h 5009"/>
                <a:gd name="T2" fmla="*/ 0 w 21600"/>
                <a:gd name="T3" fmla="*/ 0 h 5009"/>
                <a:gd name="T4" fmla="*/ 0 w 21600"/>
                <a:gd name="T5" fmla="*/ 0 h 5009"/>
                <a:gd name="T6" fmla="*/ 0 60000 65536"/>
                <a:gd name="T7" fmla="*/ 0 60000 65536"/>
                <a:gd name="T8" fmla="*/ 0 60000 65536"/>
                <a:gd name="T9" fmla="*/ 0 w 21600"/>
                <a:gd name="T10" fmla="*/ 0 h 5009"/>
                <a:gd name="T11" fmla="*/ 21600 w 21600"/>
                <a:gd name="T12" fmla="*/ 5009 h 500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5009" fill="none" extrusionOk="0">
                  <a:moveTo>
                    <a:pt x="21011" y="-1"/>
                  </a:moveTo>
                  <a:cubicBezTo>
                    <a:pt x="21402" y="1640"/>
                    <a:pt x="21600" y="3322"/>
                    <a:pt x="21600" y="5009"/>
                  </a:cubicBezTo>
                </a:path>
                <a:path w="21600" h="5009" stroke="0" extrusionOk="0">
                  <a:moveTo>
                    <a:pt x="21011" y="-1"/>
                  </a:moveTo>
                  <a:cubicBezTo>
                    <a:pt x="21402" y="1640"/>
                    <a:pt x="21600" y="3322"/>
                    <a:pt x="21600" y="5009"/>
                  </a:cubicBezTo>
                  <a:lnTo>
                    <a:pt x="0" y="5009"/>
                  </a:lnTo>
                  <a:lnTo>
                    <a:pt x="21011" y="-1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2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22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22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225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22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2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0" dur="500"/>
                                        <p:tgtEl>
                                          <p:spTgt spid="22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2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2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22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2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2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2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2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2" dur="500"/>
                                        <p:tgtEl>
                                          <p:spTgt spid="22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3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2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96" grpId="0" animBg="1"/>
      <p:bldP spid="22545" grpId="0" autoUpdateAnimBg="0"/>
      <p:bldP spid="22557" grpId="0" autoUpdateAnimBg="0"/>
      <p:bldP spid="22573" grpId="0" autoUpdateAnimBg="0"/>
      <p:bldP spid="22582" grpId="0" autoUpdateAnimBg="0"/>
      <p:bldP spid="2259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95" name="AutoShape 43">
            <a:extLst>
              <a:ext uri="{FF2B5EF4-FFF2-40B4-BE49-F238E27FC236}">
                <a16:creationId xmlns:a16="http://schemas.microsoft.com/office/drawing/2014/main" id="{63962DE6-9760-9F87-1A2A-1191EA528B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3429000"/>
            <a:ext cx="1584325" cy="1081088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23554" name="Object 2">
            <a:extLst>
              <a:ext uri="{FF2B5EF4-FFF2-40B4-BE49-F238E27FC236}">
                <a16:creationId xmlns:a16="http://schemas.microsoft.com/office/drawing/2014/main" id="{AF6AF8C1-1E5A-3908-1132-4789915C130A}"/>
              </a:ext>
            </a:extLst>
          </p:cNvPr>
          <p:cNvGraphicFramePr>
            <a:graphicFrameLocks/>
          </p:cNvGraphicFramePr>
          <p:nvPr/>
        </p:nvGraphicFramePr>
        <p:xfrm>
          <a:off x="1981200" y="311150"/>
          <a:ext cx="25019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476718" imgH="929695" progId="Equation.3">
                  <p:embed/>
                </p:oleObj>
              </mc:Choice>
              <mc:Fallback>
                <p:oleObj name="Equation" r:id="rId2" imgW="2476718" imgH="92969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81200" y="311150"/>
                        <a:ext cx="25019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5" name="Text Box 3">
            <a:extLst>
              <a:ext uri="{FF2B5EF4-FFF2-40B4-BE49-F238E27FC236}">
                <a16:creationId xmlns:a16="http://schemas.microsoft.com/office/drawing/2014/main" id="{8D054A4B-7E4D-35DE-585B-B9FD3E9477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1333500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</a:t>
            </a:r>
          </a:p>
        </p:txBody>
      </p:sp>
      <p:graphicFrame>
        <p:nvGraphicFramePr>
          <p:cNvPr id="23556" name="Object 3">
            <a:extLst>
              <a:ext uri="{FF2B5EF4-FFF2-40B4-BE49-F238E27FC236}">
                <a16:creationId xmlns:a16="http://schemas.microsoft.com/office/drawing/2014/main" id="{8BB98039-CE37-483C-9767-EC4C717D126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524000" y="1395413"/>
          <a:ext cx="749300" cy="314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4056" imgH="297263" progId="Equation.3">
                  <p:embed/>
                </p:oleObj>
              </mc:Choice>
              <mc:Fallback>
                <p:oleObj name="Equation" r:id="rId4" imgW="724056" imgH="297263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24000" y="1395413"/>
                        <a:ext cx="749300" cy="3143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7" name="Text Box 5">
            <a:extLst>
              <a:ext uri="{FF2B5EF4-FFF2-40B4-BE49-F238E27FC236}">
                <a16:creationId xmlns:a16="http://schemas.microsoft.com/office/drawing/2014/main" id="{A9F3F3CF-0B15-F43B-BA5E-08ABD7E389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1341438"/>
            <a:ext cx="40973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ea typeface="楷体_GB2312" pitchFamily="49" charset="-122"/>
              </a:rPr>
              <a:t>载流圆线圈的圆心处</a:t>
            </a:r>
            <a:r>
              <a:rPr lang="zh-CN" altLang="en-US">
                <a:solidFill>
                  <a:schemeClr val="bg1"/>
                </a:solidFill>
              </a:rPr>
              <a:t> </a:t>
            </a:r>
          </a:p>
        </p:txBody>
      </p:sp>
      <p:graphicFrame>
        <p:nvGraphicFramePr>
          <p:cNvPr id="23558" name="Object 4">
            <a:extLst>
              <a:ext uri="{FF2B5EF4-FFF2-40B4-BE49-F238E27FC236}">
                <a16:creationId xmlns:a16="http://schemas.microsoft.com/office/drawing/2014/main" id="{C6A048CD-A8CD-119E-CCF3-E3ABB9BBBBAE}"/>
              </a:ext>
            </a:extLst>
          </p:cNvPr>
          <p:cNvGraphicFramePr>
            <a:graphicFrameLocks/>
          </p:cNvGraphicFramePr>
          <p:nvPr/>
        </p:nvGraphicFramePr>
        <p:xfrm>
          <a:off x="5603875" y="1154113"/>
          <a:ext cx="1169988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43062" imgH="800017" progId="Equation.3">
                  <p:embed/>
                </p:oleObj>
              </mc:Choice>
              <mc:Fallback>
                <p:oleObj name="Equation" r:id="rId6" imgW="1143062" imgH="800017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03875" y="1154113"/>
                        <a:ext cx="1169988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59" name="Text Box 7">
            <a:extLst>
              <a:ext uri="{FF2B5EF4-FFF2-40B4-BE49-F238E27FC236}">
                <a16:creationId xmlns:a16="http://schemas.microsoft.com/office/drawing/2014/main" id="{95950428-326B-0126-A916-A5FB5E8A7E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163" y="2959100"/>
            <a:ext cx="6142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一段圆弧在圆心处产生的磁场</a:t>
            </a:r>
          </a:p>
        </p:txBody>
      </p:sp>
      <p:graphicFrame>
        <p:nvGraphicFramePr>
          <p:cNvPr id="23560" name="Object 5">
            <a:extLst>
              <a:ext uri="{FF2B5EF4-FFF2-40B4-BE49-F238E27FC236}">
                <a16:creationId xmlns:a16="http://schemas.microsoft.com/office/drawing/2014/main" id="{CDFC3AE8-E23C-C03B-507D-9DCADEE0F6BC}"/>
              </a:ext>
            </a:extLst>
          </p:cNvPr>
          <p:cNvGraphicFramePr>
            <a:graphicFrameLocks/>
          </p:cNvGraphicFramePr>
          <p:nvPr/>
        </p:nvGraphicFramePr>
        <p:xfrm>
          <a:off x="1674813" y="3519488"/>
          <a:ext cx="17526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1729771" imgH="800017" progId="Equation.3">
                  <p:embed/>
                </p:oleObj>
              </mc:Choice>
              <mc:Fallback>
                <p:oleObj name="Equation" r:id="rId8" imgW="1729771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4813" y="3519488"/>
                        <a:ext cx="17526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61" name="Object 6">
            <a:extLst>
              <a:ext uri="{FF2B5EF4-FFF2-40B4-BE49-F238E27FC236}">
                <a16:creationId xmlns:a16="http://schemas.microsoft.com/office/drawing/2014/main" id="{6D7CF396-21B5-7605-A6C9-A625BF62D408}"/>
              </a:ext>
            </a:extLst>
          </p:cNvPr>
          <p:cNvGraphicFramePr>
            <a:graphicFrameLocks/>
          </p:cNvGraphicFramePr>
          <p:nvPr/>
        </p:nvGraphicFramePr>
        <p:xfrm>
          <a:off x="3616325" y="3519488"/>
          <a:ext cx="1028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05716" imgH="800017" progId="Equation.3">
                  <p:embed/>
                </p:oleObj>
              </mc:Choice>
              <mc:Fallback>
                <p:oleObj name="Equation" r:id="rId10" imgW="1005716" imgH="80001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16325" y="3519488"/>
                        <a:ext cx="10287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0">
            <a:extLst>
              <a:ext uri="{FF2B5EF4-FFF2-40B4-BE49-F238E27FC236}">
                <a16:creationId xmlns:a16="http://schemas.microsoft.com/office/drawing/2014/main" id="{ADF490C7-E9A7-5C6B-2A25-92AAF48D62A3}"/>
              </a:ext>
            </a:extLst>
          </p:cNvPr>
          <p:cNvGrpSpPr>
            <a:grpSpLocks/>
          </p:cNvGrpSpPr>
          <p:nvPr/>
        </p:nvGrpSpPr>
        <p:grpSpPr bwMode="auto">
          <a:xfrm>
            <a:off x="6816725" y="2271713"/>
            <a:ext cx="2003425" cy="1416050"/>
            <a:chOff x="4210" y="1431"/>
            <a:chExt cx="1262" cy="892"/>
          </a:xfrm>
        </p:grpSpPr>
        <p:pic>
          <p:nvPicPr>
            <p:cNvPr id="15396" name="Picture 11">
              <a:extLst>
                <a:ext uri="{FF2B5EF4-FFF2-40B4-BE49-F238E27FC236}">
                  <a16:creationId xmlns:a16="http://schemas.microsoft.com/office/drawing/2014/main" id="{EBA84B7A-1877-FFCA-6276-063388E2F12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10" y="1431"/>
              <a:ext cx="1262" cy="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7" name="Line 12">
              <a:extLst>
                <a:ext uri="{FF2B5EF4-FFF2-40B4-BE49-F238E27FC236}">
                  <a16:creationId xmlns:a16="http://schemas.microsoft.com/office/drawing/2014/main" id="{72B0D408-5A1A-B45D-C0FC-8A686185E44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210" y="1672"/>
              <a:ext cx="609" cy="651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Line 13">
              <a:extLst>
                <a:ext uri="{FF2B5EF4-FFF2-40B4-BE49-F238E27FC236}">
                  <a16:creationId xmlns:a16="http://schemas.microsoft.com/office/drawing/2014/main" id="{8F6772F4-0B42-079A-D46E-A023B4D92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19" y="1687"/>
              <a:ext cx="653" cy="636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Freeform 14">
              <a:extLst>
                <a:ext uri="{FF2B5EF4-FFF2-40B4-BE49-F238E27FC236}">
                  <a16:creationId xmlns:a16="http://schemas.microsoft.com/office/drawing/2014/main" id="{E457A7A6-BF00-DAB2-4173-4FF3916A5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086"/>
              <a:ext cx="265" cy="104"/>
            </a:xfrm>
            <a:custGeom>
              <a:avLst/>
              <a:gdLst>
                <a:gd name="T0" fmla="*/ 0 w 265"/>
                <a:gd name="T1" fmla="*/ 104 h 104"/>
                <a:gd name="T2" fmla="*/ 80 w 265"/>
                <a:gd name="T3" fmla="*/ 23 h 104"/>
                <a:gd name="T4" fmla="*/ 150 w 265"/>
                <a:gd name="T5" fmla="*/ 0 h 104"/>
                <a:gd name="T6" fmla="*/ 265 w 265"/>
                <a:gd name="T7" fmla="*/ 81 h 104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65"/>
                <a:gd name="T13" fmla="*/ 0 h 104"/>
                <a:gd name="T14" fmla="*/ 265 w 265"/>
                <a:gd name="T15" fmla="*/ 104 h 104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65" h="104">
                  <a:moveTo>
                    <a:pt x="0" y="104"/>
                  </a:moveTo>
                  <a:cubicBezTo>
                    <a:pt x="19" y="43"/>
                    <a:pt x="1" y="76"/>
                    <a:pt x="80" y="23"/>
                  </a:cubicBezTo>
                  <a:cubicBezTo>
                    <a:pt x="100" y="9"/>
                    <a:pt x="150" y="0"/>
                    <a:pt x="150" y="0"/>
                  </a:cubicBezTo>
                  <a:cubicBezTo>
                    <a:pt x="226" y="18"/>
                    <a:pt x="216" y="32"/>
                    <a:pt x="265" y="81"/>
                  </a:cubicBezTo>
                </a:path>
              </a:pathLst>
            </a:cu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5400" name="Object 11">
              <a:extLst>
                <a:ext uri="{FF2B5EF4-FFF2-40B4-BE49-F238E27FC236}">
                  <a16:creationId xmlns:a16="http://schemas.microsoft.com/office/drawing/2014/main" id="{61CEE054-0783-DBDB-E41D-5DDFD3D1F3E4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752" y="1776"/>
            <a:ext cx="145" cy="24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3" imgW="205522" imgH="373574" progId="Equation.3">
                    <p:embed/>
                  </p:oleObj>
                </mc:Choice>
                <mc:Fallback>
                  <p:oleObj name="Equation" r:id="rId13" imgW="205522" imgH="373574" progId="Equation.3">
                    <p:embed/>
                    <p:pic>
                      <p:nvPicPr>
                        <p:cNvPr id="0" name="Object 11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752" y="1776"/>
                          <a:ext cx="145" cy="24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280B2C66-36E1-24F6-9DA7-FBC8FF7B3097}"/>
              </a:ext>
            </a:extLst>
          </p:cNvPr>
          <p:cNvGrpSpPr>
            <a:grpSpLocks/>
          </p:cNvGrpSpPr>
          <p:nvPr/>
        </p:nvGrpSpPr>
        <p:grpSpPr bwMode="auto">
          <a:xfrm>
            <a:off x="7613650" y="1676400"/>
            <a:ext cx="388938" cy="614363"/>
            <a:chOff x="4309" y="2177"/>
            <a:chExt cx="245" cy="387"/>
          </a:xfrm>
        </p:grpSpPr>
        <p:sp>
          <p:nvSpPr>
            <p:cNvPr id="15394" name="Line 17">
              <a:extLst>
                <a:ext uri="{FF2B5EF4-FFF2-40B4-BE49-F238E27FC236}">
                  <a16:creationId xmlns:a16="http://schemas.microsoft.com/office/drawing/2014/main" id="{6BB967E2-EAF6-E1C6-0221-71DA22EBE9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09" y="2564"/>
              <a:ext cx="24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Text Box 18">
              <a:extLst>
                <a:ext uri="{FF2B5EF4-FFF2-40B4-BE49-F238E27FC236}">
                  <a16:creationId xmlns:a16="http://schemas.microsoft.com/office/drawing/2014/main" id="{8E65CADB-97DF-D864-DBEB-D14233D85B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51" y="2177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CCFF"/>
                  </a:solidFill>
                </a:rPr>
                <a:t>I</a:t>
              </a:r>
            </a:p>
          </p:txBody>
        </p:sp>
      </p:grpSp>
      <p:sp>
        <p:nvSpPr>
          <p:cNvPr id="23571" name="Text Box 19">
            <a:extLst>
              <a:ext uri="{FF2B5EF4-FFF2-40B4-BE49-F238E27FC236}">
                <a16:creationId xmlns:a16="http://schemas.microsoft.com/office/drawing/2014/main" id="{9272C468-A3ED-2937-54D5-EE0EE02E4E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3675" y="2168525"/>
            <a:ext cx="3643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如果由</a:t>
            </a:r>
            <a:r>
              <a:rPr lang="en-US" altLang="zh-CN" i="1">
                <a:solidFill>
                  <a:srgbClr val="66FFFF"/>
                </a:solidFill>
                <a:ea typeface="楷体_GB2312" pitchFamily="49" charset="-122"/>
              </a:rPr>
              <a:t>N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匝圆线圈组成</a:t>
            </a:r>
          </a:p>
        </p:txBody>
      </p:sp>
      <p:graphicFrame>
        <p:nvGraphicFramePr>
          <p:cNvPr id="23572" name="Object 7">
            <a:extLst>
              <a:ext uri="{FF2B5EF4-FFF2-40B4-BE49-F238E27FC236}">
                <a16:creationId xmlns:a16="http://schemas.microsoft.com/office/drawing/2014/main" id="{C83A67E4-75A7-EA5B-DA90-FFDB0E7038B0}"/>
              </a:ext>
            </a:extLst>
          </p:cNvPr>
          <p:cNvGraphicFramePr>
            <a:graphicFrameLocks/>
          </p:cNvGraphicFramePr>
          <p:nvPr/>
        </p:nvGraphicFramePr>
        <p:xfrm>
          <a:off x="4816475" y="1984375"/>
          <a:ext cx="1411288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1386902" imgH="800017" progId="Equation.3">
                  <p:embed/>
                </p:oleObj>
              </mc:Choice>
              <mc:Fallback>
                <p:oleObj name="Equation" r:id="rId15" imgW="1386902" imgH="80001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16475" y="1984375"/>
                        <a:ext cx="1411288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73" name="Text Box 21">
            <a:extLst>
              <a:ext uri="{FF2B5EF4-FFF2-40B4-BE49-F238E27FC236}">
                <a16:creationId xmlns:a16="http://schemas.microsoft.com/office/drawing/2014/main" id="{F604B49A-5618-AA66-6D0A-80C8F0E36D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4572000"/>
            <a:ext cx="3937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如图，求</a:t>
            </a:r>
            <a:r>
              <a:rPr lang="en-US" altLang="zh-CN" i="1">
                <a:solidFill>
                  <a:srgbClr val="66FFFF"/>
                </a:solidFill>
              </a:rPr>
              <a:t>O </a:t>
            </a:r>
            <a:r>
              <a:rPr lang="zh-CN" altLang="en-US">
                <a:solidFill>
                  <a:schemeClr val="bg1"/>
                </a:solidFill>
              </a:rPr>
              <a:t>点的磁感应强度</a:t>
            </a:r>
          </a:p>
        </p:txBody>
      </p:sp>
      <p:sp>
        <p:nvSpPr>
          <p:cNvPr id="23574" name="Text Box 22">
            <a:extLst>
              <a:ext uri="{FF2B5EF4-FFF2-40B4-BE49-F238E27FC236}">
                <a16:creationId xmlns:a16="http://schemas.microsoft.com/office/drawing/2014/main" id="{F5598CEE-F821-B3F0-5B08-D6A00F9AE5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675" y="4537075"/>
            <a:ext cx="3222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chemeClr val="bg1"/>
                </a:solidFill>
              </a:rPr>
              <a:t>I</a:t>
            </a:r>
          </a:p>
        </p:txBody>
      </p:sp>
      <p:sp>
        <p:nvSpPr>
          <p:cNvPr id="23575" name="Text Box 23">
            <a:extLst>
              <a:ext uri="{FF2B5EF4-FFF2-40B4-BE49-F238E27FC236}">
                <a16:creationId xmlns:a16="http://schemas.microsoft.com/office/drawing/2014/main" id="{A7C8AD55-A4FE-74C4-D04C-B621D5555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45751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00"/>
                </a:solidFill>
              </a:rPr>
              <a:t>1</a:t>
            </a:r>
          </a:p>
        </p:txBody>
      </p:sp>
      <p:sp>
        <p:nvSpPr>
          <p:cNvPr id="23576" name="Text Box 24">
            <a:extLst>
              <a:ext uri="{FF2B5EF4-FFF2-40B4-BE49-F238E27FC236}">
                <a16:creationId xmlns:a16="http://schemas.microsoft.com/office/drawing/2014/main" id="{7C83B05C-164F-83C2-4370-0DAA556EA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19700" y="40386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00"/>
                </a:solidFill>
              </a:rPr>
              <a:t>2</a:t>
            </a:r>
          </a:p>
        </p:txBody>
      </p:sp>
      <p:sp>
        <p:nvSpPr>
          <p:cNvPr id="23577" name="Text Box 25">
            <a:extLst>
              <a:ext uri="{FF2B5EF4-FFF2-40B4-BE49-F238E27FC236}">
                <a16:creationId xmlns:a16="http://schemas.microsoft.com/office/drawing/2014/main" id="{B5AC7CBD-6C20-94AC-72CE-14B85979A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1450" y="54991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00"/>
                </a:solidFill>
              </a:rPr>
              <a:t>3</a:t>
            </a:r>
          </a:p>
        </p:txBody>
      </p:sp>
      <p:sp>
        <p:nvSpPr>
          <p:cNvPr id="23578" name="Text Box 26">
            <a:extLst>
              <a:ext uri="{FF2B5EF4-FFF2-40B4-BE49-F238E27FC236}">
                <a16:creationId xmlns:a16="http://schemas.microsoft.com/office/drawing/2014/main" id="{B2BC15E2-CED9-9792-5F18-3FA169D46C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51054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3579" name="Object 8">
            <a:extLst>
              <a:ext uri="{FF2B5EF4-FFF2-40B4-BE49-F238E27FC236}">
                <a16:creationId xmlns:a16="http://schemas.microsoft.com/office/drawing/2014/main" id="{87F64B26-114F-49F0-B723-4F75E52C4690}"/>
              </a:ext>
            </a:extLst>
          </p:cNvPr>
          <p:cNvGraphicFramePr>
            <a:graphicFrameLocks/>
          </p:cNvGraphicFramePr>
          <p:nvPr/>
        </p:nvGraphicFramePr>
        <p:xfrm>
          <a:off x="862013" y="5124450"/>
          <a:ext cx="8747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853440" imgH="396018" progId="Equation.3">
                  <p:embed/>
                </p:oleObj>
              </mc:Choice>
              <mc:Fallback>
                <p:oleObj name="Equation" r:id="rId17" imgW="853440" imgH="396018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5124450"/>
                        <a:ext cx="8747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0" name="Object 9">
            <a:extLst>
              <a:ext uri="{FF2B5EF4-FFF2-40B4-BE49-F238E27FC236}">
                <a16:creationId xmlns:a16="http://schemas.microsoft.com/office/drawing/2014/main" id="{89E2E703-27C6-A7DE-39CE-79AC5F715764}"/>
              </a:ext>
            </a:extLst>
          </p:cNvPr>
          <p:cNvGraphicFramePr>
            <a:graphicFrameLocks/>
          </p:cNvGraphicFramePr>
          <p:nvPr/>
        </p:nvGraphicFramePr>
        <p:xfrm>
          <a:off x="882650" y="5656263"/>
          <a:ext cx="19304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904938" imgH="800017" progId="Equation.3">
                  <p:embed/>
                </p:oleObj>
              </mc:Choice>
              <mc:Fallback>
                <p:oleObj name="Equation" r:id="rId19" imgW="1904938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2650" y="5656263"/>
                        <a:ext cx="19304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1" name="Object 10">
            <a:extLst>
              <a:ext uri="{FF2B5EF4-FFF2-40B4-BE49-F238E27FC236}">
                <a16:creationId xmlns:a16="http://schemas.microsoft.com/office/drawing/2014/main" id="{71CD1AE6-BBA3-470B-44D9-355889D1310D}"/>
              </a:ext>
            </a:extLst>
          </p:cNvPr>
          <p:cNvGraphicFramePr>
            <a:graphicFrameLocks/>
          </p:cNvGraphicFramePr>
          <p:nvPr/>
        </p:nvGraphicFramePr>
        <p:xfrm>
          <a:off x="2954338" y="5656263"/>
          <a:ext cx="10144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990787" imgH="800017" progId="Equation.3">
                  <p:embed/>
                </p:oleObj>
              </mc:Choice>
              <mc:Fallback>
                <p:oleObj name="Equation" r:id="rId21" imgW="990787" imgH="80001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4338" y="5656263"/>
                        <a:ext cx="10144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30">
            <a:extLst>
              <a:ext uri="{FF2B5EF4-FFF2-40B4-BE49-F238E27FC236}">
                <a16:creationId xmlns:a16="http://schemas.microsoft.com/office/drawing/2014/main" id="{4DBE0FFF-DA63-0FE2-0695-CA1761D32EAC}"/>
              </a:ext>
            </a:extLst>
          </p:cNvPr>
          <p:cNvGrpSpPr>
            <a:grpSpLocks/>
          </p:cNvGrpSpPr>
          <p:nvPr/>
        </p:nvGrpSpPr>
        <p:grpSpPr bwMode="auto">
          <a:xfrm>
            <a:off x="5153025" y="4394200"/>
            <a:ext cx="3671888" cy="1644650"/>
            <a:chOff x="3246" y="2768"/>
            <a:chExt cx="2313" cy="1036"/>
          </a:xfrm>
        </p:grpSpPr>
        <p:pic>
          <p:nvPicPr>
            <p:cNvPr id="15391" name="Picture 31">
              <a:extLst>
                <a:ext uri="{FF2B5EF4-FFF2-40B4-BE49-F238E27FC236}">
                  <a16:creationId xmlns:a16="http://schemas.microsoft.com/office/drawing/2014/main" id="{8AE0721B-56BF-2AB0-0211-932ED6BC800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46" y="2768"/>
              <a:ext cx="2313" cy="1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392" name="Text Box 32">
              <a:extLst>
                <a:ext uri="{FF2B5EF4-FFF2-40B4-BE49-F238E27FC236}">
                  <a16:creationId xmlns:a16="http://schemas.microsoft.com/office/drawing/2014/main" id="{84F1EC2B-4EBD-8091-58E9-FA6602014F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3403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R</a:t>
              </a:r>
            </a:p>
          </p:txBody>
        </p:sp>
        <p:sp>
          <p:nvSpPr>
            <p:cNvPr id="15393" name="Text Box 33">
              <a:extLst>
                <a:ext uri="{FF2B5EF4-FFF2-40B4-BE49-F238E27FC236}">
                  <a16:creationId xmlns:a16="http://schemas.microsoft.com/office/drawing/2014/main" id="{1FE8F640-61E4-E984-E02D-E20685796F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449" y="309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sp>
        <p:nvSpPr>
          <p:cNvPr id="23586" name="Line 34">
            <a:extLst>
              <a:ext uri="{FF2B5EF4-FFF2-40B4-BE49-F238E27FC236}">
                <a16:creationId xmlns:a16="http://schemas.microsoft.com/office/drawing/2014/main" id="{478C5783-0B01-B21B-879B-59E10ABF12E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415213" y="5207000"/>
            <a:ext cx="468312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7" name="Line 35">
            <a:extLst>
              <a:ext uri="{FF2B5EF4-FFF2-40B4-BE49-F238E27FC236}">
                <a16:creationId xmlns:a16="http://schemas.microsoft.com/office/drawing/2014/main" id="{D59B3DC3-02A1-3CCA-8431-C1952843EB47}"/>
              </a:ext>
            </a:extLst>
          </p:cNvPr>
          <p:cNvSpPr>
            <a:spLocks noChangeShapeType="1"/>
          </p:cNvSpPr>
          <p:nvPr/>
        </p:nvSpPr>
        <p:spPr bwMode="auto">
          <a:xfrm>
            <a:off x="7213600" y="5992813"/>
            <a:ext cx="420688" cy="0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8" name="Line 36">
            <a:extLst>
              <a:ext uri="{FF2B5EF4-FFF2-40B4-BE49-F238E27FC236}">
                <a16:creationId xmlns:a16="http://schemas.microsoft.com/office/drawing/2014/main" id="{912C7369-CF2C-E663-541D-27056580649F}"/>
              </a:ext>
            </a:extLst>
          </p:cNvPr>
          <p:cNvSpPr>
            <a:spLocks noChangeShapeType="1"/>
          </p:cNvSpPr>
          <p:nvPr/>
        </p:nvSpPr>
        <p:spPr bwMode="auto">
          <a:xfrm>
            <a:off x="5162550" y="5056188"/>
            <a:ext cx="0" cy="404812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Text Box 37">
            <a:extLst>
              <a:ext uri="{FF2B5EF4-FFF2-40B4-BE49-F238E27FC236}">
                <a16:creationId xmlns:a16="http://schemas.microsoft.com/office/drawing/2014/main" id="{20382485-9DB1-15AE-FA23-CF935A26625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45720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15389" name="Rectangle 38">
            <a:extLst>
              <a:ext uri="{FF2B5EF4-FFF2-40B4-BE49-F238E27FC236}">
                <a16:creationId xmlns:a16="http://schemas.microsoft.com/office/drawing/2014/main" id="{0F48B51E-EB19-E798-E6B3-4078D1E7DD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334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3594" name="AutoShape 42">
            <a:extLst>
              <a:ext uri="{FF2B5EF4-FFF2-40B4-BE49-F238E27FC236}">
                <a16:creationId xmlns:a16="http://schemas.microsoft.com/office/drawing/2014/main" id="{B51123F6-8830-4EFD-46CD-B6C817F60DB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504825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3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35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3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35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2000"/>
                                        <p:tgtEl>
                                          <p:spTgt spid="235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2000"/>
                                        <p:tgtEl>
                                          <p:spTgt spid="235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35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235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0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35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23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2000"/>
                                        <p:tgtEl>
                                          <p:spTgt spid="235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235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23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235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35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0" dur="500"/>
                                        <p:tgtEl>
                                          <p:spTgt spid="235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2000"/>
                                        <p:tgtEl>
                                          <p:spTgt spid="23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3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95" grpId="0" animBg="1"/>
      <p:bldP spid="23555" grpId="0" autoUpdateAnimBg="0"/>
      <p:bldP spid="23557" grpId="0" autoUpdateAnimBg="0"/>
      <p:bldP spid="23559" grpId="0" autoUpdateAnimBg="0"/>
      <p:bldP spid="23571" grpId="0" autoUpdateAnimBg="0"/>
      <p:bldP spid="23573" grpId="0" autoUpdateAnimBg="0"/>
      <p:bldP spid="23574" grpId="0" autoUpdateAnimBg="0"/>
      <p:bldP spid="23575" grpId="0" autoUpdateAnimBg="0"/>
      <p:bldP spid="23576" grpId="0" autoUpdateAnimBg="0"/>
      <p:bldP spid="23577" grpId="0" autoUpdateAnimBg="0"/>
      <p:bldP spid="23578" grpId="0" autoUpdateAnimBg="0"/>
      <p:bldP spid="23589" grpId="0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20" name="AutoShape 44">
            <a:extLst>
              <a:ext uri="{FF2B5EF4-FFF2-40B4-BE49-F238E27FC236}">
                <a16:creationId xmlns:a16="http://schemas.microsoft.com/office/drawing/2014/main" id="{B15C4CE0-E93A-21A4-ED95-773D8AD71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08175" y="4941888"/>
            <a:ext cx="1727200" cy="6477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2">
            <a:extLst>
              <a:ext uri="{FF2B5EF4-FFF2-40B4-BE49-F238E27FC236}">
                <a16:creationId xmlns:a16="http://schemas.microsoft.com/office/drawing/2014/main" id="{5B790026-3240-47D4-2428-7F1362EEF3BF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5037138"/>
            <a:ext cx="1704975" cy="1581150"/>
            <a:chOff x="4206" y="3225"/>
            <a:chExt cx="1093" cy="996"/>
          </a:xfrm>
        </p:grpSpPr>
        <p:sp>
          <p:nvSpPr>
            <p:cNvPr id="16422" name="Oval 3">
              <a:extLst>
                <a:ext uri="{FF2B5EF4-FFF2-40B4-BE49-F238E27FC236}">
                  <a16:creationId xmlns:a16="http://schemas.microsoft.com/office/drawing/2014/main" id="{343FD83E-D9F8-22BB-AD73-D9BB079021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3225"/>
              <a:ext cx="1093" cy="392"/>
            </a:xfrm>
            <a:prstGeom prst="ellipse">
              <a:avLst/>
            </a:prstGeom>
            <a:noFill/>
            <a:ln w="762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23" name="Line 4">
              <a:extLst>
                <a:ext uri="{FF2B5EF4-FFF2-40B4-BE49-F238E27FC236}">
                  <a16:creationId xmlns:a16="http://schemas.microsoft.com/office/drawing/2014/main" id="{2A40D228-6C68-0864-3892-CCC6230DDC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78" y="3605"/>
              <a:ext cx="265" cy="0"/>
            </a:xfrm>
            <a:prstGeom prst="line">
              <a:avLst/>
            </a:prstGeom>
            <a:noFill/>
            <a:ln w="5715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4" name="Text Box 5">
              <a:extLst>
                <a:ext uri="{FF2B5EF4-FFF2-40B4-BE49-F238E27FC236}">
                  <a16:creationId xmlns:a16="http://schemas.microsoft.com/office/drawing/2014/main" id="{B32F1609-D023-1A64-D601-F98A82527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94" y="3703"/>
              <a:ext cx="184" cy="51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0" i="1">
                  <a:solidFill>
                    <a:schemeClr val="bg1"/>
                  </a:solidFill>
                </a:rPr>
                <a:t>I</a:t>
              </a:r>
            </a:p>
            <a:p>
              <a:pPr algn="ctr" eaLnBrk="1" hangingPunct="1"/>
              <a:endParaRPr lang="en-US" altLang="zh-CN" b="0"/>
            </a:p>
          </p:txBody>
        </p:sp>
      </p:grpSp>
      <p:sp>
        <p:nvSpPr>
          <p:cNvPr id="24582" name="AutoShape 6">
            <a:extLst>
              <a:ext uri="{FF2B5EF4-FFF2-40B4-BE49-F238E27FC236}">
                <a16:creationId xmlns:a16="http://schemas.microsoft.com/office/drawing/2014/main" id="{15103410-202E-0F09-87F3-5B48C5716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9650" y="4356100"/>
            <a:ext cx="369888" cy="976313"/>
          </a:xfrm>
          <a:prstGeom prst="upArrow">
            <a:avLst>
              <a:gd name="adj1" fmla="val 50000"/>
              <a:gd name="adj2" fmla="val 65987"/>
            </a:avLst>
          </a:prstGeom>
          <a:solidFill>
            <a:srgbClr val="FF66FF"/>
          </a:solidFill>
          <a:ln w="9525">
            <a:solidFill>
              <a:srgbClr val="66FFFF"/>
            </a:solidFill>
            <a:miter lim="800000"/>
            <a:headEnd/>
            <a:tailEnd/>
          </a:ln>
        </p:spPr>
        <p:txBody>
          <a:bodyPr vert="eaVert"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4583" name="Object 2">
            <a:extLst>
              <a:ext uri="{FF2B5EF4-FFF2-40B4-BE49-F238E27FC236}">
                <a16:creationId xmlns:a16="http://schemas.microsoft.com/office/drawing/2014/main" id="{94BBBA92-F310-A0C7-561D-EA09215D1385}"/>
              </a:ext>
            </a:extLst>
          </p:cNvPr>
          <p:cNvGraphicFramePr>
            <a:graphicFrameLocks/>
          </p:cNvGraphicFramePr>
          <p:nvPr/>
        </p:nvGraphicFramePr>
        <p:xfrm>
          <a:off x="842963" y="317500"/>
          <a:ext cx="35560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535680" imgH="800017" progId="Equation.3">
                  <p:embed/>
                </p:oleObj>
              </mc:Choice>
              <mc:Fallback>
                <p:oleObj name="Equation" r:id="rId2" imgW="3535680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963" y="317500"/>
                        <a:ext cx="35560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390" name="Group 8">
            <a:extLst>
              <a:ext uri="{FF2B5EF4-FFF2-40B4-BE49-F238E27FC236}">
                <a16:creationId xmlns:a16="http://schemas.microsoft.com/office/drawing/2014/main" id="{47CD16E9-2477-4EE8-117F-CB5A9909E9A6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484188"/>
            <a:ext cx="3444875" cy="1954212"/>
            <a:chOff x="3144" y="2708"/>
            <a:chExt cx="2366" cy="1340"/>
          </a:xfrm>
        </p:grpSpPr>
        <p:grpSp>
          <p:nvGrpSpPr>
            <p:cNvPr id="16414" name="Group 9">
              <a:extLst>
                <a:ext uri="{FF2B5EF4-FFF2-40B4-BE49-F238E27FC236}">
                  <a16:creationId xmlns:a16="http://schemas.microsoft.com/office/drawing/2014/main" id="{133F0A80-2832-C15D-FDC4-0152CF66977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" y="2954"/>
              <a:ext cx="2366" cy="1094"/>
              <a:chOff x="3144" y="2954"/>
              <a:chExt cx="2366" cy="1094"/>
            </a:xfrm>
          </p:grpSpPr>
          <p:pic>
            <p:nvPicPr>
              <p:cNvPr id="16418" name="Picture 10">
                <a:extLst>
                  <a:ext uri="{FF2B5EF4-FFF2-40B4-BE49-F238E27FC236}">
                    <a16:creationId xmlns:a16="http://schemas.microsoft.com/office/drawing/2014/main" id="{B3BB2143-4B42-701F-D526-D735221586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144" y="2954"/>
                <a:ext cx="2366" cy="10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6419" name="Text Box 11">
                <a:extLst>
                  <a:ext uri="{FF2B5EF4-FFF2-40B4-BE49-F238E27FC236}">
                    <a16:creationId xmlns:a16="http://schemas.microsoft.com/office/drawing/2014/main" id="{A0385997-4A3E-FD73-56BD-5D685BAED5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9" y="3072"/>
                <a:ext cx="208" cy="3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I</a:t>
                </a:r>
              </a:p>
            </p:txBody>
          </p:sp>
          <p:sp>
            <p:nvSpPr>
              <p:cNvPr id="16420" name="Text Box 12">
                <a:extLst>
                  <a:ext uri="{FF2B5EF4-FFF2-40B4-BE49-F238E27FC236}">
                    <a16:creationId xmlns:a16="http://schemas.microsoft.com/office/drawing/2014/main" id="{F87CAB09-59E4-1930-848D-5A475A4D2DD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0" y="3582"/>
                <a:ext cx="266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R</a:t>
                </a:r>
              </a:p>
            </p:txBody>
          </p:sp>
          <p:sp>
            <p:nvSpPr>
              <p:cNvPr id="16421" name="Text Box 13">
                <a:extLst>
                  <a:ext uri="{FF2B5EF4-FFF2-40B4-BE49-F238E27FC236}">
                    <a16:creationId xmlns:a16="http://schemas.microsoft.com/office/drawing/2014/main" id="{6C94011F-5B80-6457-3126-D1206855AF3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2" y="3254"/>
                <a:ext cx="278" cy="31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chemeClr val="bg1"/>
                    </a:solidFill>
                  </a:rPr>
                  <a:t>O</a:t>
                </a:r>
              </a:p>
            </p:txBody>
          </p:sp>
        </p:grpSp>
        <p:sp>
          <p:nvSpPr>
            <p:cNvPr id="16415" name="Text Box 14">
              <a:extLst>
                <a:ext uri="{FF2B5EF4-FFF2-40B4-BE49-F238E27FC236}">
                  <a16:creationId xmlns:a16="http://schemas.microsoft.com/office/drawing/2014/main" id="{E512AD99-411D-1926-08C9-A509E474E9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3047"/>
              <a:ext cx="248" cy="3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rgbClr val="00FF00"/>
                  </a:solidFill>
                </a:rPr>
                <a:t>1</a:t>
              </a:r>
            </a:p>
          </p:txBody>
        </p:sp>
        <p:sp>
          <p:nvSpPr>
            <p:cNvPr id="16416" name="Text Box 15">
              <a:extLst>
                <a:ext uri="{FF2B5EF4-FFF2-40B4-BE49-F238E27FC236}">
                  <a16:creationId xmlns:a16="http://schemas.microsoft.com/office/drawing/2014/main" id="{65ECA56C-1B66-158F-6277-21C129D560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20" y="2708"/>
              <a:ext cx="248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rgbClr val="00FF00"/>
                  </a:solidFill>
                </a:rPr>
                <a:t>2</a:t>
              </a:r>
            </a:p>
          </p:txBody>
        </p:sp>
        <p:sp>
          <p:nvSpPr>
            <p:cNvPr id="16417" name="Text Box 16">
              <a:extLst>
                <a:ext uri="{FF2B5EF4-FFF2-40B4-BE49-F238E27FC236}">
                  <a16:creationId xmlns:a16="http://schemas.microsoft.com/office/drawing/2014/main" id="{E305B794-F723-DC59-4FAD-2C3B5D3311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41" y="3628"/>
              <a:ext cx="248" cy="3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rgbClr val="00FF00"/>
                  </a:solidFill>
                </a:rPr>
                <a:t>3</a:t>
              </a:r>
            </a:p>
          </p:txBody>
        </p:sp>
      </p:grpSp>
      <p:grpSp>
        <p:nvGrpSpPr>
          <p:cNvPr id="5" name="Group 17">
            <a:extLst>
              <a:ext uri="{FF2B5EF4-FFF2-40B4-BE49-F238E27FC236}">
                <a16:creationId xmlns:a16="http://schemas.microsoft.com/office/drawing/2014/main" id="{E609D9C8-3874-F551-8B3A-ADA3C6486870}"/>
              </a:ext>
            </a:extLst>
          </p:cNvPr>
          <p:cNvGrpSpPr>
            <a:grpSpLocks/>
          </p:cNvGrpSpPr>
          <p:nvPr/>
        </p:nvGrpSpPr>
        <p:grpSpPr bwMode="auto">
          <a:xfrm>
            <a:off x="6124575" y="1101725"/>
            <a:ext cx="381000" cy="381000"/>
            <a:chOff x="3731" y="531"/>
            <a:chExt cx="240" cy="240"/>
          </a:xfrm>
        </p:grpSpPr>
        <p:sp>
          <p:nvSpPr>
            <p:cNvPr id="16412" name="Oval 18">
              <a:extLst>
                <a:ext uri="{FF2B5EF4-FFF2-40B4-BE49-F238E27FC236}">
                  <a16:creationId xmlns:a16="http://schemas.microsoft.com/office/drawing/2014/main" id="{5CF419F7-1700-21D8-152E-9585B6354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" y="531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6413" name="Oval 19">
              <a:extLst>
                <a:ext uri="{FF2B5EF4-FFF2-40B4-BE49-F238E27FC236}">
                  <a16:creationId xmlns:a16="http://schemas.microsoft.com/office/drawing/2014/main" id="{E6D67503-255F-009A-B758-A4C44FB0A5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" y="632"/>
              <a:ext cx="47" cy="4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24596" name="Object 3">
            <a:extLst>
              <a:ext uri="{FF2B5EF4-FFF2-40B4-BE49-F238E27FC236}">
                <a16:creationId xmlns:a16="http://schemas.microsoft.com/office/drawing/2014/main" id="{42A6C9B9-7760-2DCF-9485-E328E7AA7191}"/>
              </a:ext>
            </a:extLst>
          </p:cNvPr>
          <p:cNvGraphicFramePr>
            <a:graphicFrameLocks/>
          </p:cNvGraphicFramePr>
          <p:nvPr/>
        </p:nvGraphicFramePr>
        <p:xfrm>
          <a:off x="1276350" y="1384300"/>
          <a:ext cx="939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914649" imgH="800017" progId="Equation.3">
                  <p:embed/>
                </p:oleObj>
              </mc:Choice>
              <mc:Fallback>
                <p:oleObj name="Equation" r:id="rId5" imgW="914649" imgH="80001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6350" y="1384300"/>
                        <a:ext cx="939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7" name="Object 4">
            <a:extLst>
              <a:ext uri="{FF2B5EF4-FFF2-40B4-BE49-F238E27FC236}">
                <a16:creationId xmlns:a16="http://schemas.microsoft.com/office/drawing/2014/main" id="{E0F7B913-4F32-619D-5EF8-CA6B6828A3C8}"/>
              </a:ext>
            </a:extLst>
          </p:cNvPr>
          <p:cNvGraphicFramePr>
            <a:graphicFrameLocks/>
          </p:cNvGraphicFramePr>
          <p:nvPr/>
        </p:nvGraphicFramePr>
        <p:xfrm>
          <a:off x="877888" y="2463800"/>
          <a:ext cx="22701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47807" imgH="411480" progId="Equation.3">
                  <p:embed/>
                </p:oleObj>
              </mc:Choice>
              <mc:Fallback>
                <p:oleObj name="Equation" r:id="rId7" imgW="2247807" imgH="4114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77888" y="2463800"/>
                        <a:ext cx="2270125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8" name="Object 5">
            <a:extLst>
              <a:ext uri="{FF2B5EF4-FFF2-40B4-BE49-F238E27FC236}">
                <a16:creationId xmlns:a16="http://schemas.microsoft.com/office/drawing/2014/main" id="{4E8FA271-E3D0-2109-78E4-DC6EAFFF169D}"/>
              </a:ext>
            </a:extLst>
          </p:cNvPr>
          <p:cNvGraphicFramePr>
            <a:graphicFrameLocks/>
          </p:cNvGraphicFramePr>
          <p:nvPr/>
        </p:nvGraphicFramePr>
        <p:xfrm>
          <a:off x="1465263" y="3173413"/>
          <a:ext cx="1003300" cy="306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982824" imgH="281801" progId="Equation.3">
                  <p:embed/>
                </p:oleObj>
              </mc:Choice>
              <mc:Fallback>
                <p:oleObj name="Equation" r:id="rId9" imgW="982824" imgH="281801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5263" y="3173413"/>
                        <a:ext cx="1003300" cy="306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9" name="Text Box 23">
            <a:extLst>
              <a:ext uri="{FF2B5EF4-FFF2-40B4-BE49-F238E27FC236}">
                <a16:creationId xmlns:a16="http://schemas.microsoft.com/office/drawing/2014/main" id="{596AD677-1446-FA0D-FCBF-EC888D252E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11467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</a:rPr>
              <a:t>(3)</a:t>
            </a:r>
          </a:p>
        </p:txBody>
      </p:sp>
      <p:graphicFrame>
        <p:nvGraphicFramePr>
          <p:cNvPr id="24601" name="Object 6">
            <a:extLst>
              <a:ext uri="{FF2B5EF4-FFF2-40B4-BE49-F238E27FC236}">
                <a16:creationId xmlns:a16="http://schemas.microsoft.com/office/drawing/2014/main" id="{633F0D73-A712-1013-6E5A-02C93192B91B}"/>
              </a:ext>
            </a:extLst>
          </p:cNvPr>
          <p:cNvGraphicFramePr>
            <a:graphicFrameLocks/>
          </p:cNvGraphicFramePr>
          <p:nvPr/>
        </p:nvGraphicFramePr>
        <p:xfrm>
          <a:off x="4038600" y="2886075"/>
          <a:ext cx="2501900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476718" imgH="929695" progId="Equation.3">
                  <p:embed/>
                </p:oleObj>
              </mc:Choice>
              <mc:Fallback>
                <p:oleObj name="Equation" r:id="rId11" imgW="2476718" imgH="92969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38600" y="2886075"/>
                        <a:ext cx="2501900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2" name="Object 7">
            <a:extLst>
              <a:ext uri="{FF2B5EF4-FFF2-40B4-BE49-F238E27FC236}">
                <a16:creationId xmlns:a16="http://schemas.microsoft.com/office/drawing/2014/main" id="{D25B695B-1987-9CE1-D2AD-E87FE6E72EBA}"/>
              </a:ext>
            </a:extLst>
          </p:cNvPr>
          <p:cNvGraphicFramePr>
            <a:graphicFrameLocks/>
          </p:cNvGraphicFramePr>
          <p:nvPr/>
        </p:nvGraphicFramePr>
        <p:xfrm>
          <a:off x="1438275" y="3798888"/>
          <a:ext cx="1497013" cy="8747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1478467" imgH="853385" progId="Equation.3">
                  <p:embed/>
                </p:oleObj>
              </mc:Choice>
              <mc:Fallback>
                <p:oleObj name="Equation" r:id="rId13" imgW="1478467" imgH="853385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8275" y="3798888"/>
                        <a:ext cx="1497013" cy="8747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3" name="Object 8">
            <a:extLst>
              <a:ext uri="{FF2B5EF4-FFF2-40B4-BE49-F238E27FC236}">
                <a16:creationId xmlns:a16="http://schemas.microsoft.com/office/drawing/2014/main" id="{C3F5B8CD-55AF-254C-9A17-4E35AD6DC484}"/>
              </a:ext>
            </a:extLst>
          </p:cNvPr>
          <p:cNvGraphicFramePr>
            <a:graphicFrameLocks/>
          </p:cNvGraphicFramePr>
          <p:nvPr/>
        </p:nvGraphicFramePr>
        <p:xfrm>
          <a:off x="3702050" y="3857625"/>
          <a:ext cx="10144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990787" imgH="800017" progId="Equation.3">
                  <p:embed/>
                </p:oleObj>
              </mc:Choice>
              <mc:Fallback>
                <p:oleObj name="Equation" r:id="rId15" imgW="990787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02050" y="3857625"/>
                        <a:ext cx="10144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4" name="Object 9">
            <a:extLst>
              <a:ext uri="{FF2B5EF4-FFF2-40B4-BE49-F238E27FC236}">
                <a16:creationId xmlns:a16="http://schemas.microsoft.com/office/drawing/2014/main" id="{B04D52DE-EEB1-57E3-BF94-7F5766671DF1}"/>
              </a:ext>
            </a:extLst>
          </p:cNvPr>
          <p:cNvGraphicFramePr>
            <a:graphicFrameLocks/>
          </p:cNvGraphicFramePr>
          <p:nvPr/>
        </p:nvGraphicFramePr>
        <p:xfrm>
          <a:off x="3087688" y="3840163"/>
          <a:ext cx="3683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42869" imgH="800017" progId="Equation.3">
                  <p:embed/>
                </p:oleObj>
              </mc:Choice>
              <mc:Fallback>
                <p:oleObj name="Equation" r:id="rId17" imgW="342869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87688" y="3840163"/>
                        <a:ext cx="3683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5" name="Text Box 29">
            <a:extLst>
              <a:ext uri="{FF2B5EF4-FFF2-40B4-BE49-F238E27FC236}">
                <a16:creationId xmlns:a16="http://schemas.microsoft.com/office/drawing/2014/main" id="{4E2E375E-8B8A-4A43-C6D2-46EBF1E358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538" y="5106988"/>
            <a:ext cx="33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0" i="1">
                <a:solidFill>
                  <a:schemeClr val="bg1"/>
                </a:solidFill>
              </a:rPr>
              <a:t>S</a:t>
            </a:r>
          </a:p>
        </p:txBody>
      </p:sp>
      <p:sp>
        <p:nvSpPr>
          <p:cNvPr id="24606" name="Line 30">
            <a:extLst>
              <a:ext uri="{FF2B5EF4-FFF2-40B4-BE49-F238E27FC236}">
                <a16:creationId xmlns:a16="http://schemas.microsoft.com/office/drawing/2014/main" id="{22346F40-D418-ED2F-877C-A833EE1A4EA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545388" y="4470400"/>
            <a:ext cx="0" cy="877888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607" name="Object 10">
            <a:extLst>
              <a:ext uri="{FF2B5EF4-FFF2-40B4-BE49-F238E27FC236}">
                <a16:creationId xmlns:a16="http://schemas.microsoft.com/office/drawing/2014/main" id="{4DFCED8C-5ABE-CA64-C3B5-1CC3E9A92C2C}"/>
              </a:ext>
            </a:extLst>
          </p:cNvPr>
          <p:cNvGraphicFramePr>
            <a:graphicFrameLocks/>
          </p:cNvGraphicFramePr>
          <p:nvPr/>
        </p:nvGraphicFramePr>
        <p:xfrm>
          <a:off x="7772400" y="4419600"/>
          <a:ext cx="230188" cy="280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205522" imgH="258858" progId="Equation.3">
                  <p:embed/>
                </p:oleObj>
              </mc:Choice>
              <mc:Fallback>
                <p:oleObj name="Equation" r:id="rId19" imgW="205522" imgH="258858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4419600"/>
                        <a:ext cx="230188" cy="2809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08" name="Object 11">
            <a:extLst>
              <a:ext uri="{FF2B5EF4-FFF2-40B4-BE49-F238E27FC236}">
                <a16:creationId xmlns:a16="http://schemas.microsoft.com/office/drawing/2014/main" id="{78D621BF-ACAC-AA3C-D6C8-BE6E61126FF9}"/>
              </a:ext>
            </a:extLst>
          </p:cNvPr>
          <p:cNvGraphicFramePr>
            <a:graphicFrameLocks/>
          </p:cNvGraphicFramePr>
          <p:nvPr/>
        </p:nvGraphicFramePr>
        <p:xfrm>
          <a:off x="2111375" y="5059363"/>
          <a:ext cx="1306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87873" imgH="411480" progId="Equation.3">
                  <p:embed/>
                </p:oleObj>
              </mc:Choice>
              <mc:Fallback>
                <p:oleObj name="Equation" r:id="rId21" imgW="1287873" imgH="411480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11375" y="5059363"/>
                        <a:ext cx="1306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9" name="Text Box 33">
            <a:extLst>
              <a:ext uri="{FF2B5EF4-FFF2-40B4-BE49-F238E27FC236}">
                <a16:creationId xmlns:a16="http://schemas.microsoft.com/office/drawing/2014/main" id="{BB8FB4BE-9F72-E9A2-CF41-92EA048500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5026025"/>
            <a:ext cx="13827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66FFFF"/>
                </a:solidFill>
              </a:rPr>
              <a:t>定义</a:t>
            </a:r>
          </a:p>
        </p:txBody>
      </p:sp>
      <p:graphicFrame>
        <p:nvGraphicFramePr>
          <p:cNvPr id="24610" name="Object 12">
            <a:extLst>
              <a:ext uri="{FF2B5EF4-FFF2-40B4-BE49-F238E27FC236}">
                <a16:creationId xmlns:a16="http://schemas.microsoft.com/office/drawing/2014/main" id="{2B386C25-0AD7-3152-321C-34446350264B}"/>
              </a:ext>
            </a:extLst>
          </p:cNvPr>
          <p:cNvGraphicFramePr>
            <a:graphicFrameLocks/>
          </p:cNvGraphicFramePr>
          <p:nvPr/>
        </p:nvGraphicFramePr>
        <p:xfrm>
          <a:off x="7315200" y="3810000"/>
          <a:ext cx="417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396116" imgH="411480" progId="Equation.3">
                  <p:embed/>
                </p:oleObj>
              </mc:Choice>
              <mc:Fallback>
                <p:oleObj name="Equation" r:id="rId23" imgW="396116" imgH="411480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3810000"/>
                        <a:ext cx="417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611" name="Object 13">
            <a:extLst>
              <a:ext uri="{FF2B5EF4-FFF2-40B4-BE49-F238E27FC236}">
                <a16:creationId xmlns:a16="http://schemas.microsoft.com/office/drawing/2014/main" id="{3B6086C2-E2B0-A345-38D4-2441ACDA13E6}"/>
              </a:ext>
            </a:extLst>
          </p:cNvPr>
          <p:cNvGraphicFramePr>
            <a:graphicFrameLocks/>
          </p:cNvGraphicFramePr>
          <p:nvPr/>
        </p:nvGraphicFramePr>
        <p:xfrm>
          <a:off x="1476375" y="5657850"/>
          <a:ext cx="15113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5" imgW="1485931" imgH="800017" progId="Equation.3">
                  <p:embed/>
                </p:oleObj>
              </mc:Choice>
              <mc:Fallback>
                <p:oleObj name="Equation" r:id="rId25" imgW="1485931" imgH="800017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657850"/>
                        <a:ext cx="15113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" name="Group 36">
            <a:extLst>
              <a:ext uri="{FF2B5EF4-FFF2-40B4-BE49-F238E27FC236}">
                <a16:creationId xmlns:a16="http://schemas.microsoft.com/office/drawing/2014/main" id="{4A7204B5-A12F-7DF2-2C4C-7E1E2CF13A7E}"/>
              </a:ext>
            </a:extLst>
          </p:cNvPr>
          <p:cNvGrpSpPr>
            <a:grpSpLocks/>
          </p:cNvGrpSpPr>
          <p:nvPr/>
        </p:nvGrpSpPr>
        <p:grpSpPr bwMode="auto">
          <a:xfrm>
            <a:off x="2438400" y="1165225"/>
            <a:ext cx="2667000" cy="739775"/>
            <a:chOff x="1536" y="734"/>
            <a:chExt cx="1680" cy="466"/>
          </a:xfrm>
        </p:grpSpPr>
        <p:sp>
          <p:nvSpPr>
            <p:cNvPr id="16409" name="AutoShape 37">
              <a:extLst>
                <a:ext uri="{FF2B5EF4-FFF2-40B4-BE49-F238E27FC236}">
                  <a16:creationId xmlns:a16="http://schemas.microsoft.com/office/drawing/2014/main" id="{76979F41-48DC-3F24-DCD2-0D3364578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6" y="734"/>
              <a:ext cx="1680" cy="466"/>
            </a:xfrm>
            <a:prstGeom prst="upArrowCallout">
              <a:avLst>
                <a:gd name="adj1" fmla="val 82818"/>
                <a:gd name="adj2" fmla="val 90129"/>
                <a:gd name="adj3" fmla="val 14949"/>
                <a:gd name="adj4" fmla="val 66667"/>
              </a:avLst>
            </a:prstGeom>
            <a:noFill/>
            <a:ln w="9525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16410" name="Object 14">
              <a:extLst>
                <a:ext uri="{FF2B5EF4-FFF2-40B4-BE49-F238E27FC236}">
                  <a16:creationId xmlns:a16="http://schemas.microsoft.com/office/drawing/2014/main" id="{9EE0876C-BCB0-D9E8-EE0A-35133568097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633" y="934"/>
            <a:ext cx="718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143062" imgH="396018" progId="Equation.3">
                    <p:embed/>
                  </p:oleObj>
                </mc:Choice>
                <mc:Fallback>
                  <p:oleObj name="Equation" r:id="rId27" imgW="1143062" imgH="396018" progId="Equation.3">
                    <p:embed/>
                    <p:pic>
                      <p:nvPicPr>
                        <p:cNvPr id="0" name="Object 1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33" y="934"/>
                          <a:ext cx="718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6411" name="Object 15">
              <a:extLst>
                <a:ext uri="{FF2B5EF4-FFF2-40B4-BE49-F238E27FC236}">
                  <a16:creationId xmlns:a16="http://schemas.microsoft.com/office/drawing/2014/main" id="{DEC181B1-51C8-9C9F-052C-A0C10B887DF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573" y="942"/>
            <a:ext cx="553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9" imgW="876331" imgH="396018" progId="Equation.3">
                    <p:embed/>
                  </p:oleObj>
                </mc:Choice>
                <mc:Fallback>
                  <p:oleObj name="Equation" r:id="rId29" imgW="876331" imgH="396018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73" y="942"/>
                          <a:ext cx="553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4616" name="Rectangle 40">
            <a:extLst>
              <a:ext uri="{FF2B5EF4-FFF2-40B4-BE49-F238E27FC236}">
                <a16:creationId xmlns:a16="http://schemas.microsoft.com/office/drawing/2014/main" id="{59F34FFD-BFA3-6780-27A4-E326A77AE8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4800" y="5046663"/>
            <a:ext cx="1219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dirty="0">
                <a:solidFill>
                  <a:srgbClr val="FFFF00"/>
                </a:solidFill>
              </a:rPr>
              <a:t>磁矩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2000"/>
                                        <p:tgtEl>
                                          <p:spTgt spid="245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5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20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4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4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24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4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46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20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2000"/>
                                        <p:tgtEl>
                                          <p:spTgt spid="24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620" grpId="0" animBg="1"/>
      <p:bldP spid="24582" grpId="0" animBg="1"/>
      <p:bldP spid="24599" grpId="0" autoUpdateAnimBg="0"/>
      <p:bldP spid="24605" grpId="0" autoUpdateAnimBg="0"/>
      <p:bldP spid="24609" grpId="0" autoUpdateAnimBg="0"/>
      <p:bldP spid="24616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F15AC39-8113-741F-B18A-7397A9C824C0}"/>
              </a:ext>
            </a:extLst>
          </p:cNvPr>
          <p:cNvGrpSpPr>
            <a:grpSpLocks/>
          </p:cNvGrpSpPr>
          <p:nvPr/>
        </p:nvGrpSpPr>
        <p:grpSpPr bwMode="auto">
          <a:xfrm>
            <a:off x="5067300" y="1143000"/>
            <a:ext cx="3651250" cy="2543175"/>
            <a:chOff x="3192" y="720"/>
            <a:chExt cx="2300" cy="1602"/>
          </a:xfrm>
        </p:grpSpPr>
        <p:sp>
          <p:nvSpPr>
            <p:cNvPr id="17429" name="Text Box 3">
              <a:extLst>
                <a:ext uri="{FF2B5EF4-FFF2-40B4-BE49-F238E27FC236}">
                  <a16:creationId xmlns:a16="http://schemas.microsoft.com/office/drawing/2014/main" id="{242DCCE7-7A7F-58AE-770F-1F720CE9E6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0" y="120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x</a:t>
              </a:r>
            </a:p>
          </p:txBody>
        </p:sp>
        <p:graphicFrame>
          <p:nvGraphicFramePr>
            <p:cNvPr id="17430" name="Object 11">
              <a:extLst>
                <a:ext uri="{FF2B5EF4-FFF2-40B4-BE49-F238E27FC236}">
                  <a16:creationId xmlns:a16="http://schemas.microsoft.com/office/drawing/2014/main" id="{E4EF6029-10D0-9908-908A-29FA6F03F4B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88" y="1068"/>
            <a:ext cx="240" cy="22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129384" imgH="114217" progId="Equation.3">
                    <p:embed/>
                  </p:oleObj>
                </mc:Choice>
                <mc:Fallback>
                  <p:oleObj name="Equation" r:id="rId2" imgW="129384" imgH="114217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88" y="1068"/>
                          <a:ext cx="240" cy="22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7431" name="Group 5">
              <a:extLst>
                <a:ext uri="{FF2B5EF4-FFF2-40B4-BE49-F238E27FC236}">
                  <a16:creationId xmlns:a16="http://schemas.microsoft.com/office/drawing/2014/main" id="{F216C0C9-24A3-F884-3876-F60255EEB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24" y="732"/>
              <a:ext cx="744" cy="1590"/>
              <a:chOff x="4464" y="2070"/>
              <a:chExt cx="744" cy="1590"/>
            </a:xfrm>
          </p:grpSpPr>
          <p:sp>
            <p:nvSpPr>
              <p:cNvPr id="17439" name="Oval 6">
                <a:extLst>
                  <a:ext uri="{FF2B5EF4-FFF2-40B4-BE49-F238E27FC236}">
                    <a16:creationId xmlns:a16="http://schemas.microsoft.com/office/drawing/2014/main" id="{CFB8E05E-B712-C7E2-FA09-B4068CF889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64" y="2070"/>
                <a:ext cx="624" cy="1584"/>
              </a:xfrm>
              <a:prstGeom prst="ellipse">
                <a:avLst/>
              </a:prstGeom>
              <a:solidFill>
                <a:srgbClr val="009999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7440" name="Oval 7">
                <a:extLst>
                  <a:ext uri="{FF2B5EF4-FFF2-40B4-BE49-F238E27FC236}">
                    <a16:creationId xmlns:a16="http://schemas.microsoft.com/office/drawing/2014/main" id="{75A996BD-8993-C300-1A50-8B8519CAC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84" y="2070"/>
                <a:ext cx="624" cy="1584"/>
              </a:xfrm>
              <a:prstGeom prst="ellipse">
                <a:avLst/>
              </a:prstGeom>
              <a:solidFill>
                <a:srgbClr val="009999"/>
              </a:solidFill>
              <a:ln w="19050">
                <a:solidFill>
                  <a:schemeClr val="accent1"/>
                </a:solidFill>
                <a:round/>
                <a:headEnd/>
                <a:tailEnd/>
              </a:ln>
            </p:spPr>
            <p:txBody>
              <a:bodyPr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7441" name="Line 8">
                <a:extLst>
                  <a:ext uri="{FF2B5EF4-FFF2-40B4-BE49-F238E27FC236}">
                    <a16:creationId xmlns:a16="http://schemas.microsoft.com/office/drawing/2014/main" id="{7A2BBFEA-D934-EB82-109D-02C7E9CAB6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4" y="2076"/>
                <a:ext cx="96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>
                <a:spAutoFit/>
              </a:bodyPr>
              <a:lstStyle/>
              <a:p>
                <a:endParaRPr lang="zh-CN" altLang="en-US"/>
              </a:p>
            </p:txBody>
          </p:sp>
          <p:sp>
            <p:nvSpPr>
              <p:cNvPr id="17442" name="Line 9">
                <a:extLst>
                  <a:ext uri="{FF2B5EF4-FFF2-40B4-BE49-F238E27FC236}">
                    <a16:creationId xmlns:a16="http://schemas.microsoft.com/office/drawing/2014/main" id="{F69946A3-544D-8D10-E101-03EB96A1E8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764" y="3660"/>
                <a:ext cx="108" cy="0"/>
              </a:xfrm>
              <a:prstGeom prst="line">
                <a:avLst/>
              </a:prstGeom>
              <a:noFill/>
              <a:ln w="19050">
                <a:solidFill>
                  <a:schemeClr val="accent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>
                <a:spAutoFit/>
              </a:bodyPr>
              <a:lstStyle/>
              <a:p>
                <a:endParaRPr lang="zh-CN" altLang="en-US"/>
              </a:p>
            </p:txBody>
          </p:sp>
        </p:grpSp>
        <p:sp>
          <p:nvSpPr>
            <p:cNvPr id="17432" name="Line 10">
              <a:extLst>
                <a:ext uri="{FF2B5EF4-FFF2-40B4-BE49-F238E27FC236}">
                  <a16:creationId xmlns:a16="http://schemas.microsoft.com/office/drawing/2014/main" id="{7292A0BC-66F0-79D0-18AA-9ABAA65B6A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56" y="1527"/>
              <a:ext cx="1320" cy="9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3" name="Line 11">
              <a:extLst>
                <a:ext uri="{FF2B5EF4-FFF2-40B4-BE49-F238E27FC236}">
                  <a16:creationId xmlns:a16="http://schemas.microsoft.com/office/drawing/2014/main" id="{84924B5B-6F47-BC74-13BC-F1C84374242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2" y="1527"/>
              <a:ext cx="432" cy="0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4" name="Text Box 12">
              <a:extLst>
                <a:ext uri="{FF2B5EF4-FFF2-40B4-BE49-F238E27FC236}">
                  <a16:creationId xmlns:a16="http://schemas.microsoft.com/office/drawing/2014/main" id="{70D9920E-454D-3229-BCA0-3B4673084C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12" y="121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  <p:sp>
          <p:nvSpPr>
            <p:cNvPr id="17435" name="Line 13">
              <a:extLst>
                <a:ext uri="{FF2B5EF4-FFF2-40B4-BE49-F238E27FC236}">
                  <a16:creationId xmlns:a16="http://schemas.microsoft.com/office/drawing/2014/main" id="{0EB10084-AB9C-0714-745B-FF8D32F2B19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864" y="1512"/>
              <a:ext cx="192" cy="636"/>
            </a:xfrm>
            <a:prstGeom prst="line">
              <a:avLst/>
            </a:prstGeom>
            <a:noFill/>
            <a:ln w="28575">
              <a:solidFill>
                <a:srgbClr val="FF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17436" name="Text Box 14">
              <a:extLst>
                <a:ext uri="{FF2B5EF4-FFF2-40B4-BE49-F238E27FC236}">
                  <a16:creationId xmlns:a16="http://schemas.microsoft.com/office/drawing/2014/main" id="{A64FC180-7019-0211-7DFB-8E3578A806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60" y="1740"/>
              <a:ext cx="2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R</a:t>
              </a:r>
            </a:p>
          </p:txBody>
        </p:sp>
        <p:sp>
          <p:nvSpPr>
            <p:cNvPr id="17437" name="Text Box 15">
              <a:extLst>
                <a:ext uri="{FF2B5EF4-FFF2-40B4-BE49-F238E27FC236}">
                  <a16:creationId xmlns:a16="http://schemas.microsoft.com/office/drawing/2014/main" id="{0B3E8D78-BB38-1A33-6682-81E620B29E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89" y="720"/>
              <a:ext cx="27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66FFFF"/>
                  </a:solidFill>
                </a:rPr>
                <a:t>q</a:t>
              </a:r>
            </a:p>
          </p:txBody>
        </p:sp>
        <p:sp>
          <p:nvSpPr>
            <p:cNvPr id="17438" name="Freeform 16">
              <a:extLst>
                <a:ext uri="{FF2B5EF4-FFF2-40B4-BE49-F238E27FC236}">
                  <a16:creationId xmlns:a16="http://schemas.microsoft.com/office/drawing/2014/main" id="{81A315F7-1F3B-0774-D27B-B0A60DDF31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876"/>
              <a:ext cx="56" cy="288"/>
            </a:xfrm>
            <a:custGeom>
              <a:avLst/>
              <a:gdLst>
                <a:gd name="T0" fmla="*/ 56 w 56"/>
                <a:gd name="T1" fmla="*/ 0 h 288"/>
                <a:gd name="T2" fmla="*/ 8 w 56"/>
                <a:gd name="T3" fmla="*/ 144 h 288"/>
                <a:gd name="T4" fmla="*/ 8 w 56"/>
                <a:gd name="T5" fmla="*/ 288 h 288"/>
                <a:gd name="T6" fmla="*/ 0 60000 65536"/>
                <a:gd name="T7" fmla="*/ 0 60000 65536"/>
                <a:gd name="T8" fmla="*/ 0 60000 65536"/>
                <a:gd name="T9" fmla="*/ 0 w 56"/>
                <a:gd name="T10" fmla="*/ 0 h 288"/>
                <a:gd name="T11" fmla="*/ 56 w 56"/>
                <a:gd name="T12" fmla="*/ 288 h 288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56" h="288">
                  <a:moveTo>
                    <a:pt x="56" y="0"/>
                  </a:moveTo>
                  <a:cubicBezTo>
                    <a:pt x="36" y="48"/>
                    <a:pt x="16" y="96"/>
                    <a:pt x="8" y="144"/>
                  </a:cubicBezTo>
                  <a:cubicBezTo>
                    <a:pt x="0" y="192"/>
                    <a:pt x="4" y="240"/>
                    <a:pt x="8" y="288"/>
                  </a:cubicBezTo>
                </a:path>
              </a:pathLst>
            </a:custGeom>
            <a:noFill/>
            <a:ln w="28575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25617" name="Text Box 17">
            <a:extLst>
              <a:ext uri="{FF2B5EF4-FFF2-40B4-BE49-F238E27FC236}">
                <a16:creationId xmlns:a16="http://schemas.microsoft.com/office/drawing/2014/main" id="{65B6604A-5282-14AA-DC7F-B8C8A93309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6288" y="361950"/>
            <a:ext cx="79454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求绕轴旋转的带电圆盘轴线上的磁场和圆盘的磁矩</a:t>
            </a:r>
          </a:p>
        </p:txBody>
      </p:sp>
      <p:sp>
        <p:nvSpPr>
          <p:cNvPr id="25618" name="Text Box 18">
            <a:extLst>
              <a:ext uri="{FF2B5EF4-FFF2-40B4-BE49-F238E27FC236}">
                <a16:creationId xmlns:a16="http://schemas.microsoft.com/office/drawing/2014/main" id="{16975890-E33C-D5BD-5597-D6ACE600C4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1150" y="9906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5619" name="Object 2">
            <a:extLst>
              <a:ext uri="{FF2B5EF4-FFF2-40B4-BE49-F238E27FC236}">
                <a16:creationId xmlns:a16="http://schemas.microsoft.com/office/drawing/2014/main" id="{AACE3AA7-F168-7FDD-2CD7-C9327B76701A}"/>
              </a:ext>
            </a:extLst>
          </p:cNvPr>
          <p:cNvGraphicFramePr>
            <a:graphicFrameLocks/>
          </p:cNvGraphicFramePr>
          <p:nvPr/>
        </p:nvGraphicFramePr>
        <p:xfrm>
          <a:off x="831850" y="990600"/>
          <a:ext cx="1547813" cy="471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524249" imgH="449386" progId="Equation.3">
                  <p:embed/>
                </p:oleObj>
              </mc:Choice>
              <mc:Fallback>
                <p:oleObj name="Equation" r:id="rId4" imgW="1524249" imgH="449386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1850" y="990600"/>
                        <a:ext cx="1547813" cy="4714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0" name="Object 3">
            <a:extLst>
              <a:ext uri="{FF2B5EF4-FFF2-40B4-BE49-F238E27FC236}">
                <a16:creationId xmlns:a16="http://schemas.microsoft.com/office/drawing/2014/main" id="{35ABD44C-35EB-35F5-1905-D81E9D65C10D}"/>
              </a:ext>
            </a:extLst>
          </p:cNvPr>
          <p:cNvGraphicFramePr>
            <a:graphicFrameLocks/>
          </p:cNvGraphicFramePr>
          <p:nvPr/>
        </p:nvGraphicFramePr>
        <p:xfrm>
          <a:off x="833438" y="1905000"/>
          <a:ext cx="20177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996502" imgH="373574" progId="Equation.3">
                  <p:embed/>
                </p:oleObj>
              </mc:Choice>
              <mc:Fallback>
                <p:oleObj name="Equation" r:id="rId6" imgW="1996502" imgH="37357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438" y="1905000"/>
                        <a:ext cx="20177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1" name="Object 4">
            <a:extLst>
              <a:ext uri="{FF2B5EF4-FFF2-40B4-BE49-F238E27FC236}">
                <a16:creationId xmlns:a16="http://schemas.microsoft.com/office/drawing/2014/main" id="{7072DF76-2B88-DC85-8AEF-05E2F05B3E4A}"/>
              </a:ext>
            </a:extLst>
          </p:cNvPr>
          <p:cNvGraphicFramePr>
            <a:graphicFrameLocks/>
          </p:cNvGraphicFramePr>
          <p:nvPr/>
        </p:nvGraphicFramePr>
        <p:xfrm>
          <a:off x="611188" y="2636838"/>
          <a:ext cx="1152525" cy="9366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495144" imgH="373574" progId="Equation.3">
                  <p:embed/>
                </p:oleObj>
              </mc:Choice>
              <mc:Fallback>
                <p:oleObj name="公式" r:id="rId8" imgW="495144" imgH="37357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188" y="2636838"/>
                        <a:ext cx="1152525" cy="9366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22" name="Object 5">
            <a:extLst>
              <a:ext uri="{FF2B5EF4-FFF2-40B4-BE49-F238E27FC236}">
                <a16:creationId xmlns:a16="http://schemas.microsoft.com/office/drawing/2014/main" id="{C5FDF560-F3F7-FF36-66A0-05D3C5BC0151}"/>
              </a:ext>
            </a:extLst>
          </p:cNvPr>
          <p:cNvGraphicFramePr>
            <a:graphicFrameLocks/>
          </p:cNvGraphicFramePr>
          <p:nvPr/>
        </p:nvGraphicFramePr>
        <p:xfrm>
          <a:off x="1892300" y="2667000"/>
          <a:ext cx="2882900" cy="900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857407" imgH="876328" progId="Equation.3">
                  <p:embed/>
                </p:oleObj>
              </mc:Choice>
              <mc:Fallback>
                <p:oleObj name="Equation" r:id="rId10" imgW="2857407" imgH="876328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92300" y="2667000"/>
                        <a:ext cx="2882900" cy="900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23" name="Oval 23">
            <a:extLst>
              <a:ext uri="{FF2B5EF4-FFF2-40B4-BE49-F238E27FC236}">
                <a16:creationId xmlns:a16="http://schemas.microsoft.com/office/drawing/2014/main" id="{0ED973C2-F04E-644A-DBD0-22CC05BDC3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92988" y="2355850"/>
            <a:ext cx="122237" cy="141288"/>
          </a:xfrm>
          <a:prstGeom prst="ellipse">
            <a:avLst/>
          </a:prstGeom>
          <a:solidFill>
            <a:srgbClr val="00FF00"/>
          </a:solidFill>
          <a:ln w="9525">
            <a:solidFill>
              <a:srgbClr val="00FF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624" name="Text Box 24">
            <a:extLst>
              <a:ext uri="{FF2B5EF4-FFF2-40B4-BE49-F238E27FC236}">
                <a16:creationId xmlns:a16="http://schemas.microsoft.com/office/drawing/2014/main" id="{C5BA1CB4-E376-A6C2-0B2B-DA8487F6E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39000" y="2438400"/>
            <a:ext cx="4238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rgbClr val="00FF00"/>
                </a:solidFill>
              </a:rPr>
              <a:t>P</a:t>
            </a:r>
          </a:p>
        </p:txBody>
      </p:sp>
      <p:sp>
        <p:nvSpPr>
          <p:cNvPr id="25625" name="Oval 25">
            <a:extLst>
              <a:ext uri="{FF2B5EF4-FFF2-40B4-BE49-F238E27FC236}">
                <a16:creationId xmlns:a16="http://schemas.microsoft.com/office/drawing/2014/main" id="{1BE239B6-5D3D-A8B4-FDE0-C83B5793EE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6175" y="1547813"/>
            <a:ext cx="473075" cy="1757362"/>
          </a:xfrm>
          <a:prstGeom prst="ellipse">
            <a:avLst/>
          </a:prstGeom>
          <a:noFill/>
          <a:ln w="76200">
            <a:solidFill>
              <a:srgbClr val="FF99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5627" name="Line 27">
            <a:extLst>
              <a:ext uri="{FF2B5EF4-FFF2-40B4-BE49-F238E27FC236}">
                <a16:creationId xmlns:a16="http://schemas.microsoft.com/office/drawing/2014/main" id="{A1297C10-8821-DBE0-C1EE-D0119D73183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43663" y="1528763"/>
            <a:ext cx="0" cy="935037"/>
          </a:xfrm>
          <a:prstGeom prst="line">
            <a:avLst/>
          </a:prstGeom>
          <a:noFill/>
          <a:ln w="38100">
            <a:solidFill>
              <a:schemeClr val="tx2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28" name="Text Box 28">
            <a:extLst>
              <a:ext uri="{FF2B5EF4-FFF2-40B4-BE49-F238E27FC236}">
                <a16:creationId xmlns:a16="http://schemas.microsoft.com/office/drawing/2014/main" id="{A20E12D0-01C0-C4CA-B1D3-49DABF2591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281738" y="1062038"/>
            <a:ext cx="3222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chemeClr val="tx2"/>
                </a:solidFill>
              </a:rPr>
              <a:t>r</a:t>
            </a:r>
          </a:p>
        </p:txBody>
      </p:sp>
      <p:graphicFrame>
        <p:nvGraphicFramePr>
          <p:cNvPr id="25629" name="Object 6">
            <a:extLst>
              <a:ext uri="{FF2B5EF4-FFF2-40B4-BE49-F238E27FC236}">
                <a16:creationId xmlns:a16="http://schemas.microsoft.com/office/drawing/2014/main" id="{65D145C5-CE10-C726-8517-D53D256B096B}"/>
              </a:ext>
            </a:extLst>
          </p:cNvPr>
          <p:cNvGraphicFramePr>
            <a:graphicFrameLocks/>
          </p:cNvGraphicFramePr>
          <p:nvPr/>
        </p:nvGraphicFramePr>
        <p:xfrm>
          <a:off x="827088" y="3933825"/>
          <a:ext cx="2589212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567784" imgH="929695" progId="Equation.3">
                  <p:embed/>
                </p:oleObj>
              </mc:Choice>
              <mc:Fallback>
                <p:oleObj name="公式" r:id="rId12" imgW="2567784" imgH="929695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933825"/>
                        <a:ext cx="2589212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0" name="Object 7">
            <a:extLst>
              <a:ext uri="{FF2B5EF4-FFF2-40B4-BE49-F238E27FC236}">
                <a16:creationId xmlns:a16="http://schemas.microsoft.com/office/drawing/2014/main" id="{34160D37-6D2F-8465-77A5-4429B40F4C3D}"/>
              </a:ext>
            </a:extLst>
          </p:cNvPr>
          <p:cNvGraphicFramePr>
            <a:graphicFrameLocks/>
          </p:cNvGraphicFramePr>
          <p:nvPr/>
        </p:nvGraphicFramePr>
        <p:xfrm>
          <a:off x="763588" y="5464175"/>
          <a:ext cx="1382712" cy="684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364011" imgH="662857" progId="Equation.3">
                  <p:embed/>
                </p:oleObj>
              </mc:Choice>
              <mc:Fallback>
                <p:oleObj name="公式" r:id="rId14" imgW="1364011" imgH="66285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3588" y="5464175"/>
                        <a:ext cx="1382712" cy="684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1" name="Object 8">
            <a:extLst>
              <a:ext uri="{FF2B5EF4-FFF2-40B4-BE49-F238E27FC236}">
                <a16:creationId xmlns:a16="http://schemas.microsoft.com/office/drawing/2014/main" id="{77D6ED38-7551-E1A0-8D35-51E7126336DF}"/>
              </a:ext>
            </a:extLst>
          </p:cNvPr>
          <p:cNvGraphicFramePr>
            <a:graphicFrameLocks/>
          </p:cNvGraphicFramePr>
          <p:nvPr/>
        </p:nvGraphicFramePr>
        <p:xfrm>
          <a:off x="2185988" y="5351463"/>
          <a:ext cx="3490912" cy="990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467007" imgH="967601" progId="Equation.3">
                  <p:embed/>
                </p:oleObj>
              </mc:Choice>
              <mc:Fallback>
                <p:oleObj name="Equation" r:id="rId16" imgW="3467007" imgH="967601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85988" y="5351463"/>
                        <a:ext cx="3490912" cy="990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2" name="Line 32">
            <a:extLst>
              <a:ext uri="{FF2B5EF4-FFF2-40B4-BE49-F238E27FC236}">
                <a16:creationId xmlns:a16="http://schemas.microsoft.com/office/drawing/2014/main" id="{E13C5CA9-2FB6-E492-01D0-8C01BF1636D2}"/>
              </a:ext>
            </a:extLst>
          </p:cNvPr>
          <p:cNvSpPr>
            <a:spLocks noChangeShapeType="1"/>
          </p:cNvSpPr>
          <p:nvPr/>
        </p:nvSpPr>
        <p:spPr bwMode="auto">
          <a:xfrm>
            <a:off x="7467600" y="2438400"/>
            <a:ext cx="569913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33" name="Object 9">
            <a:extLst>
              <a:ext uri="{FF2B5EF4-FFF2-40B4-BE49-F238E27FC236}">
                <a16:creationId xmlns:a16="http://schemas.microsoft.com/office/drawing/2014/main" id="{E3956543-5931-820C-1C3C-BA803EE8B3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72400" y="2552700"/>
          <a:ext cx="428625" cy="352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411542" imgH="335169" progId="Equation.3">
                  <p:embed/>
                </p:oleObj>
              </mc:Choice>
              <mc:Fallback>
                <p:oleObj name="Equation" r:id="rId18" imgW="411542" imgH="33516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2400" y="2552700"/>
                        <a:ext cx="428625" cy="352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4" name="Rectangle 34">
            <a:extLst>
              <a:ext uri="{FF2B5EF4-FFF2-40B4-BE49-F238E27FC236}">
                <a16:creationId xmlns:a16="http://schemas.microsoft.com/office/drawing/2014/main" id="{294B732E-2901-AD2F-8796-CE452B3D5D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571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graphicFrame>
        <p:nvGraphicFramePr>
          <p:cNvPr id="25638" name="Object 10">
            <a:extLst>
              <a:ext uri="{FF2B5EF4-FFF2-40B4-BE49-F238E27FC236}">
                <a16:creationId xmlns:a16="http://schemas.microsoft.com/office/drawing/2014/main" id="{ABB317BF-D5A9-3034-C37F-271E22F07275}"/>
              </a:ext>
            </a:extLst>
          </p:cNvPr>
          <p:cNvGraphicFramePr>
            <a:graphicFrameLocks/>
          </p:cNvGraphicFramePr>
          <p:nvPr/>
        </p:nvGraphicFramePr>
        <p:xfrm>
          <a:off x="3492500" y="3933825"/>
          <a:ext cx="2106613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088067" imgH="929695" progId="Equation.3">
                  <p:embed/>
                </p:oleObj>
              </mc:Choice>
              <mc:Fallback>
                <p:oleObj name="公式" r:id="rId20" imgW="2088067" imgH="929695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3933825"/>
                        <a:ext cx="2106613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56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56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2000"/>
                                        <p:tgtEl>
                                          <p:spTgt spid="25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25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20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56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56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5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5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5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20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5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25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17" grpId="0" autoUpdateAnimBg="0"/>
      <p:bldP spid="25618" grpId="0" autoUpdateAnimBg="0"/>
      <p:bldP spid="25623" grpId="0" animBg="1"/>
      <p:bldP spid="25624" grpId="0" autoUpdateAnimBg="0"/>
      <p:bldP spid="25625" grpId="0" animBg="1"/>
      <p:bldP spid="25628" grpId="0"/>
      <p:bldP spid="25634" grpId="0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0977EE92-F374-B560-3EF7-B1520FDBDC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27363" y="563563"/>
            <a:ext cx="23590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圆盘圆心处</a:t>
            </a:r>
            <a:r>
              <a:rPr lang="zh-CN" altLang="en-US" sz="2800">
                <a:solidFill>
                  <a:srgbClr val="66FFFF"/>
                </a:solidFill>
              </a:rPr>
              <a:t> </a:t>
            </a:r>
          </a:p>
        </p:txBody>
      </p:sp>
      <p:graphicFrame>
        <p:nvGraphicFramePr>
          <p:cNvPr id="26627" name="Object 2">
            <a:extLst>
              <a:ext uri="{FF2B5EF4-FFF2-40B4-BE49-F238E27FC236}">
                <a16:creationId xmlns:a16="http://schemas.microsoft.com/office/drawing/2014/main" id="{020EA0E4-A877-97BB-02FA-02941B1BB248}"/>
              </a:ext>
            </a:extLst>
          </p:cNvPr>
          <p:cNvGraphicFramePr>
            <a:graphicFrameLocks/>
          </p:cNvGraphicFramePr>
          <p:nvPr/>
        </p:nvGraphicFramePr>
        <p:xfrm>
          <a:off x="5024438" y="420688"/>
          <a:ext cx="17637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45198" imgH="800017" progId="Equation.3">
                  <p:embed/>
                </p:oleObj>
              </mc:Choice>
              <mc:Fallback>
                <p:oleObj name="公式" r:id="rId2" imgW="1745198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024438" y="420688"/>
                        <a:ext cx="17637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8" name="Object 3">
            <a:extLst>
              <a:ext uri="{FF2B5EF4-FFF2-40B4-BE49-F238E27FC236}">
                <a16:creationId xmlns:a16="http://schemas.microsoft.com/office/drawing/2014/main" id="{2DD96588-427A-93FD-A49F-6477558FB96B}"/>
              </a:ext>
            </a:extLst>
          </p:cNvPr>
          <p:cNvGraphicFramePr>
            <a:graphicFrameLocks/>
          </p:cNvGraphicFramePr>
          <p:nvPr/>
        </p:nvGraphicFramePr>
        <p:xfrm>
          <a:off x="1824038" y="1325563"/>
          <a:ext cx="3670300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650136" imgH="457366" progId="Equation.3">
                  <p:embed/>
                </p:oleObj>
              </mc:Choice>
              <mc:Fallback>
                <p:oleObj name="Equation" r:id="rId4" imgW="3650136" imgH="457366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4038" y="1325563"/>
                        <a:ext cx="3670300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29" name="Object 4">
            <a:extLst>
              <a:ext uri="{FF2B5EF4-FFF2-40B4-BE49-F238E27FC236}">
                <a16:creationId xmlns:a16="http://schemas.microsoft.com/office/drawing/2014/main" id="{72991859-455A-C3A0-0840-A7FE8A5BEA1D}"/>
              </a:ext>
            </a:extLst>
          </p:cNvPr>
          <p:cNvGraphicFramePr>
            <a:graphicFrameLocks/>
          </p:cNvGraphicFramePr>
          <p:nvPr/>
        </p:nvGraphicFramePr>
        <p:xfrm>
          <a:off x="1835150" y="1993900"/>
          <a:ext cx="5041900" cy="874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021611" imgH="853385" progId="Equation.3">
                  <p:embed/>
                </p:oleObj>
              </mc:Choice>
              <mc:Fallback>
                <p:oleObj name="Equation" r:id="rId6" imgW="5021611" imgH="853385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35150" y="1993900"/>
                        <a:ext cx="5041900" cy="874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0" name="Rectangle 6">
            <a:extLst>
              <a:ext uri="{FF2B5EF4-FFF2-40B4-BE49-F238E27FC236}">
                <a16:creationId xmlns:a16="http://schemas.microsoft.com/office/drawing/2014/main" id="{EA01D273-F10E-F3DC-069A-A441C52E8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011488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方向沿</a:t>
            </a:r>
            <a:r>
              <a:rPr lang="zh-CN" altLang="en-US" i="1">
                <a:solidFill>
                  <a:schemeClr val="bg1"/>
                </a:solidFill>
              </a:rPr>
              <a:t> </a:t>
            </a:r>
            <a:r>
              <a:rPr lang="en-US" altLang="zh-CN" i="1">
                <a:solidFill>
                  <a:srgbClr val="66FFFF"/>
                </a:solidFill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轴正向 </a:t>
            </a: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2A479AE6-3AC5-178A-1B79-F4CFAE7C5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263" y="3744913"/>
            <a:ext cx="3952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</a:rPr>
              <a:t>3. </a:t>
            </a:r>
            <a:r>
              <a:rPr lang="zh-CN" altLang="en-US">
                <a:solidFill>
                  <a:srgbClr val="66FFFF"/>
                </a:solidFill>
              </a:rPr>
              <a:t>载流螺线管轴线上的磁场 </a:t>
            </a:r>
          </a:p>
        </p:txBody>
      </p:sp>
      <p:pic>
        <p:nvPicPr>
          <p:cNvPr id="26632" name="Picture 8">
            <a:extLst>
              <a:ext uri="{FF2B5EF4-FFF2-40B4-BE49-F238E27FC236}">
                <a16:creationId xmlns:a16="http://schemas.microsoft.com/office/drawing/2014/main" id="{B53A8A94-E38C-47B4-B45E-60F32F67A2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06925" y="4240213"/>
            <a:ext cx="3995738" cy="1387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33" name="Line 9">
            <a:extLst>
              <a:ext uri="{FF2B5EF4-FFF2-40B4-BE49-F238E27FC236}">
                <a16:creationId xmlns:a16="http://schemas.microsoft.com/office/drawing/2014/main" id="{F48AB2E1-D116-88EA-2320-D07012EED1E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585200" y="5662613"/>
            <a:ext cx="0" cy="790575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4" name="Line 10">
            <a:extLst>
              <a:ext uri="{FF2B5EF4-FFF2-40B4-BE49-F238E27FC236}">
                <a16:creationId xmlns:a16="http://schemas.microsoft.com/office/drawing/2014/main" id="{87C942D6-E70B-0025-F2F2-7382B0F74589}"/>
              </a:ext>
            </a:extLst>
          </p:cNvPr>
          <p:cNvSpPr>
            <a:spLocks noChangeShapeType="1"/>
          </p:cNvSpPr>
          <p:nvPr/>
        </p:nvSpPr>
        <p:spPr bwMode="auto">
          <a:xfrm>
            <a:off x="4624388" y="5697538"/>
            <a:ext cx="0" cy="755650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6635" name="Text Box 11">
            <a:extLst>
              <a:ext uri="{FF2B5EF4-FFF2-40B4-BE49-F238E27FC236}">
                <a16:creationId xmlns:a16="http://schemas.microsoft.com/office/drawing/2014/main" id="{1B31C5EB-3529-38B7-BF8C-F69B185DCC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20063" y="5905500"/>
            <a:ext cx="3222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00"/>
                </a:solidFill>
              </a:rPr>
              <a:t>I</a:t>
            </a:r>
          </a:p>
        </p:txBody>
      </p:sp>
      <p:grpSp>
        <p:nvGrpSpPr>
          <p:cNvPr id="2" name="Group 49">
            <a:extLst>
              <a:ext uri="{FF2B5EF4-FFF2-40B4-BE49-F238E27FC236}">
                <a16:creationId xmlns:a16="http://schemas.microsoft.com/office/drawing/2014/main" id="{AF7708BF-55C5-E42B-AFEC-E48E0E14D449}"/>
              </a:ext>
            </a:extLst>
          </p:cNvPr>
          <p:cNvGrpSpPr>
            <a:grpSpLocks/>
          </p:cNvGrpSpPr>
          <p:nvPr/>
        </p:nvGrpSpPr>
        <p:grpSpPr bwMode="auto">
          <a:xfrm>
            <a:off x="3687763" y="4221163"/>
            <a:ext cx="5157787" cy="2360612"/>
            <a:chOff x="2323" y="2628"/>
            <a:chExt cx="3249" cy="1487"/>
          </a:xfrm>
        </p:grpSpPr>
        <p:pic>
          <p:nvPicPr>
            <p:cNvPr id="18475" name="Picture 13">
              <a:extLst>
                <a:ext uri="{FF2B5EF4-FFF2-40B4-BE49-F238E27FC236}">
                  <a16:creationId xmlns:a16="http://schemas.microsoft.com/office/drawing/2014/main" id="{7D7D3642-7C32-BA98-B2E8-F586D0C0994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323" y="2628"/>
              <a:ext cx="3249" cy="1011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8476" name="Rectangle 14">
              <a:extLst>
                <a:ext uri="{FF2B5EF4-FFF2-40B4-BE49-F238E27FC236}">
                  <a16:creationId xmlns:a16="http://schemas.microsoft.com/office/drawing/2014/main" id="{D5D70500-FC7F-EC29-5F20-A550E011D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6" y="3633"/>
              <a:ext cx="299" cy="476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7" name="Rectangle 15">
              <a:extLst>
                <a:ext uri="{FF2B5EF4-FFF2-40B4-BE49-F238E27FC236}">
                  <a16:creationId xmlns:a16="http://schemas.microsoft.com/office/drawing/2014/main" id="{F44F51F6-1FB6-FD2D-4092-76670CDBB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1" y="3639"/>
              <a:ext cx="407" cy="476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23DC8235-139B-46B4-5594-7BE7F1F32C40}"/>
              </a:ext>
            </a:extLst>
          </p:cNvPr>
          <p:cNvGrpSpPr>
            <a:grpSpLocks/>
          </p:cNvGrpSpPr>
          <p:nvPr/>
        </p:nvGrpSpPr>
        <p:grpSpPr bwMode="auto">
          <a:xfrm>
            <a:off x="5357813" y="4929188"/>
            <a:ext cx="369887" cy="603250"/>
            <a:chOff x="3365" y="3030"/>
            <a:chExt cx="233" cy="380"/>
          </a:xfrm>
        </p:grpSpPr>
        <p:sp>
          <p:nvSpPr>
            <p:cNvPr id="18473" name="Oval 17">
              <a:extLst>
                <a:ext uri="{FF2B5EF4-FFF2-40B4-BE49-F238E27FC236}">
                  <a16:creationId xmlns:a16="http://schemas.microsoft.com/office/drawing/2014/main" id="{991E0506-E51B-FF1F-5945-C8DD5EDC9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2" y="3030"/>
              <a:ext cx="100" cy="125"/>
            </a:xfrm>
            <a:prstGeom prst="ellipse">
              <a:avLst/>
            </a:prstGeom>
            <a:solidFill>
              <a:srgbClr val="00FF0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8474" name="Text Box 18">
              <a:extLst>
                <a:ext uri="{FF2B5EF4-FFF2-40B4-BE49-F238E27FC236}">
                  <a16:creationId xmlns:a16="http://schemas.microsoft.com/office/drawing/2014/main" id="{BF8B41C4-C888-985C-F99C-C57F03C676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5" y="3122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00FF00"/>
                  </a:solidFill>
                </a:rPr>
                <a:t>P</a:t>
              </a:r>
            </a:p>
          </p:txBody>
        </p:sp>
      </p:grpSp>
      <p:graphicFrame>
        <p:nvGraphicFramePr>
          <p:cNvPr id="26643" name="Object 5">
            <a:extLst>
              <a:ext uri="{FF2B5EF4-FFF2-40B4-BE49-F238E27FC236}">
                <a16:creationId xmlns:a16="http://schemas.microsoft.com/office/drawing/2014/main" id="{7DF0B6DA-350A-1B44-FB02-483646FA0FDC}"/>
              </a:ext>
            </a:extLst>
          </p:cNvPr>
          <p:cNvGraphicFramePr>
            <a:graphicFrameLocks/>
          </p:cNvGraphicFramePr>
          <p:nvPr/>
        </p:nvGraphicFramePr>
        <p:xfrm>
          <a:off x="838200" y="5792788"/>
          <a:ext cx="1346200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325693" imgH="297263" progId="Equation.3">
                  <p:embed/>
                </p:oleObj>
              </mc:Choice>
              <mc:Fallback>
                <p:oleObj name="Equation" r:id="rId10" imgW="1325693" imgH="297263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792788"/>
                        <a:ext cx="1346200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0">
            <a:extLst>
              <a:ext uri="{FF2B5EF4-FFF2-40B4-BE49-F238E27FC236}">
                <a16:creationId xmlns:a16="http://schemas.microsoft.com/office/drawing/2014/main" id="{C932BCFD-0C61-C9FD-13FC-C98E8A616E97}"/>
              </a:ext>
            </a:extLst>
          </p:cNvPr>
          <p:cNvGrpSpPr>
            <a:grpSpLocks/>
          </p:cNvGrpSpPr>
          <p:nvPr/>
        </p:nvGrpSpPr>
        <p:grpSpPr bwMode="auto">
          <a:xfrm>
            <a:off x="3652838" y="5013325"/>
            <a:ext cx="647700" cy="741363"/>
            <a:chOff x="2301" y="3111"/>
            <a:chExt cx="408" cy="467"/>
          </a:xfrm>
        </p:grpSpPr>
        <p:sp>
          <p:nvSpPr>
            <p:cNvPr id="18469" name="Line 21">
              <a:extLst>
                <a:ext uri="{FF2B5EF4-FFF2-40B4-BE49-F238E27FC236}">
                  <a16:creationId xmlns:a16="http://schemas.microsoft.com/office/drawing/2014/main" id="{23711C3D-94EF-42C6-FB9F-A3770027F6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01" y="3578"/>
              <a:ext cx="40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8470" name="Group 22">
              <a:extLst>
                <a:ext uri="{FF2B5EF4-FFF2-40B4-BE49-F238E27FC236}">
                  <a16:creationId xmlns:a16="http://schemas.microsoft.com/office/drawing/2014/main" id="{1DB1529F-9362-9B8F-F403-343724B72E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16" y="3111"/>
              <a:ext cx="272" cy="434"/>
              <a:chOff x="2250" y="3034"/>
              <a:chExt cx="272" cy="434"/>
            </a:xfrm>
          </p:grpSpPr>
          <p:sp>
            <p:nvSpPr>
              <p:cNvPr id="18471" name="Line 23">
                <a:extLst>
                  <a:ext uri="{FF2B5EF4-FFF2-40B4-BE49-F238E27FC236}">
                    <a16:creationId xmlns:a16="http://schemas.microsoft.com/office/drawing/2014/main" id="{369592B3-9316-E979-BAA8-BE6DC38285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22" y="3034"/>
                <a:ext cx="0" cy="43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472" name="Text Box 24">
                <a:extLst>
                  <a:ext uri="{FF2B5EF4-FFF2-40B4-BE49-F238E27FC236}">
                    <a16:creationId xmlns:a16="http://schemas.microsoft.com/office/drawing/2014/main" id="{35B49D08-76A0-0E87-B6C7-DF23C4AB92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250" y="3110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b="0" i="1">
                    <a:solidFill>
                      <a:srgbClr val="FFFF66"/>
                    </a:solidFill>
                  </a:rPr>
                  <a:t>R</a:t>
                </a:r>
              </a:p>
            </p:txBody>
          </p:sp>
        </p:grpSp>
      </p:grpSp>
      <p:sp>
        <p:nvSpPr>
          <p:cNvPr id="26649" name="Text Box 25">
            <a:extLst>
              <a:ext uri="{FF2B5EF4-FFF2-40B4-BE49-F238E27FC236}">
                <a16:creationId xmlns:a16="http://schemas.microsoft.com/office/drawing/2014/main" id="{41E67A7C-0F62-1A33-7D4A-32CB47A36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250" y="4354513"/>
            <a:ext cx="2851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已知螺线管半径为</a:t>
            </a:r>
            <a:r>
              <a:rPr lang="en-US" altLang="zh-CN" i="1">
                <a:solidFill>
                  <a:srgbClr val="66FFFF"/>
                </a:solidFill>
              </a:rPr>
              <a:t>R</a:t>
            </a:r>
          </a:p>
        </p:txBody>
      </p:sp>
      <p:sp>
        <p:nvSpPr>
          <p:cNvPr id="26650" name="Text Box 26">
            <a:extLst>
              <a:ext uri="{FF2B5EF4-FFF2-40B4-BE49-F238E27FC236}">
                <a16:creationId xmlns:a16="http://schemas.microsoft.com/office/drawing/2014/main" id="{72D9E14D-5EB2-76F9-D8F1-2AF5DFB9A3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5040313"/>
            <a:ext cx="25860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chemeClr val="bg1"/>
                </a:solidFill>
              </a:rPr>
              <a:t>单位长度上有</a:t>
            </a:r>
            <a:r>
              <a:rPr lang="en-US" altLang="zh-CN" i="1">
                <a:solidFill>
                  <a:srgbClr val="66FFFF"/>
                </a:solidFill>
              </a:rPr>
              <a:t>n </a:t>
            </a:r>
            <a:r>
              <a:rPr lang="zh-CN" altLang="en-US">
                <a:solidFill>
                  <a:schemeClr val="bg1"/>
                </a:solidFill>
              </a:rPr>
              <a:t>匝</a:t>
            </a:r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028CB55D-9043-1FB1-DCA8-77036B00A3F4}"/>
              </a:ext>
            </a:extLst>
          </p:cNvPr>
          <p:cNvGrpSpPr>
            <a:grpSpLocks/>
          </p:cNvGrpSpPr>
          <p:nvPr/>
        </p:nvGrpSpPr>
        <p:grpSpPr bwMode="auto">
          <a:xfrm>
            <a:off x="6727825" y="3919538"/>
            <a:ext cx="233363" cy="312737"/>
            <a:chOff x="4238" y="2359"/>
            <a:chExt cx="147" cy="197"/>
          </a:xfrm>
        </p:grpSpPr>
        <p:sp>
          <p:nvSpPr>
            <p:cNvPr id="18466" name="Line 28">
              <a:extLst>
                <a:ext uri="{FF2B5EF4-FFF2-40B4-BE49-F238E27FC236}">
                  <a16:creationId xmlns:a16="http://schemas.microsoft.com/office/drawing/2014/main" id="{37597F90-D41C-C595-3283-447BBB289D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2359"/>
              <a:ext cx="0" cy="19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7" name="Line 29">
              <a:extLst>
                <a:ext uri="{FF2B5EF4-FFF2-40B4-BE49-F238E27FC236}">
                  <a16:creationId xmlns:a16="http://schemas.microsoft.com/office/drawing/2014/main" id="{1F00F718-DF59-9A1A-652A-AEAEFA3BB5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85" y="2359"/>
              <a:ext cx="0" cy="197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8" name="Line 30">
              <a:extLst>
                <a:ext uri="{FF2B5EF4-FFF2-40B4-BE49-F238E27FC236}">
                  <a16:creationId xmlns:a16="http://schemas.microsoft.com/office/drawing/2014/main" id="{7354AB9B-CE1D-74A4-8EB6-C65278CF87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8" y="2474"/>
              <a:ext cx="147" cy="0"/>
            </a:xfrm>
            <a:prstGeom prst="line">
              <a:avLst/>
            </a:prstGeom>
            <a:noFill/>
            <a:ln w="9525">
              <a:solidFill>
                <a:srgbClr val="00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7" name="Group 31">
            <a:extLst>
              <a:ext uri="{FF2B5EF4-FFF2-40B4-BE49-F238E27FC236}">
                <a16:creationId xmlns:a16="http://schemas.microsoft.com/office/drawing/2014/main" id="{4294142D-EBB5-619E-D840-02140C5BCF82}"/>
              </a:ext>
            </a:extLst>
          </p:cNvPr>
          <p:cNvGrpSpPr>
            <a:grpSpLocks/>
          </p:cNvGrpSpPr>
          <p:nvPr/>
        </p:nvGrpSpPr>
        <p:grpSpPr bwMode="auto">
          <a:xfrm>
            <a:off x="6818313" y="3278188"/>
            <a:ext cx="744537" cy="461962"/>
            <a:chOff x="4331" y="1917"/>
            <a:chExt cx="469" cy="291"/>
          </a:xfrm>
        </p:grpSpPr>
        <p:sp>
          <p:nvSpPr>
            <p:cNvPr id="18464" name="AutoShape 32">
              <a:extLst>
                <a:ext uri="{FF2B5EF4-FFF2-40B4-BE49-F238E27FC236}">
                  <a16:creationId xmlns:a16="http://schemas.microsoft.com/office/drawing/2014/main" id="{26A3A920-D311-C8BA-8598-ED9CD5116E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1" y="1917"/>
              <a:ext cx="469" cy="291"/>
            </a:xfrm>
            <a:prstGeom prst="wedgeEllipseCallout">
              <a:avLst>
                <a:gd name="adj1" fmla="val -51704"/>
                <a:gd name="adj2" fmla="val 115634"/>
              </a:avLst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zh-CN" b="0"/>
            </a:p>
          </p:txBody>
        </p:sp>
        <p:graphicFrame>
          <p:nvGraphicFramePr>
            <p:cNvPr id="18465" name="Object 9">
              <a:extLst>
                <a:ext uri="{FF2B5EF4-FFF2-40B4-BE49-F238E27FC236}">
                  <a16:creationId xmlns:a16="http://schemas.microsoft.com/office/drawing/2014/main" id="{0B2F4FD6-9DCE-1D79-645A-6265AA2E3F9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64" y="1968"/>
            <a:ext cx="209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2" imgW="305049" imgH="297263" progId="Equation.3">
                    <p:embed/>
                  </p:oleObj>
                </mc:Choice>
                <mc:Fallback>
                  <p:oleObj name="Equation" r:id="rId12" imgW="305049" imgH="297263" progId="Equation.3">
                    <p:embed/>
                    <p:pic>
                      <p:nvPicPr>
                        <p:cNvPr id="0" name="Object 9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64" y="1968"/>
                          <a:ext cx="209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658" name="Line 34">
            <a:extLst>
              <a:ext uri="{FF2B5EF4-FFF2-40B4-BE49-F238E27FC236}">
                <a16:creationId xmlns:a16="http://schemas.microsoft.com/office/drawing/2014/main" id="{BA65FEBE-835B-031F-990D-AE13406632FE}"/>
              </a:ext>
            </a:extLst>
          </p:cNvPr>
          <p:cNvSpPr>
            <a:spLocks noChangeShapeType="1"/>
          </p:cNvSpPr>
          <p:nvPr/>
        </p:nvSpPr>
        <p:spPr bwMode="auto">
          <a:xfrm>
            <a:off x="5519738" y="3919538"/>
            <a:ext cx="0" cy="9779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8" name="Group 35">
            <a:extLst>
              <a:ext uri="{FF2B5EF4-FFF2-40B4-BE49-F238E27FC236}">
                <a16:creationId xmlns:a16="http://schemas.microsoft.com/office/drawing/2014/main" id="{EC82C1C3-A5C6-DB77-37E0-6F34721F96B8}"/>
              </a:ext>
            </a:extLst>
          </p:cNvPr>
          <p:cNvGrpSpPr>
            <a:grpSpLocks/>
          </p:cNvGrpSpPr>
          <p:nvPr/>
        </p:nvGrpSpPr>
        <p:grpSpPr bwMode="auto">
          <a:xfrm>
            <a:off x="5519738" y="3529013"/>
            <a:ext cx="1208087" cy="573087"/>
            <a:chOff x="3477" y="2168"/>
            <a:chExt cx="761" cy="361"/>
          </a:xfrm>
        </p:grpSpPr>
        <p:sp>
          <p:nvSpPr>
            <p:cNvPr id="18462" name="Line 36">
              <a:extLst>
                <a:ext uri="{FF2B5EF4-FFF2-40B4-BE49-F238E27FC236}">
                  <a16:creationId xmlns:a16="http://schemas.microsoft.com/office/drawing/2014/main" id="{ED33087A-C798-3B17-14EF-220C35BB5CC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529"/>
              <a:ext cx="761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463" name="Text Box 37">
              <a:extLst>
                <a:ext uri="{FF2B5EF4-FFF2-40B4-BE49-F238E27FC236}">
                  <a16:creationId xmlns:a16="http://schemas.microsoft.com/office/drawing/2014/main" id="{5B70D0B5-907D-2CB0-A128-81B4607382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20" y="2168"/>
              <a:ext cx="17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66"/>
                  </a:solidFill>
                </a:rPr>
                <a:t>l</a:t>
              </a:r>
            </a:p>
          </p:txBody>
        </p:sp>
      </p:grpSp>
      <p:sp>
        <p:nvSpPr>
          <p:cNvPr id="26662" name="Line 38">
            <a:extLst>
              <a:ext uri="{FF2B5EF4-FFF2-40B4-BE49-F238E27FC236}">
                <a16:creationId xmlns:a16="http://schemas.microsoft.com/office/drawing/2014/main" id="{175DE9C6-0AF9-F0C2-9615-D5D73AC70AAD}"/>
              </a:ext>
            </a:extLst>
          </p:cNvPr>
          <p:cNvSpPr>
            <a:spLocks noChangeShapeType="1"/>
          </p:cNvSpPr>
          <p:nvPr/>
        </p:nvSpPr>
        <p:spPr bwMode="auto">
          <a:xfrm>
            <a:off x="5591175" y="5045075"/>
            <a:ext cx="827088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6663" name="Object 6">
            <a:extLst>
              <a:ext uri="{FF2B5EF4-FFF2-40B4-BE49-F238E27FC236}">
                <a16:creationId xmlns:a16="http://schemas.microsoft.com/office/drawing/2014/main" id="{5918BB35-E9F0-6CD2-475B-E5149FFCA4A7}"/>
              </a:ext>
            </a:extLst>
          </p:cNvPr>
          <p:cNvGraphicFramePr>
            <a:graphicFrameLocks/>
          </p:cNvGraphicFramePr>
          <p:nvPr/>
        </p:nvGraphicFramePr>
        <p:xfrm>
          <a:off x="6400800" y="5116513"/>
          <a:ext cx="431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411542" imgH="335169" progId="Equation.3">
                  <p:embed/>
                </p:oleObj>
              </mc:Choice>
              <mc:Fallback>
                <p:oleObj name="Equation" r:id="rId14" imgW="411542" imgH="335169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00800" y="5116513"/>
                        <a:ext cx="431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664" name="Object 7">
            <a:extLst>
              <a:ext uri="{FF2B5EF4-FFF2-40B4-BE49-F238E27FC236}">
                <a16:creationId xmlns:a16="http://schemas.microsoft.com/office/drawing/2014/main" id="{803E9BD7-7DBB-FEC4-CFA2-90E1212BD75F}"/>
              </a:ext>
            </a:extLst>
          </p:cNvPr>
          <p:cNvGraphicFramePr>
            <a:graphicFrameLocks/>
          </p:cNvGraphicFramePr>
          <p:nvPr/>
        </p:nvGraphicFramePr>
        <p:xfrm>
          <a:off x="1825625" y="614363"/>
          <a:ext cx="7493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24056" imgH="297263" progId="Equation.3">
                  <p:embed/>
                </p:oleObj>
              </mc:Choice>
              <mc:Fallback>
                <p:oleObj name="Equation" r:id="rId16" imgW="724056" imgH="297263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25625" y="614363"/>
                        <a:ext cx="7493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9" name="Group 44">
            <a:extLst>
              <a:ext uri="{FF2B5EF4-FFF2-40B4-BE49-F238E27FC236}">
                <a16:creationId xmlns:a16="http://schemas.microsoft.com/office/drawing/2014/main" id="{DDC58917-A6F0-E53B-66C3-2CF75E981C7E}"/>
              </a:ext>
            </a:extLst>
          </p:cNvPr>
          <p:cNvGrpSpPr>
            <a:grpSpLocks/>
          </p:cNvGrpSpPr>
          <p:nvPr/>
        </p:nvGrpSpPr>
        <p:grpSpPr bwMode="auto">
          <a:xfrm>
            <a:off x="5591175" y="4465638"/>
            <a:ext cx="1136650" cy="560387"/>
            <a:chOff x="3522" y="2758"/>
            <a:chExt cx="716" cy="353"/>
          </a:xfrm>
        </p:grpSpPr>
        <p:sp>
          <p:nvSpPr>
            <p:cNvPr id="18460" name="Line 45">
              <a:extLst>
                <a:ext uri="{FF2B5EF4-FFF2-40B4-BE49-F238E27FC236}">
                  <a16:creationId xmlns:a16="http://schemas.microsoft.com/office/drawing/2014/main" id="{B81C4792-60A4-8C06-665F-9E26CCB2A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522" y="2758"/>
              <a:ext cx="716" cy="353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8461" name="Object 8">
              <a:extLst>
                <a:ext uri="{FF2B5EF4-FFF2-40B4-BE49-F238E27FC236}">
                  <a16:creationId xmlns:a16="http://schemas.microsoft.com/office/drawing/2014/main" id="{784F6450-CA1B-EB50-3D5C-725324706192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600" y="2762"/>
            <a:ext cx="194" cy="24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190593" imgH="243895" progId="Equation.3">
                    <p:embed/>
                  </p:oleObj>
                </mc:Choice>
                <mc:Fallback>
                  <p:oleObj name="Equation" r:id="rId18" imgW="190593" imgH="243895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600" y="2762"/>
                          <a:ext cx="194" cy="24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8458" name="Rectangle 47">
            <a:extLst>
              <a:ext uri="{FF2B5EF4-FFF2-40B4-BE49-F238E27FC236}">
                <a16:creationId xmlns:a16="http://schemas.microsoft.com/office/drawing/2014/main" id="{665F08DA-64BA-EC52-5AE3-36A976C274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520700"/>
            <a:ext cx="1371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6672" name="AutoShape 48">
            <a:extLst>
              <a:ext uri="{FF2B5EF4-FFF2-40B4-BE49-F238E27FC236}">
                <a16:creationId xmlns:a16="http://schemas.microsoft.com/office/drawing/2014/main" id="{9C347D12-AC66-68B3-2C0D-46AE4005714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520700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66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66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66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266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26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6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4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20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2000"/>
                                        <p:tgtEl>
                                          <p:spTgt spid="266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26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66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26" grpId="0" autoUpdateAnimBg="0"/>
      <p:bldP spid="26630" grpId="0" autoUpdateAnimBg="0"/>
      <p:bldP spid="26631" grpId="0" autoUpdateAnimBg="0"/>
      <p:bldP spid="26635" grpId="0" autoUpdateAnimBg="0"/>
      <p:bldP spid="26649" grpId="0" autoUpdateAnimBg="0"/>
      <p:bldP spid="2665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68" name="AutoShape 120">
            <a:extLst>
              <a:ext uri="{FF2B5EF4-FFF2-40B4-BE49-F238E27FC236}">
                <a16:creationId xmlns:a16="http://schemas.microsoft.com/office/drawing/2014/main" id="{1E657E7A-5FF2-D3D4-76A6-18BE3460E7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81425" y="5734050"/>
            <a:ext cx="1727200" cy="647700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19459" name="Group 93">
            <a:extLst>
              <a:ext uri="{FF2B5EF4-FFF2-40B4-BE49-F238E27FC236}">
                <a16:creationId xmlns:a16="http://schemas.microsoft.com/office/drawing/2014/main" id="{CEED58DC-E84E-1B1F-C4E3-D7A75259A428}"/>
              </a:ext>
            </a:extLst>
          </p:cNvPr>
          <p:cNvGrpSpPr>
            <a:grpSpLocks/>
          </p:cNvGrpSpPr>
          <p:nvPr/>
        </p:nvGrpSpPr>
        <p:grpSpPr bwMode="auto">
          <a:xfrm>
            <a:off x="3987800" y="1052513"/>
            <a:ext cx="5192713" cy="3052762"/>
            <a:chOff x="2301" y="2223"/>
            <a:chExt cx="3271" cy="1923"/>
          </a:xfrm>
        </p:grpSpPr>
        <p:grpSp>
          <p:nvGrpSpPr>
            <p:cNvPr id="19492" name="Group 94">
              <a:extLst>
                <a:ext uri="{FF2B5EF4-FFF2-40B4-BE49-F238E27FC236}">
                  <a16:creationId xmlns:a16="http://schemas.microsoft.com/office/drawing/2014/main" id="{90633724-49F3-3219-6AFF-7093DBB993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23" y="2659"/>
              <a:ext cx="3249" cy="1487"/>
              <a:chOff x="2323" y="2628"/>
              <a:chExt cx="3249" cy="1487"/>
            </a:xfrm>
          </p:grpSpPr>
          <p:pic>
            <p:nvPicPr>
              <p:cNvPr id="19514" name="Picture 95">
                <a:extLst>
                  <a:ext uri="{FF2B5EF4-FFF2-40B4-BE49-F238E27FC236}">
                    <a16:creationId xmlns:a16="http://schemas.microsoft.com/office/drawing/2014/main" id="{FE8DC6E6-5476-885D-ECF7-3E2A09BBCE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2323" y="2628"/>
                <a:ext cx="3249" cy="1011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9515" name="Rectangle 96">
                <a:extLst>
                  <a:ext uri="{FF2B5EF4-FFF2-40B4-BE49-F238E27FC236}">
                    <a16:creationId xmlns:a16="http://schemas.microsoft.com/office/drawing/2014/main" id="{A938ABDE-E159-7F62-2DBD-B62204C1DF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766" y="3633"/>
                <a:ext cx="299" cy="476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16" name="Rectangle 97">
                <a:extLst>
                  <a:ext uri="{FF2B5EF4-FFF2-40B4-BE49-F238E27FC236}">
                    <a16:creationId xmlns:a16="http://schemas.microsoft.com/office/drawing/2014/main" id="{B54C9A4C-2170-F86F-40EC-D589B72F4E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71" y="3639"/>
                <a:ext cx="407" cy="476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grpSp>
          <p:nvGrpSpPr>
            <p:cNvPr id="19493" name="Group 98">
              <a:extLst>
                <a:ext uri="{FF2B5EF4-FFF2-40B4-BE49-F238E27FC236}">
                  <a16:creationId xmlns:a16="http://schemas.microsoft.com/office/drawing/2014/main" id="{3301E7A7-E6E7-2A41-2044-490682AA16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75" y="3095"/>
              <a:ext cx="233" cy="380"/>
              <a:chOff x="3365" y="3030"/>
              <a:chExt cx="233" cy="380"/>
            </a:xfrm>
          </p:grpSpPr>
          <p:sp>
            <p:nvSpPr>
              <p:cNvPr id="19512" name="Oval 99">
                <a:extLst>
                  <a:ext uri="{FF2B5EF4-FFF2-40B4-BE49-F238E27FC236}">
                    <a16:creationId xmlns:a16="http://schemas.microsoft.com/office/drawing/2014/main" id="{D1D266FD-C97D-5729-7B10-76A84454CD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2" y="3030"/>
                <a:ext cx="100" cy="125"/>
              </a:xfrm>
              <a:prstGeom prst="ellipse">
                <a:avLst/>
              </a:prstGeom>
              <a:solidFill>
                <a:srgbClr val="00FF00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19513" name="Text Box 100">
                <a:extLst>
                  <a:ext uri="{FF2B5EF4-FFF2-40B4-BE49-F238E27FC236}">
                    <a16:creationId xmlns:a16="http://schemas.microsoft.com/office/drawing/2014/main" id="{7267B450-DB4E-251C-8EE0-BF05787DF7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122"/>
                <a:ext cx="233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i="1">
                    <a:solidFill>
                      <a:srgbClr val="00FF00"/>
                    </a:solidFill>
                  </a:rPr>
                  <a:t>P</a:t>
                </a:r>
              </a:p>
            </p:txBody>
          </p:sp>
        </p:grpSp>
        <p:grpSp>
          <p:nvGrpSpPr>
            <p:cNvPr id="19494" name="Group 101">
              <a:extLst>
                <a:ext uri="{FF2B5EF4-FFF2-40B4-BE49-F238E27FC236}">
                  <a16:creationId xmlns:a16="http://schemas.microsoft.com/office/drawing/2014/main" id="{2182A3F1-4517-7E2F-3890-76C7D22BE2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01" y="3158"/>
              <a:ext cx="408" cy="467"/>
              <a:chOff x="2301" y="3111"/>
              <a:chExt cx="408" cy="467"/>
            </a:xfrm>
          </p:grpSpPr>
          <p:sp>
            <p:nvSpPr>
              <p:cNvPr id="19508" name="Line 102">
                <a:extLst>
                  <a:ext uri="{FF2B5EF4-FFF2-40B4-BE49-F238E27FC236}">
                    <a16:creationId xmlns:a16="http://schemas.microsoft.com/office/drawing/2014/main" id="{E11D4E43-DACE-3E03-98FB-960D4B1E31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01" y="3578"/>
                <a:ext cx="408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19509" name="Group 103">
                <a:extLst>
                  <a:ext uri="{FF2B5EF4-FFF2-40B4-BE49-F238E27FC236}">
                    <a16:creationId xmlns:a16="http://schemas.microsoft.com/office/drawing/2014/main" id="{0A2E7D3B-3874-B87D-DCDE-9584A0EB638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6" y="3111"/>
                <a:ext cx="272" cy="434"/>
                <a:chOff x="2250" y="3034"/>
                <a:chExt cx="272" cy="434"/>
              </a:xfrm>
            </p:grpSpPr>
            <p:sp>
              <p:nvSpPr>
                <p:cNvPr id="19510" name="Line 104">
                  <a:extLst>
                    <a:ext uri="{FF2B5EF4-FFF2-40B4-BE49-F238E27FC236}">
                      <a16:creationId xmlns:a16="http://schemas.microsoft.com/office/drawing/2014/main" id="{7917D764-F3A4-112B-6C48-1813B4200FA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522" y="3034"/>
                  <a:ext cx="0" cy="434"/>
                </a:xfrm>
                <a:prstGeom prst="line">
                  <a:avLst/>
                </a:prstGeom>
                <a:noFill/>
                <a:ln w="9525">
                  <a:solidFill>
                    <a:schemeClr val="bg1"/>
                  </a:solidFill>
                  <a:round/>
                  <a:headEnd type="triangle" w="med" len="med"/>
                  <a:tailEnd type="triangle" w="med" len="med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19511" name="Text Box 105">
                  <a:extLst>
                    <a:ext uri="{FF2B5EF4-FFF2-40B4-BE49-F238E27FC236}">
                      <a16:creationId xmlns:a16="http://schemas.microsoft.com/office/drawing/2014/main" id="{DB9EB5D4-61EE-D487-C530-347319224404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2250" y="3110"/>
                  <a:ext cx="233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b="0" i="1">
                      <a:solidFill>
                        <a:srgbClr val="FFFF66"/>
                      </a:solidFill>
                    </a:rPr>
                    <a:t>R</a:t>
                  </a:r>
                </a:p>
              </p:txBody>
            </p:sp>
          </p:grpSp>
        </p:grpSp>
        <p:grpSp>
          <p:nvGrpSpPr>
            <p:cNvPr id="19495" name="Group 106">
              <a:extLst>
                <a:ext uri="{FF2B5EF4-FFF2-40B4-BE49-F238E27FC236}">
                  <a16:creationId xmlns:a16="http://schemas.microsoft.com/office/drawing/2014/main" id="{8177AADF-3141-2E2A-FC33-6ADB47ED0BB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38" y="2469"/>
              <a:ext cx="147" cy="197"/>
              <a:chOff x="4238" y="2359"/>
              <a:chExt cx="147" cy="197"/>
            </a:xfrm>
          </p:grpSpPr>
          <p:sp>
            <p:nvSpPr>
              <p:cNvPr id="19505" name="Line 107">
                <a:extLst>
                  <a:ext uri="{FF2B5EF4-FFF2-40B4-BE49-F238E27FC236}">
                    <a16:creationId xmlns:a16="http://schemas.microsoft.com/office/drawing/2014/main" id="{1E72DAA6-7D7B-E7AB-64CD-5EDA3004C4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8" y="2359"/>
                <a:ext cx="0" cy="197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6" name="Line 108">
                <a:extLst>
                  <a:ext uri="{FF2B5EF4-FFF2-40B4-BE49-F238E27FC236}">
                    <a16:creationId xmlns:a16="http://schemas.microsoft.com/office/drawing/2014/main" id="{08E97E48-E1DF-AA77-E11B-0CE1390DE1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385" y="2359"/>
                <a:ext cx="0" cy="197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7" name="Line 109">
                <a:extLst>
                  <a:ext uri="{FF2B5EF4-FFF2-40B4-BE49-F238E27FC236}">
                    <a16:creationId xmlns:a16="http://schemas.microsoft.com/office/drawing/2014/main" id="{66F1B902-4BF0-E349-4DE1-FB980205865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8" y="2474"/>
                <a:ext cx="147" cy="0"/>
              </a:xfrm>
              <a:prstGeom prst="line">
                <a:avLst/>
              </a:prstGeom>
              <a:noFill/>
              <a:ln w="9525">
                <a:solidFill>
                  <a:srgbClr val="00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9496" name="Line 110">
              <a:extLst>
                <a:ext uri="{FF2B5EF4-FFF2-40B4-BE49-F238E27FC236}">
                  <a16:creationId xmlns:a16="http://schemas.microsoft.com/office/drawing/2014/main" id="{8E6114AC-6BCB-D510-3498-C79660FCEF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77" y="2469"/>
              <a:ext cx="0" cy="616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9497" name="Group 111">
              <a:extLst>
                <a:ext uri="{FF2B5EF4-FFF2-40B4-BE49-F238E27FC236}">
                  <a16:creationId xmlns:a16="http://schemas.microsoft.com/office/drawing/2014/main" id="{6F59F1AF-49D4-A2EC-FEB8-FCD3257301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77" y="2223"/>
              <a:ext cx="761" cy="361"/>
              <a:chOff x="3477" y="2168"/>
              <a:chExt cx="761" cy="361"/>
            </a:xfrm>
          </p:grpSpPr>
          <p:sp>
            <p:nvSpPr>
              <p:cNvPr id="19503" name="Line 112">
                <a:extLst>
                  <a:ext uri="{FF2B5EF4-FFF2-40B4-BE49-F238E27FC236}">
                    <a16:creationId xmlns:a16="http://schemas.microsoft.com/office/drawing/2014/main" id="{3E3E589F-7132-7F91-9E22-91966A71DD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77" y="2529"/>
                <a:ext cx="761" cy="0"/>
              </a:xfrm>
              <a:prstGeom prst="line">
                <a:avLst/>
              </a:prstGeom>
              <a:noFill/>
              <a:ln w="28575">
                <a:solidFill>
                  <a:srgbClr val="FFFF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9504" name="Text Box 113">
                <a:extLst>
                  <a:ext uri="{FF2B5EF4-FFF2-40B4-BE49-F238E27FC236}">
                    <a16:creationId xmlns:a16="http://schemas.microsoft.com/office/drawing/2014/main" id="{5B4939A3-4FB0-6BAF-8FD6-286B71A827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20" y="2168"/>
                <a:ext cx="17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 i="1">
                    <a:solidFill>
                      <a:srgbClr val="FFFF66"/>
                    </a:solidFill>
                  </a:rPr>
                  <a:t>l</a:t>
                </a:r>
              </a:p>
            </p:txBody>
          </p:sp>
        </p:grpSp>
        <p:graphicFrame>
          <p:nvGraphicFramePr>
            <p:cNvPr id="19498" name="Object 14">
              <a:extLst>
                <a:ext uri="{FF2B5EF4-FFF2-40B4-BE49-F238E27FC236}">
                  <a16:creationId xmlns:a16="http://schemas.microsoft.com/office/drawing/2014/main" id="{0DF4D782-907C-C556-BC8B-3CAE58419232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32" y="3185"/>
            <a:ext cx="272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" imgW="411542" imgH="335169" progId="Equation.3">
                    <p:embed/>
                  </p:oleObj>
                </mc:Choice>
                <mc:Fallback>
                  <p:oleObj name="Equation" r:id="rId3" imgW="411542" imgH="335169" progId="Equation.3">
                    <p:embed/>
                    <p:pic>
                      <p:nvPicPr>
                        <p:cNvPr id="0" name="Object 14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32" y="3185"/>
                          <a:ext cx="272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pSp>
          <p:nvGrpSpPr>
            <p:cNvPr id="19499" name="Group 115">
              <a:extLst>
                <a:ext uri="{FF2B5EF4-FFF2-40B4-BE49-F238E27FC236}">
                  <a16:creationId xmlns:a16="http://schemas.microsoft.com/office/drawing/2014/main" id="{1E7E02C6-7883-0944-A02B-C497E95BEA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22" y="2813"/>
              <a:ext cx="716" cy="353"/>
              <a:chOff x="3522" y="2758"/>
              <a:chExt cx="716" cy="353"/>
            </a:xfrm>
          </p:grpSpPr>
          <p:sp>
            <p:nvSpPr>
              <p:cNvPr id="19501" name="Line 116">
                <a:extLst>
                  <a:ext uri="{FF2B5EF4-FFF2-40B4-BE49-F238E27FC236}">
                    <a16:creationId xmlns:a16="http://schemas.microsoft.com/office/drawing/2014/main" id="{BA7EECF0-14CB-27BC-19E0-A5106B4F8E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22" y="2758"/>
                <a:ext cx="716" cy="353"/>
              </a:xfrm>
              <a:prstGeom prst="line">
                <a:avLst/>
              </a:prstGeom>
              <a:noFill/>
              <a:ln w="38100">
                <a:solidFill>
                  <a:srgbClr val="FFFF66"/>
                </a:solidFill>
                <a:round/>
                <a:headEnd type="triangle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19502" name="Object 15">
                <a:extLst>
                  <a:ext uri="{FF2B5EF4-FFF2-40B4-BE49-F238E27FC236}">
                    <a16:creationId xmlns:a16="http://schemas.microsoft.com/office/drawing/2014/main" id="{95C243D3-84E1-2CD2-F97F-D0FCC16C8CAC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600" y="2762"/>
              <a:ext cx="194" cy="24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5" imgW="190593" imgH="243895" progId="Equation.3">
                      <p:embed/>
                    </p:oleObj>
                  </mc:Choice>
                  <mc:Fallback>
                    <p:oleObj name="Equation" r:id="rId5" imgW="190593" imgH="243895" progId="Equation.3">
                      <p:embed/>
                      <p:pic>
                        <p:nvPicPr>
                          <p:cNvPr id="0" name="Object 15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600" y="2762"/>
                            <a:ext cx="194" cy="24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19500" name="Line 118">
              <a:extLst>
                <a:ext uri="{FF2B5EF4-FFF2-40B4-BE49-F238E27FC236}">
                  <a16:creationId xmlns:a16="http://schemas.microsoft.com/office/drawing/2014/main" id="{C9DA8DFC-4937-0D67-8531-53CC1C111E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2" y="3144"/>
              <a:ext cx="521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7678" name="Object 2">
            <a:extLst>
              <a:ext uri="{FF2B5EF4-FFF2-40B4-BE49-F238E27FC236}">
                <a16:creationId xmlns:a16="http://schemas.microsoft.com/office/drawing/2014/main" id="{54724B78-C16F-E2BF-B2A3-9BC023872810}"/>
              </a:ext>
            </a:extLst>
          </p:cNvPr>
          <p:cNvGraphicFramePr>
            <a:graphicFrameLocks/>
          </p:cNvGraphicFramePr>
          <p:nvPr/>
        </p:nvGraphicFramePr>
        <p:xfrm>
          <a:off x="1314450" y="381000"/>
          <a:ext cx="4746625" cy="9540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4724524" imgH="929695" progId="Equation.3">
                  <p:embed/>
                </p:oleObj>
              </mc:Choice>
              <mc:Fallback>
                <p:oleObj name="Equation" r:id="rId7" imgW="4724524" imgH="929695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14450" y="381000"/>
                        <a:ext cx="4746625" cy="9540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79" name="Object 3">
            <a:extLst>
              <a:ext uri="{FF2B5EF4-FFF2-40B4-BE49-F238E27FC236}">
                <a16:creationId xmlns:a16="http://schemas.microsoft.com/office/drawing/2014/main" id="{212338A7-1392-F4B9-5FBC-2CABCD1CFAE7}"/>
              </a:ext>
            </a:extLst>
          </p:cNvPr>
          <p:cNvGraphicFramePr>
            <a:graphicFrameLocks/>
          </p:cNvGraphicFramePr>
          <p:nvPr/>
        </p:nvGraphicFramePr>
        <p:xfrm>
          <a:off x="1452563" y="1600200"/>
          <a:ext cx="15113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485931" imgH="373574" progId="Equation.3">
                  <p:embed/>
                </p:oleObj>
              </mc:Choice>
              <mc:Fallback>
                <p:oleObj name="Equation" r:id="rId9" imgW="1485931" imgH="373574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52563" y="1600200"/>
                        <a:ext cx="15113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0" name="Object 4">
            <a:extLst>
              <a:ext uri="{FF2B5EF4-FFF2-40B4-BE49-F238E27FC236}">
                <a16:creationId xmlns:a16="http://schemas.microsoft.com/office/drawing/2014/main" id="{CBEF292F-01B8-EF6A-B651-B4EEFE33FB94}"/>
              </a:ext>
            </a:extLst>
          </p:cNvPr>
          <p:cNvGraphicFramePr>
            <a:graphicFrameLocks/>
          </p:cNvGraphicFramePr>
          <p:nvPr/>
        </p:nvGraphicFramePr>
        <p:xfrm>
          <a:off x="1376363" y="2268538"/>
          <a:ext cx="2678112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659349" imgH="449386" progId="Equation.3">
                  <p:embed/>
                </p:oleObj>
              </mc:Choice>
              <mc:Fallback>
                <p:oleObj name="Equation" r:id="rId11" imgW="2659349" imgH="449386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2268538"/>
                        <a:ext cx="2678112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1" name="AutoShape 33">
            <a:extLst>
              <a:ext uri="{FF2B5EF4-FFF2-40B4-BE49-F238E27FC236}">
                <a16:creationId xmlns:a16="http://schemas.microsoft.com/office/drawing/2014/main" id="{A5F2D632-2498-7290-5C7C-F55F248E58D1}"/>
              </a:ext>
            </a:extLst>
          </p:cNvPr>
          <p:cNvSpPr>
            <a:spLocks/>
          </p:cNvSpPr>
          <p:nvPr/>
        </p:nvSpPr>
        <p:spPr bwMode="auto">
          <a:xfrm>
            <a:off x="1189038" y="1773238"/>
            <a:ext cx="152400" cy="711200"/>
          </a:xfrm>
          <a:prstGeom prst="leftBrace">
            <a:avLst>
              <a:gd name="adj1" fmla="val 38889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10" name="Group 34">
            <a:extLst>
              <a:ext uri="{FF2B5EF4-FFF2-40B4-BE49-F238E27FC236}">
                <a16:creationId xmlns:a16="http://schemas.microsoft.com/office/drawing/2014/main" id="{133B5BE9-7990-DA3C-7A4E-49A8662EA1E3}"/>
              </a:ext>
            </a:extLst>
          </p:cNvPr>
          <p:cNvGrpSpPr>
            <a:grpSpLocks/>
          </p:cNvGrpSpPr>
          <p:nvPr/>
        </p:nvGrpSpPr>
        <p:grpSpPr bwMode="auto">
          <a:xfrm>
            <a:off x="796925" y="627063"/>
            <a:ext cx="439738" cy="1558925"/>
            <a:chOff x="502" y="395"/>
            <a:chExt cx="277" cy="982"/>
          </a:xfrm>
        </p:grpSpPr>
        <p:sp>
          <p:nvSpPr>
            <p:cNvPr id="19489" name="AutoShape 35">
              <a:extLst>
                <a:ext uri="{FF2B5EF4-FFF2-40B4-BE49-F238E27FC236}">
                  <a16:creationId xmlns:a16="http://schemas.microsoft.com/office/drawing/2014/main" id="{052D0458-4863-E059-EE4E-5D52E2FFA2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" y="395"/>
              <a:ext cx="273" cy="553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17694720 60000 65536"/>
                <a:gd name="T9" fmla="*/ 5898240 60000 65536"/>
                <a:gd name="T10" fmla="*/ 5898240 60000 65536"/>
                <a:gd name="T11" fmla="*/ 0 60000 65536"/>
                <a:gd name="T12" fmla="*/ 12422 w 21600"/>
                <a:gd name="T13" fmla="*/ 3789 h 21600"/>
                <a:gd name="T14" fmla="*/ 19147 w 21600"/>
                <a:gd name="T15" fmla="*/ 8359 h 21600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600" h="21600">
                  <a:moveTo>
                    <a:pt x="21600" y="6079"/>
                  </a:moveTo>
                  <a:lnTo>
                    <a:pt x="15116" y="0"/>
                  </a:lnTo>
                  <a:lnTo>
                    <a:pt x="15116" y="3798"/>
                  </a:lnTo>
                  <a:lnTo>
                    <a:pt x="12427" y="3798"/>
                  </a:lnTo>
                  <a:cubicBezTo>
                    <a:pt x="5564" y="3798"/>
                    <a:pt x="0" y="7541"/>
                    <a:pt x="0" y="12158"/>
                  </a:cubicBezTo>
                  <a:lnTo>
                    <a:pt x="0" y="21600"/>
                  </a:lnTo>
                  <a:lnTo>
                    <a:pt x="4663" y="21600"/>
                  </a:lnTo>
                  <a:lnTo>
                    <a:pt x="4663" y="12158"/>
                  </a:lnTo>
                  <a:cubicBezTo>
                    <a:pt x="4663" y="10060"/>
                    <a:pt x="8139" y="8360"/>
                    <a:pt x="12427" y="8360"/>
                  </a:cubicBezTo>
                  <a:lnTo>
                    <a:pt x="15116" y="8360"/>
                  </a:lnTo>
                  <a:lnTo>
                    <a:pt x="15116" y="12158"/>
                  </a:lnTo>
                  <a:lnTo>
                    <a:pt x="21600" y="6079"/>
                  </a:lnTo>
                  <a:close/>
                </a:path>
              </a:pathLst>
            </a:custGeom>
            <a:gradFill rotWithShape="1">
              <a:gsLst>
                <a:gs pos="0">
                  <a:srgbClr val="FFCCFF"/>
                </a:gs>
                <a:gs pos="100000">
                  <a:srgbClr val="765E76"/>
                </a:gs>
              </a:gsLst>
              <a:path path="rect">
                <a:fillToRect l="50000" t="50000" r="50000" b="50000"/>
              </a:path>
            </a:gra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90" name="Rectangle 36">
              <a:extLst>
                <a:ext uri="{FF2B5EF4-FFF2-40B4-BE49-F238E27FC236}">
                  <a16:creationId xmlns:a16="http://schemas.microsoft.com/office/drawing/2014/main" id="{F99BDBA2-1E11-0D23-7048-DCC97FDB3E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2" y="908"/>
              <a:ext cx="58" cy="424"/>
            </a:xfrm>
            <a:prstGeom prst="rect">
              <a:avLst/>
            </a:prstGeom>
            <a:gradFill rotWithShape="1">
              <a:gsLst>
                <a:gs pos="0">
                  <a:srgbClr val="FFCCFF"/>
                </a:gs>
                <a:gs pos="100000">
                  <a:srgbClr val="765E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9491" name="Rectangle 37">
              <a:extLst>
                <a:ext uri="{FF2B5EF4-FFF2-40B4-BE49-F238E27FC236}">
                  <a16:creationId xmlns:a16="http://schemas.microsoft.com/office/drawing/2014/main" id="{FB3D0AC1-8CE2-D7E3-807F-2F1C0EAF21BE}"/>
                </a:ext>
              </a:extLst>
            </p:cNvPr>
            <p:cNvSpPr>
              <a:spLocks noChangeArrowheads="1"/>
            </p:cNvSpPr>
            <p:nvPr/>
          </p:nvSpPr>
          <p:spPr bwMode="auto">
            <a:xfrm flipV="1">
              <a:off x="502" y="1332"/>
              <a:ext cx="185" cy="45"/>
            </a:xfrm>
            <a:prstGeom prst="rect">
              <a:avLst/>
            </a:prstGeom>
            <a:gradFill rotWithShape="1">
              <a:gsLst>
                <a:gs pos="0">
                  <a:srgbClr val="FFCCFF"/>
                </a:gs>
                <a:gs pos="100000">
                  <a:srgbClr val="765E7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rgbClr val="FF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aphicFrame>
        <p:nvGraphicFramePr>
          <p:cNvPr id="27686" name="Object 5">
            <a:extLst>
              <a:ext uri="{FF2B5EF4-FFF2-40B4-BE49-F238E27FC236}">
                <a16:creationId xmlns:a16="http://schemas.microsoft.com/office/drawing/2014/main" id="{4E622631-B3E8-BF35-F65F-40DF76D2E4CF}"/>
              </a:ext>
            </a:extLst>
          </p:cNvPr>
          <p:cNvGraphicFramePr>
            <a:graphicFrameLocks/>
          </p:cNvGraphicFramePr>
          <p:nvPr/>
        </p:nvGraphicFramePr>
        <p:xfrm>
          <a:off x="862013" y="2843213"/>
          <a:ext cx="29083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887762" imgH="800017" progId="Equation.3">
                  <p:embed/>
                </p:oleObj>
              </mc:Choice>
              <mc:Fallback>
                <p:oleObj name="Equation" r:id="rId13" imgW="2887762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2843213"/>
                        <a:ext cx="29083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87" name="Line 39">
            <a:extLst>
              <a:ext uri="{FF2B5EF4-FFF2-40B4-BE49-F238E27FC236}">
                <a16:creationId xmlns:a16="http://schemas.microsoft.com/office/drawing/2014/main" id="{FC5BAFC9-5FFB-76B3-E689-FD30015DE21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51538" y="1916113"/>
            <a:ext cx="2797175" cy="596900"/>
          </a:xfrm>
          <a:prstGeom prst="line">
            <a:avLst/>
          </a:prstGeom>
          <a:noFill/>
          <a:ln w="3810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694" name="Line 46">
            <a:extLst>
              <a:ext uri="{FF2B5EF4-FFF2-40B4-BE49-F238E27FC236}">
                <a16:creationId xmlns:a16="http://schemas.microsoft.com/office/drawing/2014/main" id="{C5D71CFA-D0D7-116E-C878-4A2942075A5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4716463" y="1916113"/>
            <a:ext cx="1085850" cy="568325"/>
          </a:xfrm>
          <a:prstGeom prst="line">
            <a:avLst/>
          </a:prstGeom>
          <a:noFill/>
          <a:ln w="38100">
            <a:solidFill>
              <a:srgbClr val="00FF00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1" name="Group 48">
            <a:extLst>
              <a:ext uri="{FF2B5EF4-FFF2-40B4-BE49-F238E27FC236}">
                <a16:creationId xmlns:a16="http://schemas.microsoft.com/office/drawing/2014/main" id="{E2E03CED-7157-5DEB-173A-56F6E177CFC0}"/>
              </a:ext>
            </a:extLst>
          </p:cNvPr>
          <p:cNvGrpSpPr>
            <a:grpSpLocks/>
          </p:cNvGrpSpPr>
          <p:nvPr/>
        </p:nvGrpSpPr>
        <p:grpSpPr bwMode="auto">
          <a:xfrm>
            <a:off x="4957763" y="2647950"/>
            <a:ext cx="766762" cy="565150"/>
            <a:chOff x="3136" y="1424"/>
            <a:chExt cx="483" cy="356"/>
          </a:xfrm>
        </p:grpSpPr>
        <p:sp>
          <p:nvSpPr>
            <p:cNvPr id="19487" name="AutoShape 49">
              <a:extLst>
                <a:ext uri="{FF2B5EF4-FFF2-40B4-BE49-F238E27FC236}">
                  <a16:creationId xmlns:a16="http://schemas.microsoft.com/office/drawing/2014/main" id="{FF9835C6-0D6E-985A-D1B3-DF4B330BA2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36" y="1424"/>
              <a:ext cx="483" cy="356"/>
            </a:xfrm>
            <a:prstGeom prst="wedgeEllipseCallout">
              <a:avLst>
                <a:gd name="adj1" fmla="val 60764"/>
                <a:gd name="adj2" fmla="val -102528"/>
              </a:avLst>
            </a:prstGeom>
            <a:noFill/>
            <a:ln w="28575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/>
            </a:p>
          </p:txBody>
        </p:sp>
        <p:graphicFrame>
          <p:nvGraphicFramePr>
            <p:cNvPr id="19488" name="Object 13">
              <a:extLst>
                <a:ext uri="{FF2B5EF4-FFF2-40B4-BE49-F238E27FC236}">
                  <a16:creationId xmlns:a16="http://schemas.microsoft.com/office/drawing/2014/main" id="{C920E591-C63F-112D-4128-2494053AB7D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246" y="1429"/>
            <a:ext cx="293" cy="33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5" imgW="167702" imgH="190528" progId="Equation.3">
                    <p:embed/>
                  </p:oleObj>
                </mc:Choice>
                <mc:Fallback>
                  <p:oleObj name="Equation" r:id="rId15" imgW="167702" imgH="190528" progId="Equation.3">
                    <p:embed/>
                    <p:pic>
                      <p:nvPicPr>
                        <p:cNvPr id="0" name="Object 1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246" y="1429"/>
                          <a:ext cx="293" cy="33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7699" name="Object 6">
            <a:extLst>
              <a:ext uri="{FF2B5EF4-FFF2-40B4-BE49-F238E27FC236}">
                <a16:creationId xmlns:a16="http://schemas.microsoft.com/office/drawing/2014/main" id="{7F94C32A-1649-6D9D-F584-AD1C1E1102A1}"/>
              </a:ext>
            </a:extLst>
          </p:cNvPr>
          <p:cNvGraphicFramePr>
            <a:graphicFrameLocks/>
          </p:cNvGraphicFramePr>
          <p:nvPr/>
        </p:nvGraphicFramePr>
        <p:xfrm>
          <a:off x="838200" y="3810000"/>
          <a:ext cx="3314700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291840" imgH="800017" progId="Equation.3">
                  <p:embed/>
                </p:oleObj>
              </mc:Choice>
              <mc:Fallback>
                <p:oleObj name="Equation" r:id="rId17" imgW="3291840" imgH="80001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3810000"/>
                        <a:ext cx="3314700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1" name="Text Box 53">
            <a:extLst>
              <a:ext uri="{FF2B5EF4-FFF2-40B4-BE49-F238E27FC236}">
                <a16:creationId xmlns:a16="http://schemas.microsoft.com/office/drawing/2014/main" id="{97B9519E-87BC-167A-8D02-06A99F64CC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5073650"/>
            <a:ext cx="4805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(1)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无限长载流螺线管</a:t>
            </a:r>
            <a:r>
              <a:rPr lang="zh-CN" altLang="en-US" sz="2800"/>
              <a:t> </a:t>
            </a:r>
          </a:p>
        </p:txBody>
      </p:sp>
      <p:graphicFrame>
        <p:nvGraphicFramePr>
          <p:cNvPr id="27702" name="Object 7">
            <a:extLst>
              <a:ext uri="{FF2B5EF4-FFF2-40B4-BE49-F238E27FC236}">
                <a16:creationId xmlns:a16="http://schemas.microsoft.com/office/drawing/2014/main" id="{54A4B4F3-7C5E-B4F0-ECB8-0EC2D8A92A80}"/>
              </a:ext>
            </a:extLst>
          </p:cNvPr>
          <p:cNvGraphicFramePr>
            <a:graphicFrameLocks/>
          </p:cNvGraphicFramePr>
          <p:nvPr/>
        </p:nvGraphicFramePr>
        <p:xfrm>
          <a:off x="1466850" y="5586413"/>
          <a:ext cx="105410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9" imgW="1028607" imgH="396018" progId="Equation.3">
                  <p:embed/>
                </p:oleObj>
              </mc:Choice>
              <mc:Fallback>
                <p:oleObj name="Equation" r:id="rId19" imgW="1028607" imgH="396018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5586413"/>
                        <a:ext cx="105410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3" name="AutoShape 55">
            <a:extLst>
              <a:ext uri="{FF2B5EF4-FFF2-40B4-BE49-F238E27FC236}">
                <a16:creationId xmlns:a16="http://schemas.microsoft.com/office/drawing/2014/main" id="{9C09049C-4716-82CB-E8F3-0A5078510580}"/>
              </a:ext>
            </a:extLst>
          </p:cNvPr>
          <p:cNvSpPr>
            <a:spLocks/>
          </p:cNvSpPr>
          <p:nvPr/>
        </p:nvSpPr>
        <p:spPr bwMode="auto">
          <a:xfrm>
            <a:off x="2667000" y="5738813"/>
            <a:ext cx="152400" cy="714375"/>
          </a:xfrm>
          <a:prstGeom prst="rightBrace">
            <a:avLst>
              <a:gd name="adj1" fmla="val 39062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7704" name="AutoShape 56">
            <a:extLst>
              <a:ext uri="{FF2B5EF4-FFF2-40B4-BE49-F238E27FC236}">
                <a16:creationId xmlns:a16="http://schemas.microsoft.com/office/drawing/2014/main" id="{3A6F819A-9B72-E667-DB1B-6C97076B67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8000" y="5943600"/>
            <a:ext cx="654050" cy="303213"/>
          </a:xfrm>
          <a:prstGeom prst="rightArrow">
            <a:avLst>
              <a:gd name="adj1" fmla="val 50000"/>
              <a:gd name="adj2" fmla="val 53927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7705" name="Object 8">
            <a:extLst>
              <a:ext uri="{FF2B5EF4-FFF2-40B4-BE49-F238E27FC236}">
                <a16:creationId xmlns:a16="http://schemas.microsoft.com/office/drawing/2014/main" id="{A47C2D32-EB57-1F63-B05D-966F69CE8FE2}"/>
              </a:ext>
            </a:extLst>
          </p:cNvPr>
          <p:cNvGraphicFramePr>
            <a:graphicFrameLocks/>
          </p:cNvGraphicFramePr>
          <p:nvPr/>
        </p:nvGraphicFramePr>
        <p:xfrm>
          <a:off x="3962400" y="5867400"/>
          <a:ext cx="13065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1" imgW="1287873" imgH="411480" progId="Equation.3">
                  <p:embed/>
                </p:oleObj>
              </mc:Choice>
              <mc:Fallback>
                <p:oleObj name="Equation" r:id="rId21" imgW="1287873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62400" y="5867400"/>
                        <a:ext cx="130651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706" name="Object 9">
            <a:extLst>
              <a:ext uri="{FF2B5EF4-FFF2-40B4-BE49-F238E27FC236}">
                <a16:creationId xmlns:a16="http://schemas.microsoft.com/office/drawing/2014/main" id="{66BC7416-FB28-7B7F-862D-9CDF08C3158F}"/>
              </a:ext>
            </a:extLst>
          </p:cNvPr>
          <p:cNvGraphicFramePr>
            <a:graphicFrameLocks/>
          </p:cNvGraphicFramePr>
          <p:nvPr/>
        </p:nvGraphicFramePr>
        <p:xfrm>
          <a:off x="1430338" y="6137275"/>
          <a:ext cx="107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3" imgW="1058962" imgH="396018" progId="Equation.3">
                  <p:embed/>
                </p:oleObj>
              </mc:Choice>
              <mc:Fallback>
                <p:oleObj name="Equation" r:id="rId23" imgW="1058962" imgH="396018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30338" y="6137275"/>
                        <a:ext cx="107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707" name="Rectangle 59">
            <a:extLst>
              <a:ext uri="{FF2B5EF4-FFF2-40B4-BE49-F238E27FC236}">
                <a16:creationId xmlns:a16="http://schemas.microsoft.com/office/drawing/2014/main" id="{908AB411-665E-1CA0-A07E-54CF026406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350" y="4641850"/>
            <a:ext cx="1441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</a:rPr>
              <a:t>讨论</a:t>
            </a:r>
          </a:p>
        </p:txBody>
      </p:sp>
      <p:sp>
        <p:nvSpPr>
          <p:cNvPr id="27767" name="AutoShape 119">
            <a:extLst>
              <a:ext uri="{FF2B5EF4-FFF2-40B4-BE49-F238E27FC236}">
                <a16:creationId xmlns:a16="http://schemas.microsoft.com/office/drawing/2014/main" id="{D3EB50CD-7A96-51DF-088F-F9594C07B0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95288" y="4610100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>
            <a:lvl1pPr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r>
              <a:rPr lang="en-US" altLang="zh-CN">
                <a:solidFill>
                  <a:schemeClr val="bg1"/>
                </a:solidFill>
              </a:rPr>
              <a:t> </a:t>
            </a:r>
          </a:p>
        </p:txBody>
      </p:sp>
      <p:grpSp>
        <p:nvGrpSpPr>
          <p:cNvPr id="12" name="Group 122">
            <a:extLst>
              <a:ext uri="{FF2B5EF4-FFF2-40B4-BE49-F238E27FC236}">
                <a16:creationId xmlns:a16="http://schemas.microsoft.com/office/drawing/2014/main" id="{63DBBB4B-70F0-EDBE-2EE6-AF843ACC0EED}"/>
              </a:ext>
            </a:extLst>
          </p:cNvPr>
          <p:cNvGrpSpPr>
            <a:grpSpLocks/>
          </p:cNvGrpSpPr>
          <p:nvPr/>
        </p:nvGrpSpPr>
        <p:grpSpPr bwMode="auto">
          <a:xfrm>
            <a:off x="6227763" y="2133600"/>
            <a:ext cx="1389062" cy="431800"/>
            <a:chOff x="3923" y="1344"/>
            <a:chExt cx="875" cy="272"/>
          </a:xfrm>
        </p:grpSpPr>
        <p:graphicFrame>
          <p:nvGraphicFramePr>
            <p:cNvPr id="19485" name="Object 12">
              <a:extLst>
                <a:ext uri="{FF2B5EF4-FFF2-40B4-BE49-F238E27FC236}">
                  <a16:creationId xmlns:a16="http://schemas.microsoft.com/office/drawing/2014/main" id="{5C7FEA73-FFF2-C609-308A-91EBD7046815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558" y="1344"/>
            <a:ext cx="240" cy="27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5" imgW="167702" imgH="190528" progId="Equation.3">
                    <p:embed/>
                  </p:oleObj>
                </mc:Choice>
                <mc:Fallback>
                  <p:oleObj name="Equation" r:id="rId25" imgW="167702" imgH="190528" progId="Equation.3">
                    <p:embed/>
                    <p:pic>
                      <p:nvPicPr>
                        <p:cNvPr id="0" name="Object 1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8" y="1344"/>
                          <a:ext cx="240" cy="27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6" name="Arc 121">
              <a:extLst>
                <a:ext uri="{FF2B5EF4-FFF2-40B4-BE49-F238E27FC236}">
                  <a16:creationId xmlns:a16="http://schemas.microsoft.com/office/drawing/2014/main" id="{493CC4F3-A08E-F177-5653-A488883D71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1434"/>
              <a:ext cx="576" cy="168"/>
            </a:xfrm>
            <a:custGeom>
              <a:avLst/>
              <a:gdLst>
                <a:gd name="T0" fmla="*/ 0 w 21600"/>
                <a:gd name="T1" fmla="*/ 0 h 6323"/>
                <a:gd name="T2" fmla="*/ 0 w 21600"/>
                <a:gd name="T3" fmla="*/ 0 h 6323"/>
                <a:gd name="T4" fmla="*/ 0 w 21600"/>
                <a:gd name="T5" fmla="*/ 0 h 6323"/>
                <a:gd name="T6" fmla="*/ 0 60000 65536"/>
                <a:gd name="T7" fmla="*/ 0 60000 65536"/>
                <a:gd name="T8" fmla="*/ 0 60000 65536"/>
                <a:gd name="T9" fmla="*/ 0 w 21600"/>
                <a:gd name="T10" fmla="*/ 0 h 6323"/>
                <a:gd name="T11" fmla="*/ 21600 w 21600"/>
                <a:gd name="T12" fmla="*/ 6323 h 632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6323" fill="none" extrusionOk="0">
                  <a:moveTo>
                    <a:pt x="20653" y="0"/>
                  </a:moveTo>
                  <a:cubicBezTo>
                    <a:pt x="21281" y="2049"/>
                    <a:pt x="21600" y="4180"/>
                    <a:pt x="21600" y="6323"/>
                  </a:cubicBezTo>
                </a:path>
                <a:path w="21600" h="6323" stroke="0" extrusionOk="0">
                  <a:moveTo>
                    <a:pt x="20653" y="0"/>
                  </a:moveTo>
                  <a:cubicBezTo>
                    <a:pt x="21281" y="2049"/>
                    <a:pt x="21600" y="4180"/>
                    <a:pt x="21600" y="6323"/>
                  </a:cubicBezTo>
                  <a:lnTo>
                    <a:pt x="0" y="6323"/>
                  </a:lnTo>
                  <a:lnTo>
                    <a:pt x="20653" y="0"/>
                  </a:lnTo>
                  <a:close/>
                </a:path>
              </a:pathLst>
            </a:custGeom>
            <a:noFill/>
            <a:ln w="19050">
              <a:solidFill>
                <a:srgbClr val="FFFF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" name="Group 124">
            <a:extLst>
              <a:ext uri="{FF2B5EF4-FFF2-40B4-BE49-F238E27FC236}">
                <a16:creationId xmlns:a16="http://schemas.microsoft.com/office/drawing/2014/main" id="{96180664-6BB9-6FF5-7A72-4CEC822D6C88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2133600"/>
            <a:ext cx="1243012" cy="407988"/>
            <a:chOff x="3651" y="1344"/>
            <a:chExt cx="783" cy="257"/>
          </a:xfrm>
        </p:grpSpPr>
        <p:graphicFrame>
          <p:nvGraphicFramePr>
            <p:cNvPr id="19483" name="Object 11">
              <a:extLst>
                <a:ext uri="{FF2B5EF4-FFF2-40B4-BE49-F238E27FC236}">
                  <a16:creationId xmlns:a16="http://schemas.microsoft.com/office/drawing/2014/main" id="{A4AD4738-727C-A053-D807-DD4F60F6AED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241" y="1344"/>
            <a:ext cx="193" cy="25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7" imgW="129384" imgH="183046" progId="Equation.3">
                    <p:embed/>
                  </p:oleObj>
                </mc:Choice>
                <mc:Fallback>
                  <p:oleObj name="Equation" r:id="rId27" imgW="129384" imgH="183046" progId="Equation.3">
                    <p:embed/>
                    <p:pic>
                      <p:nvPicPr>
                        <p:cNvPr id="0" name="Object 1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41" y="1344"/>
                          <a:ext cx="193" cy="25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84" name="Arc 123">
              <a:extLst>
                <a:ext uri="{FF2B5EF4-FFF2-40B4-BE49-F238E27FC236}">
                  <a16:creationId xmlns:a16="http://schemas.microsoft.com/office/drawing/2014/main" id="{FFFE6BA4-40DC-AC02-7ABA-F2DE5D9FA1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1389"/>
              <a:ext cx="576" cy="211"/>
            </a:xfrm>
            <a:custGeom>
              <a:avLst/>
              <a:gdLst>
                <a:gd name="T0" fmla="*/ 0 w 21600"/>
                <a:gd name="T1" fmla="*/ 0 h 7905"/>
                <a:gd name="T2" fmla="*/ 0 w 21600"/>
                <a:gd name="T3" fmla="*/ 0 h 7905"/>
                <a:gd name="T4" fmla="*/ 0 w 21600"/>
                <a:gd name="T5" fmla="*/ 0 h 7905"/>
                <a:gd name="T6" fmla="*/ 0 60000 65536"/>
                <a:gd name="T7" fmla="*/ 0 60000 65536"/>
                <a:gd name="T8" fmla="*/ 0 60000 65536"/>
                <a:gd name="T9" fmla="*/ 0 w 21600"/>
                <a:gd name="T10" fmla="*/ 0 h 7905"/>
                <a:gd name="T11" fmla="*/ 21600 w 21600"/>
                <a:gd name="T12" fmla="*/ 7905 h 79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7905" fill="none" extrusionOk="0">
                  <a:moveTo>
                    <a:pt x="20101" y="-1"/>
                  </a:moveTo>
                  <a:cubicBezTo>
                    <a:pt x="21091" y="2517"/>
                    <a:pt x="21600" y="5199"/>
                    <a:pt x="21600" y="7905"/>
                  </a:cubicBezTo>
                </a:path>
                <a:path w="21600" h="7905" stroke="0" extrusionOk="0">
                  <a:moveTo>
                    <a:pt x="20101" y="-1"/>
                  </a:moveTo>
                  <a:cubicBezTo>
                    <a:pt x="21091" y="2517"/>
                    <a:pt x="21600" y="5199"/>
                    <a:pt x="21600" y="7905"/>
                  </a:cubicBezTo>
                  <a:lnTo>
                    <a:pt x="0" y="7905"/>
                  </a:lnTo>
                  <a:lnTo>
                    <a:pt x="20101" y="-1"/>
                  </a:lnTo>
                  <a:close/>
                </a:path>
              </a:pathLst>
            </a:custGeom>
            <a:noFill/>
            <a:ln w="19050">
              <a:solidFill>
                <a:schemeClr val="bg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7773" name="Arc 125">
            <a:extLst>
              <a:ext uri="{FF2B5EF4-FFF2-40B4-BE49-F238E27FC236}">
                <a16:creationId xmlns:a16="http://schemas.microsoft.com/office/drawing/2014/main" id="{8530E56F-5E36-2C27-0A4E-56FABCE596CC}"/>
              </a:ext>
            </a:extLst>
          </p:cNvPr>
          <p:cNvSpPr>
            <a:spLocks/>
          </p:cNvSpPr>
          <p:nvPr/>
        </p:nvSpPr>
        <p:spPr bwMode="auto">
          <a:xfrm rot="-2540037">
            <a:off x="5245100" y="2133600"/>
            <a:ext cx="914400" cy="811213"/>
          </a:xfrm>
          <a:custGeom>
            <a:avLst/>
            <a:gdLst>
              <a:gd name="T0" fmla="*/ 2147483646 w 21600"/>
              <a:gd name="T1" fmla="*/ 0 h 19180"/>
              <a:gd name="T2" fmla="*/ 2147483646 w 21600"/>
              <a:gd name="T3" fmla="*/ 2147483646 h 19180"/>
              <a:gd name="T4" fmla="*/ 0 w 21600"/>
              <a:gd name="T5" fmla="*/ 2147483646 h 19180"/>
              <a:gd name="T6" fmla="*/ 0 60000 65536"/>
              <a:gd name="T7" fmla="*/ 0 60000 65536"/>
              <a:gd name="T8" fmla="*/ 0 60000 65536"/>
              <a:gd name="T9" fmla="*/ 0 w 21600"/>
              <a:gd name="T10" fmla="*/ 0 h 19180"/>
              <a:gd name="T11" fmla="*/ 21600 w 21600"/>
              <a:gd name="T12" fmla="*/ 19180 h 19180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9180" fill="none" extrusionOk="0">
                <a:moveTo>
                  <a:pt x="9933" y="-1"/>
                </a:moveTo>
                <a:cubicBezTo>
                  <a:pt x="17100" y="3711"/>
                  <a:pt x="21600" y="11108"/>
                  <a:pt x="21600" y="19180"/>
                </a:cubicBezTo>
              </a:path>
              <a:path w="21600" h="19180" stroke="0" extrusionOk="0">
                <a:moveTo>
                  <a:pt x="9933" y="-1"/>
                </a:moveTo>
                <a:cubicBezTo>
                  <a:pt x="17100" y="3711"/>
                  <a:pt x="21600" y="11108"/>
                  <a:pt x="21600" y="19180"/>
                </a:cubicBezTo>
                <a:lnTo>
                  <a:pt x="0" y="19180"/>
                </a:lnTo>
                <a:lnTo>
                  <a:pt x="9933" y="-1"/>
                </a:lnTo>
                <a:close/>
              </a:path>
            </a:pathLst>
          </a:custGeom>
          <a:noFill/>
          <a:ln w="19050">
            <a:solidFill>
              <a:srgbClr val="66FFFF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774" name="AutoShape 126">
            <a:extLst>
              <a:ext uri="{FF2B5EF4-FFF2-40B4-BE49-F238E27FC236}">
                <a16:creationId xmlns:a16="http://schemas.microsoft.com/office/drawing/2014/main" id="{5FE50386-759B-DFE3-B5FD-F910AC17D7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744913"/>
            <a:ext cx="3168650" cy="1008062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7700" name="Object 10">
            <a:extLst>
              <a:ext uri="{FF2B5EF4-FFF2-40B4-BE49-F238E27FC236}">
                <a16:creationId xmlns:a16="http://schemas.microsoft.com/office/drawing/2014/main" id="{3140E6CE-3305-2E7C-DBD3-8599618FCD59}"/>
              </a:ext>
            </a:extLst>
          </p:cNvPr>
          <p:cNvGraphicFramePr>
            <a:graphicFrameLocks/>
          </p:cNvGraphicFramePr>
          <p:nvPr/>
        </p:nvGraphicFramePr>
        <p:xfrm>
          <a:off x="4395788" y="3810000"/>
          <a:ext cx="3300412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9" imgW="3276413" imgH="800017" progId="Equation.3">
                  <p:embed/>
                </p:oleObj>
              </mc:Choice>
              <mc:Fallback>
                <p:oleObj name="Equation" r:id="rId29" imgW="3276413" imgH="800017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95788" y="3810000"/>
                        <a:ext cx="3300412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7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27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27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27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276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2000"/>
                                        <p:tgtEl>
                                          <p:spTgt spid="276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27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20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7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7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7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20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7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7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768" grpId="0" animBg="1"/>
      <p:bldP spid="27681" grpId="0" animBg="1"/>
      <p:bldP spid="27701" grpId="0" autoUpdateAnimBg="0"/>
      <p:bldP spid="27703" grpId="0" animBg="1"/>
      <p:bldP spid="27704" grpId="0" animBg="1"/>
      <p:bldP spid="27707" grpId="0" autoUpdateAnimBg="0"/>
      <p:bldP spid="27767" grpId="0" animBg="1"/>
      <p:bldP spid="2777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ext Box 2">
            <a:extLst>
              <a:ext uri="{FF2B5EF4-FFF2-40B4-BE49-F238E27FC236}">
                <a16:creationId xmlns:a16="http://schemas.microsoft.com/office/drawing/2014/main" id="{6FB66B6D-237E-EEA5-DB73-E3F2B31C60D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0575" y="277813"/>
            <a:ext cx="347662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>
                <a:solidFill>
                  <a:schemeClr val="bg1"/>
                </a:solidFill>
                <a:ea typeface="楷体_GB2312" pitchFamily="49" charset="-122"/>
              </a:rPr>
              <a:t>(2) </a:t>
            </a:r>
            <a:r>
              <a:rPr lang="zh-CN" altLang="en-US">
                <a:solidFill>
                  <a:schemeClr val="bg1"/>
                </a:solidFill>
                <a:latin typeface="楷体_GB2312" pitchFamily="49" charset="-122"/>
                <a:ea typeface="楷体_GB2312" pitchFamily="49" charset="-122"/>
              </a:rPr>
              <a:t>半无限长载流螺线管</a:t>
            </a:r>
            <a:r>
              <a:rPr lang="zh-CN" altLang="en-US" sz="2800"/>
              <a:t> </a:t>
            </a:r>
          </a:p>
        </p:txBody>
      </p:sp>
      <p:graphicFrame>
        <p:nvGraphicFramePr>
          <p:cNvPr id="28675" name="Object 2">
            <a:extLst>
              <a:ext uri="{FF2B5EF4-FFF2-40B4-BE49-F238E27FC236}">
                <a16:creationId xmlns:a16="http://schemas.microsoft.com/office/drawing/2014/main" id="{EA5F66FD-2179-A673-7128-796ED051650A}"/>
              </a:ext>
            </a:extLst>
          </p:cNvPr>
          <p:cNvGraphicFramePr>
            <a:graphicFrameLocks/>
          </p:cNvGraphicFramePr>
          <p:nvPr/>
        </p:nvGraphicFramePr>
        <p:xfrm>
          <a:off x="1536700" y="838200"/>
          <a:ext cx="1371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48584" imgH="396018" progId="Equation.3">
                  <p:embed/>
                </p:oleObj>
              </mc:Choice>
              <mc:Fallback>
                <p:oleObj name="Equation" r:id="rId2" imgW="1348584" imgH="396018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6700" y="838200"/>
                        <a:ext cx="1371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76" name="Object 3">
            <a:extLst>
              <a:ext uri="{FF2B5EF4-FFF2-40B4-BE49-F238E27FC236}">
                <a16:creationId xmlns:a16="http://schemas.microsoft.com/office/drawing/2014/main" id="{B59C2E0C-7A98-B1BF-9332-4594160EB114}"/>
              </a:ext>
            </a:extLst>
          </p:cNvPr>
          <p:cNvGraphicFramePr>
            <a:graphicFrameLocks/>
          </p:cNvGraphicFramePr>
          <p:nvPr/>
        </p:nvGraphicFramePr>
        <p:xfrm>
          <a:off x="1500188" y="1489075"/>
          <a:ext cx="10795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058962" imgH="396018" progId="Equation.3">
                  <p:embed/>
                </p:oleObj>
              </mc:Choice>
              <mc:Fallback>
                <p:oleObj name="Equation" r:id="rId4" imgW="1058962" imgH="396018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88" y="1489075"/>
                        <a:ext cx="10795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77" name="AutoShape 5">
            <a:extLst>
              <a:ext uri="{FF2B5EF4-FFF2-40B4-BE49-F238E27FC236}">
                <a16:creationId xmlns:a16="http://schemas.microsoft.com/office/drawing/2014/main" id="{5ADD469B-0AF5-BACB-B0C0-970B6E5D247C}"/>
              </a:ext>
            </a:extLst>
          </p:cNvPr>
          <p:cNvSpPr>
            <a:spLocks/>
          </p:cNvSpPr>
          <p:nvPr/>
        </p:nvSpPr>
        <p:spPr bwMode="auto">
          <a:xfrm>
            <a:off x="2916238" y="1035050"/>
            <a:ext cx="152400" cy="642938"/>
          </a:xfrm>
          <a:prstGeom prst="rightBrace">
            <a:avLst>
              <a:gd name="adj1" fmla="val 35156"/>
              <a:gd name="adj2" fmla="val 50000"/>
            </a:avLst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28678" name="AutoShape 6">
            <a:extLst>
              <a:ext uri="{FF2B5EF4-FFF2-40B4-BE49-F238E27FC236}">
                <a16:creationId xmlns:a16="http://schemas.microsoft.com/office/drawing/2014/main" id="{FA6A872D-38BC-AD1D-8BE8-B332A0C904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35600" y="1146175"/>
            <a:ext cx="654050" cy="346075"/>
          </a:xfrm>
          <a:prstGeom prst="rightArrow">
            <a:avLst>
              <a:gd name="adj1" fmla="val 50000"/>
              <a:gd name="adj2" fmla="val 47248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8679" name="Object 4">
            <a:extLst>
              <a:ext uri="{FF2B5EF4-FFF2-40B4-BE49-F238E27FC236}">
                <a16:creationId xmlns:a16="http://schemas.microsoft.com/office/drawing/2014/main" id="{7D727B3B-2691-15AA-679C-1CE1D8757DE4}"/>
              </a:ext>
            </a:extLst>
          </p:cNvPr>
          <p:cNvGraphicFramePr>
            <a:graphicFrameLocks/>
          </p:cNvGraphicFramePr>
          <p:nvPr/>
        </p:nvGraphicFramePr>
        <p:xfrm>
          <a:off x="6502400" y="1125538"/>
          <a:ext cx="16764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653633" imgH="411480" progId="Equation.3">
                  <p:embed/>
                </p:oleObj>
              </mc:Choice>
              <mc:Fallback>
                <p:oleObj name="Equation" r:id="rId6" imgW="1653633" imgH="411480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2400" y="1125538"/>
                        <a:ext cx="16764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680" name="Text Box 8">
            <a:extLst>
              <a:ext uri="{FF2B5EF4-FFF2-40B4-BE49-F238E27FC236}">
                <a16:creationId xmlns:a16="http://schemas.microsoft.com/office/drawing/2014/main" id="{312045FA-9328-F5CE-EABE-6E5BEF97D56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838" y="1995488"/>
            <a:ext cx="44831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>
                <a:solidFill>
                  <a:srgbClr val="FFFF00"/>
                </a:solidFill>
                <a:latin typeface="宋体" panose="02010600030101010101" pitchFamily="2" charset="-122"/>
              </a:rPr>
              <a:t>运动电荷的磁场</a:t>
            </a:r>
            <a:r>
              <a:rPr lang="zh-CN" altLang="en-US" sz="2800">
                <a:solidFill>
                  <a:srgbClr val="FFFF66"/>
                </a:solidFill>
              </a:rPr>
              <a:t> </a:t>
            </a:r>
          </a:p>
        </p:txBody>
      </p:sp>
      <p:sp>
        <p:nvSpPr>
          <p:cNvPr id="28681" name="Freeform 9">
            <a:extLst>
              <a:ext uri="{FF2B5EF4-FFF2-40B4-BE49-F238E27FC236}">
                <a16:creationId xmlns:a16="http://schemas.microsoft.com/office/drawing/2014/main" id="{8A1CF3C2-12C6-92A7-40C3-0002C57BF2C3}"/>
              </a:ext>
            </a:extLst>
          </p:cNvPr>
          <p:cNvSpPr>
            <a:spLocks/>
          </p:cNvSpPr>
          <p:nvPr/>
        </p:nvSpPr>
        <p:spPr bwMode="auto">
          <a:xfrm>
            <a:off x="5948363" y="2344738"/>
            <a:ext cx="1295400" cy="1295400"/>
          </a:xfrm>
          <a:custGeom>
            <a:avLst/>
            <a:gdLst>
              <a:gd name="T0" fmla="*/ 0 w 816"/>
              <a:gd name="T1" fmla="*/ 0 h 816"/>
              <a:gd name="T2" fmla="*/ 2147483646 w 816"/>
              <a:gd name="T3" fmla="*/ 2147483646 h 816"/>
              <a:gd name="T4" fmla="*/ 2147483646 w 816"/>
              <a:gd name="T5" fmla="*/ 2147483646 h 816"/>
              <a:gd name="T6" fmla="*/ 0 60000 65536"/>
              <a:gd name="T7" fmla="*/ 0 60000 65536"/>
              <a:gd name="T8" fmla="*/ 0 60000 65536"/>
              <a:gd name="T9" fmla="*/ 0 w 816"/>
              <a:gd name="T10" fmla="*/ 0 h 816"/>
              <a:gd name="T11" fmla="*/ 816 w 816"/>
              <a:gd name="T12" fmla="*/ 816 h 81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16" h="816">
                <a:moveTo>
                  <a:pt x="0" y="0"/>
                </a:moveTo>
                <a:cubicBezTo>
                  <a:pt x="220" y="28"/>
                  <a:pt x="440" y="56"/>
                  <a:pt x="576" y="192"/>
                </a:cubicBezTo>
                <a:cubicBezTo>
                  <a:pt x="712" y="328"/>
                  <a:pt x="764" y="572"/>
                  <a:pt x="816" y="816"/>
                </a:cubicBezTo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8682" name="Line 10">
            <a:extLst>
              <a:ext uri="{FF2B5EF4-FFF2-40B4-BE49-F238E27FC236}">
                <a16:creationId xmlns:a16="http://schemas.microsoft.com/office/drawing/2014/main" id="{95980D12-36E0-8C5F-DD4E-93441B08232E}"/>
              </a:ext>
            </a:extLst>
          </p:cNvPr>
          <p:cNvSpPr>
            <a:spLocks noChangeShapeType="1"/>
          </p:cNvSpPr>
          <p:nvPr/>
        </p:nvSpPr>
        <p:spPr bwMode="auto">
          <a:xfrm rot="-560826" flipH="1" flipV="1">
            <a:off x="7102475" y="3001963"/>
            <a:ext cx="76200" cy="45720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83" name="Object 5">
            <a:extLst>
              <a:ext uri="{FF2B5EF4-FFF2-40B4-BE49-F238E27FC236}">
                <a16:creationId xmlns:a16="http://schemas.microsoft.com/office/drawing/2014/main" id="{B781E9A4-542F-6188-70B0-77AD852E5FC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18275" y="3200400"/>
          <a:ext cx="544513" cy="384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95144" imgH="343149" progId="Equation.3">
                  <p:embed/>
                </p:oleObj>
              </mc:Choice>
              <mc:Fallback>
                <p:oleObj name="Equation" r:id="rId8" imgW="495144" imgH="343149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18275" y="3200400"/>
                        <a:ext cx="544513" cy="3841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E9D32D1E-369A-E16F-7862-6E9F90A47A8A}"/>
              </a:ext>
            </a:extLst>
          </p:cNvPr>
          <p:cNvGrpSpPr>
            <a:grpSpLocks/>
          </p:cNvGrpSpPr>
          <p:nvPr/>
        </p:nvGrpSpPr>
        <p:grpSpPr bwMode="auto">
          <a:xfrm>
            <a:off x="7391400" y="2057400"/>
            <a:ext cx="522288" cy="457200"/>
            <a:chOff x="1303" y="26"/>
            <a:chExt cx="329" cy="288"/>
          </a:xfrm>
        </p:grpSpPr>
        <p:sp>
          <p:nvSpPr>
            <p:cNvPr id="20519" name="Oval 13">
              <a:extLst>
                <a:ext uri="{FF2B5EF4-FFF2-40B4-BE49-F238E27FC236}">
                  <a16:creationId xmlns:a16="http://schemas.microsoft.com/office/drawing/2014/main" id="{BCBAB4BF-D1C6-7B1A-3F3B-699B11AB1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84" y="192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FFFF66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0520" name="Text Box 14">
              <a:extLst>
                <a:ext uri="{FF2B5EF4-FFF2-40B4-BE49-F238E27FC236}">
                  <a16:creationId xmlns:a16="http://schemas.microsoft.com/office/drawing/2014/main" id="{5B3DEC93-61D6-5EBE-484D-76B8E3496D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303" y="26"/>
              <a:ext cx="23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FFFF66"/>
                  </a:solidFill>
                </a:rPr>
                <a:t>P</a:t>
              </a:r>
            </a:p>
          </p:txBody>
        </p:sp>
      </p:grpSp>
      <p:sp>
        <p:nvSpPr>
          <p:cNvPr id="28687" name="Line 15">
            <a:extLst>
              <a:ext uri="{FF2B5EF4-FFF2-40B4-BE49-F238E27FC236}">
                <a16:creationId xmlns:a16="http://schemas.microsoft.com/office/drawing/2014/main" id="{FC631C72-ECA8-7450-124D-0377B230046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92963" y="2344738"/>
            <a:ext cx="685800" cy="11430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sm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8688" name="Object 6">
            <a:extLst>
              <a:ext uri="{FF2B5EF4-FFF2-40B4-BE49-F238E27FC236}">
                <a16:creationId xmlns:a16="http://schemas.microsoft.com/office/drawing/2014/main" id="{AE68A7FD-07C9-117F-B26E-5AA0AAAC002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591425" y="2895600"/>
          <a:ext cx="444500" cy="533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06493" imgH="129679" progId="Equation.3">
                  <p:embed/>
                </p:oleObj>
              </mc:Choice>
              <mc:Fallback>
                <p:oleObj name="Equation" r:id="rId10" imgW="106493" imgH="12967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91425" y="2895600"/>
                        <a:ext cx="444500" cy="533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89" name="Object 7">
            <a:extLst>
              <a:ext uri="{FF2B5EF4-FFF2-40B4-BE49-F238E27FC236}">
                <a16:creationId xmlns:a16="http://schemas.microsoft.com/office/drawing/2014/main" id="{0AEE518D-604F-804A-C600-8D712EFB9E5A}"/>
              </a:ext>
            </a:extLst>
          </p:cNvPr>
          <p:cNvGraphicFramePr>
            <a:graphicFrameLocks/>
          </p:cNvGraphicFramePr>
          <p:nvPr/>
        </p:nvGraphicFramePr>
        <p:xfrm>
          <a:off x="881063" y="2657475"/>
          <a:ext cx="2270125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07" imgH="830441" progId="Equation.3">
                  <p:embed/>
                </p:oleObj>
              </mc:Choice>
              <mc:Fallback>
                <p:oleObj name="Equation" r:id="rId12" imgW="2247807" imgH="830441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1063" y="2657475"/>
                        <a:ext cx="2270125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57150">
                            <a:solidFill>
                              <a:srgbClr val="FFCC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18">
            <a:extLst>
              <a:ext uri="{FF2B5EF4-FFF2-40B4-BE49-F238E27FC236}">
                <a16:creationId xmlns:a16="http://schemas.microsoft.com/office/drawing/2014/main" id="{4F160B84-3F79-2CB6-3943-2E89C6FA5062}"/>
              </a:ext>
            </a:extLst>
          </p:cNvPr>
          <p:cNvGrpSpPr>
            <a:grpSpLocks/>
          </p:cNvGrpSpPr>
          <p:nvPr/>
        </p:nvGrpSpPr>
        <p:grpSpPr bwMode="auto">
          <a:xfrm>
            <a:off x="7165975" y="4095750"/>
            <a:ext cx="1052513" cy="1003300"/>
            <a:chOff x="4514" y="2580"/>
            <a:chExt cx="663" cy="632"/>
          </a:xfrm>
        </p:grpSpPr>
        <p:sp>
          <p:nvSpPr>
            <p:cNvPr id="20517" name="AutoShape 19">
              <a:extLst>
                <a:ext uri="{FF2B5EF4-FFF2-40B4-BE49-F238E27FC236}">
                  <a16:creationId xmlns:a16="http://schemas.microsoft.com/office/drawing/2014/main" id="{B025216B-EA1C-43C0-192D-BF3559EED159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262944">
              <a:off x="4514" y="2580"/>
              <a:ext cx="277" cy="632"/>
            </a:xfrm>
            <a:prstGeom prst="can">
              <a:avLst>
                <a:gd name="adj" fmla="val 41153"/>
              </a:avLst>
            </a:prstGeom>
            <a:solidFill>
              <a:srgbClr val="990000"/>
            </a:solidFill>
            <a:ln w="38100">
              <a:solidFill>
                <a:srgbClr val="FF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graphicFrame>
          <p:nvGraphicFramePr>
            <p:cNvPr id="20518" name="Object 15">
              <a:extLst>
                <a:ext uri="{FF2B5EF4-FFF2-40B4-BE49-F238E27FC236}">
                  <a16:creationId xmlns:a16="http://schemas.microsoft.com/office/drawing/2014/main" id="{5F8E2D34-94F4-0703-15D4-DEA0A391982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841" y="2640"/>
            <a:ext cx="336" cy="23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4" imgW="495144" imgH="343149" progId="Equation.3">
                    <p:embed/>
                  </p:oleObj>
                </mc:Choice>
                <mc:Fallback>
                  <p:oleObj name="Equation" r:id="rId14" imgW="495144" imgH="343149" progId="Equation.3">
                    <p:embed/>
                    <p:pic>
                      <p:nvPicPr>
                        <p:cNvPr id="0" name="Object 1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41" y="2640"/>
                          <a:ext cx="336" cy="23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21">
            <a:extLst>
              <a:ext uri="{FF2B5EF4-FFF2-40B4-BE49-F238E27FC236}">
                <a16:creationId xmlns:a16="http://schemas.microsoft.com/office/drawing/2014/main" id="{3F52392C-2B17-61A4-E231-69C276FEFDD0}"/>
              </a:ext>
            </a:extLst>
          </p:cNvPr>
          <p:cNvGrpSpPr>
            <a:grpSpLocks/>
          </p:cNvGrpSpPr>
          <p:nvPr/>
        </p:nvGrpSpPr>
        <p:grpSpPr bwMode="auto">
          <a:xfrm>
            <a:off x="7273925" y="4306888"/>
            <a:ext cx="419100" cy="817562"/>
            <a:chOff x="4780" y="2581"/>
            <a:chExt cx="264" cy="515"/>
          </a:xfrm>
        </p:grpSpPr>
        <p:grpSp>
          <p:nvGrpSpPr>
            <p:cNvPr id="20513" name="Group 22">
              <a:extLst>
                <a:ext uri="{FF2B5EF4-FFF2-40B4-BE49-F238E27FC236}">
                  <a16:creationId xmlns:a16="http://schemas.microsoft.com/office/drawing/2014/main" id="{F5CD684D-F656-C5BC-6A0F-3CAEE7B7B07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82" y="2731"/>
              <a:ext cx="262" cy="365"/>
              <a:chOff x="4782" y="2731"/>
              <a:chExt cx="262" cy="365"/>
            </a:xfrm>
          </p:grpSpPr>
          <p:sp>
            <p:nvSpPr>
              <p:cNvPr id="20515" name="Oval 23">
                <a:extLst>
                  <a:ext uri="{FF2B5EF4-FFF2-40B4-BE49-F238E27FC236}">
                    <a16:creationId xmlns:a16="http://schemas.microsoft.com/office/drawing/2014/main" id="{B2F760D1-EB7E-C56A-43D4-53861C21DD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02" y="2830"/>
                <a:ext cx="194" cy="188"/>
              </a:xfrm>
              <a:prstGeom prst="ellipse">
                <a:avLst/>
              </a:prstGeom>
              <a:solidFill>
                <a:srgbClr val="CCFFFF"/>
              </a:solidFill>
              <a:ln w="9525">
                <a:solidFill>
                  <a:srgbClr val="CCFFFF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20516" name="Text Box 24">
                <a:extLst>
                  <a:ext uri="{FF2B5EF4-FFF2-40B4-BE49-F238E27FC236}">
                    <a16:creationId xmlns:a16="http://schemas.microsoft.com/office/drawing/2014/main" id="{13D80480-E791-C145-67AB-7820AAD97C2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82" y="2731"/>
                <a:ext cx="262" cy="3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3200">
                    <a:solidFill>
                      <a:srgbClr val="FF0000"/>
                    </a:solidFill>
                  </a:rPr>
                  <a:t>+</a:t>
                </a:r>
              </a:p>
            </p:txBody>
          </p:sp>
        </p:grpSp>
        <p:sp>
          <p:nvSpPr>
            <p:cNvPr id="20514" name="Line 25">
              <a:extLst>
                <a:ext uri="{FF2B5EF4-FFF2-40B4-BE49-F238E27FC236}">
                  <a16:creationId xmlns:a16="http://schemas.microsoft.com/office/drawing/2014/main" id="{1BF05990-68B4-E536-1E34-C4BADCA30C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780" y="2581"/>
              <a:ext cx="91" cy="249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8698" name="Text Box 26">
            <a:extLst>
              <a:ext uri="{FF2B5EF4-FFF2-40B4-BE49-F238E27FC236}">
                <a16:creationId xmlns:a16="http://schemas.microsoft.com/office/drawing/2014/main" id="{43CF7614-5066-41D9-943D-9801F8174D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07213" y="473392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i="1">
                <a:solidFill>
                  <a:srgbClr val="FFFF66"/>
                </a:solidFill>
              </a:rPr>
              <a:t>q</a:t>
            </a:r>
          </a:p>
        </p:txBody>
      </p:sp>
      <p:grpSp>
        <p:nvGrpSpPr>
          <p:cNvPr id="6" name="Group 27">
            <a:extLst>
              <a:ext uri="{FF2B5EF4-FFF2-40B4-BE49-F238E27FC236}">
                <a16:creationId xmlns:a16="http://schemas.microsoft.com/office/drawing/2014/main" id="{5784F06F-0409-9A3B-57CA-479759A70DA6}"/>
              </a:ext>
            </a:extLst>
          </p:cNvPr>
          <p:cNvGrpSpPr>
            <a:grpSpLocks/>
          </p:cNvGrpSpPr>
          <p:nvPr/>
        </p:nvGrpSpPr>
        <p:grpSpPr bwMode="auto">
          <a:xfrm>
            <a:off x="7693025" y="3333750"/>
            <a:ext cx="646113" cy="609600"/>
            <a:chOff x="5044" y="1968"/>
            <a:chExt cx="407" cy="384"/>
          </a:xfrm>
        </p:grpSpPr>
        <p:sp>
          <p:nvSpPr>
            <p:cNvPr id="20511" name="AutoShape 28">
              <a:extLst>
                <a:ext uri="{FF2B5EF4-FFF2-40B4-BE49-F238E27FC236}">
                  <a16:creationId xmlns:a16="http://schemas.microsoft.com/office/drawing/2014/main" id="{E5AD699E-1047-071D-6861-0592B27F6F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44" y="1968"/>
              <a:ext cx="407" cy="384"/>
            </a:xfrm>
            <a:prstGeom prst="wedgeEllipseCallout">
              <a:avLst>
                <a:gd name="adj1" fmla="val -110690"/>
                <a:gd name="adj2" fmla="val 88801"/>
              </a:avLst>
            </a:prstGeom>
            <a:solidFill>
              <a:srgbClr val="006699"/>
            </a:solidFill>
            <a:ln w="19050">
              <a:solidFill>
                <a:srgbClr val="00FF00"/>
              </a:solidFill>
              <a:miter lim="800000"/>
              <a:headEnd/>
              <a:tailEnd/>
            </a:ln>
          </p:spPr>
          <p:txBody>
            <a:bodyPr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/>
            </a:p>
          </p:txBody>
        </p:sp>
        <p:sp>
          <p:nvSpPr>
            <p:cNvPr id="20512" name="Text Box 29">
              <a:extLst>
                <a:ext uri="{FF2B5EF4-FFF2-40B4-BE49-F238E27FC236}">
                  <a16:creationId xmlns:a16="http://schemas.microsoft.com/office/drawing/2014/main" id="{61891D05-5DD4-95B9-2FB3-15A5267B2F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139" y="2007"/>
              <a:ext cx="241" cy="327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 i="1">
                  <a:solidFill>
                    <a:schemeClr val="bg1"/>
                  </a:solidFill>
                </a:rPr>
                <a:t>S</a:t>
              </a:r>
            </a:p>
          </p:txBody>
        </p:sp>
      </p:grpSp>
      <p:graphicFrame>
        <p:nvGraphicFramePr>
          <p:cNvPr id="28702" name="Object 8">
            <a:extLst>
              <a:ext uri="{FF2B5EF4-FFF2-40B4-BE49-F238E27FC236}">
                <a16:creationId xmlns:a16="http://schemas.microsoft.com/office/drawing/2014/main" id="{3CAC8805-B394-78CE-0ABC-F24AD13A1BBE}"/>
              </a:ext>
            </a:extLst>
          </p:cNvPr>
          <p:cNvGraphicFramePr>
            <a:graphicFrameLocks/>
          </p:cNvGraphicFramePr>
          <p:nvPr/>
        </p:nvGraphicFramePr>
        <p:xfrm>
          <a:off x="855663" y="3821113"/>
          <a:ext cx="10287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05716" imgH="800017" progId="Equation.3">
                  <p:embed/>
                </p:oleObj>
              </mc:Choice>
              <mc:Fallback>
                <p:oleObj name="Equation" r:id="rId16" imgW="1005716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3821113"/>
                        <a:ext cx="10287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3" name="Object 9">
            <a:extLst>
              <a:ext uri="{FF2B5EF4-FFF2-40B4-BE49-F238E27FC236}">
                <a16:creationId xmlns:a16="http://schemas.microsoft.com/office/drawing/2014/main" id="{B18D4542-F321-A5BC-E4B3-19D41AED44F6}"/>
              </a:ext>
            </a:extLst>
          </p:cNvPr>
          <p:cNvGraphicFramePr>
            <a:graphicFrameLocks/>
          </p:cNvGraphicFramePr>
          <p:nvPr/>
        </p:nvGraphicFramePr>
        <p:xfrm>
          <a:off x="2057400" y="3821113"/>
          <a:ext cx="1511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485931" imgH="800017" progId="Equation.3">
                  <p:embed/>
                </p:oleObj>
              </mc:Choice>
              <mc:Fallback>
                <p:oleObj name="Equation" r:id="rId18" imgW="1485931" imgH="800017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57400" y="3821113"/>
                        <a:ext cx="1511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4" name="Object 10">
            <a:extLst>
              <a:ext uri="{FF2B5EF4-FFF2-40B4-BE49-F238E27FC236}">
                <a16:creationId xmlns:a16="http://schemas.microsoft.com/office/drawing/2014/main" id="{5C689E38-7993-630A-640D-3C9A317C91CC}"/>
              </a:ext>
            </a:extLst>
          </p:cNvPr>
          <p:cNvGraphicFramePr>
            <a:graphicFrameLocks/>
          </p:cNvGraphicFramePr>
          <p:nvPr/>
        </p:nvGraphicFramePr>
        <p:xfrm>
          <a:off x="3721100" y="4154488"/>
          <a:ext cx="10287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1005716" imgH="297263" progId="Equation.3">
                  <p:embed/>
                </p:oleObj>
              </mc:Choice>
              <mc:Fallback>
                <p:oleObj name="Equation" r:id="rId20" imgW="1005716" imgH="297263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21100" y="4154488"/>
                        <a:ext cx="10287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5" name="Object 11">
            <a:extLst>
              <a:ext uri="{FF2B5EF4-FFF2-40B4-BE49-F238E27FC236}">
                <a16:creationId xmlns:a16="http://schemas.microsoft.com/office/drawing/2014/main" id="{6C61423F-F0B4-5A25-99E4-8FC01DA72FAF}"/>
              </a:ext>
            </a:extLst>
          </p:cNvPr>
          <p:cNvGraphicFramePr>
            <a:graphicFrameLocks/>
          </p:cNvGraphicFramePr>
          <p:nvPr/>
        </p:nvGraphicFramePr>
        <p:xfrm>
          <a:off x="931863" y="4940300"/>
          <a:ext cx="3108325" cy="850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3086318" imgH="830441" progId="Equation.3">
                  <p:embed/>
                </p:oleObj>
              </mc:Choice>
              <mc:Fallback>
                <p:oleObj name="Equation" r:id="rId22" imgW="3086318" imgH="830441" progId="Equation.3">
                  <p:embed/>
                  <p:pic>
                    <p:nvPicPr>
                      <p:cNvPr id="0" name="Object 11"/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1863" y="4940300"/>
                        <a:ext cx="3108325" cy="850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6" name="Text Box 34">
            <a:extLst>
              <a:ext uri="{FF2B5EF4-FFF2-40B4-BE49-F238E27FC236}">
                <a16:creationId xmlns:a16="http://schemas.microsoft.com/office/drawing/2014/main" id="{34BB7124-9239-63A0-DBC5-5C79BAF2F4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8188" y="6030913"/>
            <a:ext cx="3606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电流元内总电荷数</a:t>
            </a:r>
          </a:p>
        </p:txBody>
      </p:sp>
      <p:graphicFrame>
        <p:nvGraphicFramePr>
          <p:cNvPr id="28707" name="Object 12">
            <a:extLst>
              <a:ext uri="{FF2B5EF4-FFF2-40B4-BE49-F238E27FC236}">
                <a16:creationId xmlns:a16="http://schemas.microsoft.com/office/drawing/2014/main" id="{534718EC-762D-5A14-5F26-6F3A45C2F281}"/>
              </a:ext>
            </a:extLst>
          </p:cNvPr>
          <p:cNvGraphicFramePr>
            <a:graphicFrameLocks/>
          </p:cNvGraphicFramePr>
          <p:nvPr/>
        </p:nvGraphicFramePr>
        <p:xfrm>
          <a:off x="3733800" y="6096000"/>
          <a:ext cx="146050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1440149" imgH="297263" progId="Equation.3">
                  <p:embed/>
                </p:oleObj>
              </mc:Choice>
              <mc:Fallback>
                <p:oleObj name="Equation" r:id="rId24" imgW="1440149" imgH="297263" progId="Equation.3">
                  <p:embed/>
                  <p:pic>
                    <p:nvPicPr>
                      <p:cNvPr id="0" name="Object 12"/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33800" y="6096000"/>
                        <a:ext cx="146050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7" name="Group 36">
            <a:extLst>
              <a:ext uri="{FF2B5EF4-FFF2-40B4-BE49-F238E27FC236}">
                <a16:creationId xmlns:a16="http://schemas.microsoft.com/office/drawing/2014/main" id="{3126ABEC-6B32-BF30-6E24-5EC918CC75BA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2760663"/>
            <a:ext cx="1489075" cy="609600"/>
            <a:chOff x="2496" y="1739"/>
            <a:chExt cx="938" cy="384"/>
          </a:xfrm>
        </p:grpSpPr>
        <p:sp>
          <p:nvSpPr>
            <p:cNvPr id="20509" name="AutoShape 37">
              <a:extLst>
                <a:ext uri="{FF2B5EF4-FFF2-40B4-BE49-F238E27FC236}">
                  <a16:creationId xmlns:a16="http://schemas.microsoft.com/office/drawing/2014/main" id="{94039B26-BB86-4E62-497F-BF8F2FEC17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96" y="1739"/>
              <a:ext cx="938" cy="384"/>
            </a:xfrm>
            <a:prstGeom prst="wedgeRectCallout">
              <a:avLst>
                <a:gd name="adj1" fmla="val -144458"/>
                <a:gd name="adj2" fmla="val 124218"/>
              </a:avLst>
            </a:prstGeom>
            <a:solidFill>
              <a:srgbClr val="006699"/>
            </a:solidFill>
            <a:ln w="19050">
              <a:solidFill>
                <a:srgbClr val="66FF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0"/>
            </a:p>
          </p:txBody>
        </p:sp>
        <p:sp>
          <p:nvSpPr>
            <p:cNvPr id="20510" name="Text Box 38">
              <a:extLst>
                <a:ext uri="{FF2B5EF4-FFF2-40B4-BE49-F238E27FC236}">
                  <a16:creationId xmlns:a16="http://schemas.microsoft.com/office/drawing/2014/main" id="{510F46BA-EC4E-3DF1-7261-9A9796C79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34" y="1776"/>
              <a:ext cx="892" cy="288"/>
            </a:xfrm>
            <a:prstGeom prst="rect">
              <a:avLst/>
            </a:prstGeom>
            <a:solidFill>
              <a:srgbClr val="00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zh-CN" altLang="en-US">
                  <a:solidFill>
                    <a:schemeClr val="bg1"/>
                  </a:solidFill>
                </a:rPr>
                <a:t>电荷密度</a:t>
              </a:r>
              <a:endParaRPr lang="zh-CN" altLang="en-US" b="0">
                <a:solidFill>
                  <a:schemeClr val="bg1"/>
                </a:solidFill>
              </a:endParaRPr>
            </a:p>
          </p:txBody>
        </p:sp>
      </p:grpSp>
      <p:graphicFrame>
        <p:nvGraphicFramePr>
          <p:cNvPr id="28714" name="Object 13">
            <a:extLst>
              <a:ext uri="{FF2B5EF4-FFF2-40B4-BE49-F238E27FC236}">
                <a16:creationId xmlns:a16="http://schemas.microsoft.com/office/drawing/2014/main" id="{EDBBAB33-F2F0-55DB-3BF5-88310C16F93B}"/>
              </a:ext>
            </a:extLst>
          </p:cNvPr>
          <p:cNvGraphicFramePr>
            <a:graphicFrameLocks/>
          </p:cNvGraphicFramePr>
          <p:nvPr/>
        </p:nvGraphicFramePr>
        <p:xfrm>
          <a:off x="3563938" y="1425575"/>
          <a:ext cx="14097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386902" imgH="396018" progId="Equation.3">
                  <p:embed/>
                </p:oleObj>
              </mc:Choice>
              <mc:Fallback>
                <p:oleObj name="公式" r:id="rId26" imgW="1386902" imgH="396018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938" y="1425575"/>
                        <a:ext cx="14097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15" name="Object 14">
            <a:extLst>
              <a:ext uri="{FF2B5EF4-FFF2-40B4-BE49-F238E27FC236}">
                <a16:creationId xmlns:a16="http://schemas.microsoft.com/office/drawing/2014/main" id="{37BEEF31-EB4A-0336-0E59-7FD0CC169596}"/>
              </a:ext>
            </a:extLst>
          </p:cNvPr>
          <p:cNvGraphicFramePr>
            <a:graphicFrameLocks/>
          </p:cNvGraphicFramePr>
          <p:nvPr/>
        </p:nvGraphicFramePr>
        <p:xfrm>
          <a:off x="3635375" y="836613"/>
          <a:ext cx="10668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8" imgW="1044033" imgH="396018" progId="Equation.3">
                  <p:embed/>
                </p:oleObj>
              </mc:Choice>
              <mc:Fallback>
                <p:oleObj name="公式" r:id="rId28" imgW="1044033" imgH="396018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635375" y="836613"/>
                        <a:ext cx="10668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86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28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8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8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86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86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286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286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2000"/>
                                        <p:tgtEl>
                                          <p:spTgt spid="286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6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20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20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 nodeType="clickPar">
                      <p:stCondLst>
                        <p:cond delay="indefinite"/>
                      </p:stCondLst>
                      <p:childTnLst>
                        <p:par>
                          <p:cTn id="1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2000"/>
                                        <p:tgtEl>
                                          <p:spTgt spid="28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2000"/>
                                        <p:tgtEl>
                                          <p:spTgt spid="28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9" dur="500"/>
                                        <p:tgtEl>
                                          <p:spTgt spid="287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utoUpdateAnimBg="0"/>
      <p:bldP spid="28677" grpId="0" animBg="1"/>
      <p:bldP spid="28678" grpId="0" animBg="1"/>
      <p:bldP spid="28680" grpId="0" autoUpdateAnimBg="0"/>
      <p:bldP spid="28698" grpId="0" autoUpdateAnimBg="0"/>
      <p:bldP spid="28706" grpId="0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7" name="AutoShape 81">
            <a:extLst>
              <a:ext uri="{FF2B5EF4-FFF2-40B4-BE49-F238E27FC236}">
                <a16:creationId xmlns:a16="http://schemas.microsoft.com/office/drawing/2014/main" id="{4C7EF6B5-0204-8386-CD03-1DE0EBD8B4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2150" y="1196975"/>
            <a:ext cx="3454400" cy="1081088"/>
          </a:xfrm>
          <a:prstGeom prst="bevel">
            <a:avLst>
              <a:gd name="adj" fmla="val 4847"/>
            </a:avLst>
          </a:prstGeom>
          <a:solidFill>
            <a:srgbClr val="006666">
              <a:alpha val="5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4784C7DC-6E11-0C65-C78D-BE0832028C11}"/>
              </a:ext>
            </a:extLst>
          </p:cNvPr>
          <p:cNvGrpSpPr>
            <a:grpSpLocks/>
          </p:cNvGrpSpPr>
          <p:nvPr/>
        </p:nvGrpSpPr>
        <p:grpSpPr bwMode="auto">
          <a:xfrm>
            <a:off x="5292725" y="3500438"/>
            <a:ext cx="3200400" cy="2990850"/>
            <a:chOff x="3460" y="2356"/>
            <a:chExt cx="2016" cy="1884"/>
          </a:xfrm>
        </p:grpSpPr>
        <p:grpSp>
          <p:nvGrpSpPr>
            <p:cNvPr id="21536" name="Group 69">
              <a:extLst>
                <a:ext uri="{FF2B5EF4-FFF2-40B4-BE49-F238E27FC236}">
                  <a16:creationId xmlns:a16="http://schemas.microsoft.com/office/drawing/2014/main" id="{BFDA6F53-7D34-C0EB-489C-83DBBA2011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60" y="2356"/>
              <a:ext cx="2016" cy="1884"/>
              <a:chOff x="3460" y="2356"/>
              <a:chExt cx="2016" cy="1884"/>
            </a:xfrm>
          </p:grpSpPr>
          <p:sp>
            <p:nvSpPr>
              <p:cNvPr id="21546" name="Oval 70">
                <a:extLst>
                  <a:ext uri="{FF2B5EF4-FFF2-40B4-BE49-F238E27FC236}">
                    <a16:creationId xmlns:a16="http://schemas.microsoft.com/office/drawing/2014/main" id="{561176A1-7B58-0BAE-2CEB-48DFC5E14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56" y="2356"/>
                <a:ext cx="1872" cy="1872"/>
              </a:xfrm>
              <a:prstGeom prst="ellipse">
                <a:avLst/>
              </a:prstGeom>
              <a:noFill/>
              <a:ln w="38100">
                <a:solidFill>
                  <a:srgbClr val="FFFF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sp>
            <p:nvSpPr>
              <p:cNvPr id="21547" name="Rectangle 71">
                <a:extLst>
                  <a:ext uri="{FF2B5EF4-FFF2-40B4-BE49-F238E27FC236}">
                    <a16:creationId xmlns:a16="http://schemas.microsoft.com/office/drawing/2014/main" id="{E8ED9054-A319-4B87-A716-5DB256264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60" y="3328"/>
                <a:ext cx="2016" cy="912"/>
              </a:xfrm>
              <a:prstGeom prst="rect">
                <a:avLst/>
              </a:prstGeom>
              <a:solidFill>
                <a:srgbClr val="00336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</p:grpSp>
        <p:sp>
          <p:nvSpPr>
            <p:cNvPr id="21537" name="Oval 72">
              <a:extLst>
                <a:ext uri="{FF2B5EF4-FFF2-40B4-BE49-F238E27FC236}">
                  <a16:creationId xmlns:a16="http://schemas.microsoft.com/office/drawing/2014/main" id="{D9E4F3D7-71E5-CFA2-1937-0CBCE2E3A62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48" y="2872"/>
              <a:ext cx="857" cy="857"/>
            </a:xfrm>
            <a:prstGeom prst="ellips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38" name="Line 73">
              <a:extLst>
                <a:ext uri="{FF2B5EF4-FFF2-40B4-BE49-F238E27FC236}">
                  <a16:creationId xmlns:a16="http://schemas.microsoft.com/office/drawing/2014/main" id="{D36E27B3-3C7B-5A55-1292-997F25CCD6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6" y="3316"/>
              <a:ext cx="5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39" name="Line 74">
              <a:extLst>
                <a:ext uri="{FF2B5EF4-FFF2-40B4-BE49-F238E27FC236}">
                  <a16:creationId xmlns:a16="http://schemas.microsoft.com/office/drawing/2014/main" id="{B229512C-D3B4-6278-21DD-08E83DDF01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24" y="3316"/>
              <a:ext cx="516" cy="0"/>
            </a:xfrm>
            <a:prstGeom prst="line">
              <a:avLst/>
            </a:pr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0" name="Rectangle 75">
              <a:extLst>
                <a:ext uri="{FF2B5EF4-FFF2-40B4-BE49-F238E27FC236}">
                  <a16:creationId xmlns:a16="http://schemas.microsoft.com/office/drawing/2014/main" id="{F0478FAF-0EDE-55F2-54B1-46D2543B97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14" y="2709"/>
              <a:ext cx="960" cy="590"/>
            </a:xfrm>
            <a:prstGeom prst="rect">
              <a:avLst/>
            </a:prstGeom>
            <a:solidFill>
              <a:srgbClr val="0033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1541" name="Text Box 76">
              <a:extLst>
                <a:ext uri="{FF2B5EF4-FFF2-40B4-BE49-F238E27FC236}">
                  <a16:creationId xmlns:a16="http://schemas.microsoft.com/office/drawing/2014/main" id="{1B3A53A3-C997-3823-940E-BA2213825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56" y="3340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a</a:t>
              </a:r>
            </a:p>
          </p:txBody>
        </p:sp>
        <p:sp>
          <p:nvSpPr>
            <p:cNvPr id="21542" name="Text Box 77">
              <a:extLst>
                <a:ext uri="{FF2B5EF4-FFF2-40B4-BE49-F238E27FC236}">
                  <a16:creationId xmlns:a16="http://schemas.microsoft.com/office/drawing/2014/main" id="{7611BA90-D28E-B1C9-7457-777F529E3C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4" y="2704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b</a:t>
              </a:r>
            </a:p>
          </p:txBody>
        </p:sp>
        <p:sp>
          <p:nvSpPr>
            <p:cNvPr id="21543" name="Line 78">
              <a:extLst>
                <a:ext uri="{FF2B5EF4-FFF2-40B4-BE49-F238E27FC236}">
                  <a16:creationId xmlns:a16="http://schemas.microsoft.com/office/drawing/2014/main" id="{63070B9D-BF0D-7AB7-EC0B-C1B06205B54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80" y="2512"/>
              <a:ext cx="528" cy="816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4" name="Line 79">
              <a:extLst>
                <a:ext uri="{FF2B5EF4-FFF2-40B4-BE49-F238E27FC236}">
                  <a16:creationId xmlns:a16="http://schemas.microsoft.com/office/drawing/2014/main" id="{D7F0C529-6A83-FDA5-9857-27D913ACDC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68" y="3316"/>
              <a:ext cx="384" cy="240"/>
            </a:xfrm>
            <a:prstGeom prst="line">
              <a:avLst/>
            </a:prstGeom>
            <a:noFill/>
            <a:ln w="381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>
              <a:spAutoFit/>
            </a:bodyPr>
            <a:lstStyle/>
            <a:p>
              <a:endParaRPr lang="zh-CN" altLang="en-US"/>
            </a:p>
          </p:txBody>
        </p:sp>
        <p:sp>
          <p:nvSpPr>
            <p:cNvPr id="21545" name="Text Box 80">
              <a:extLst>
                <a:ext uri="{FF2B5EF4-FFF2-40B4-BE49-F238E27FC236}">
                  <a16:creationId xmlns:a16="http://schemas.microsoft.com/office/drawing/2014/main" id="{D48D6FB6-DD8B-74DA-73C6-6F88D2D423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8" y="317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chemeClr val="bg1"/>
                  </a:solidFill>
                </a:rPr>
                <a:t>O</a:t>
              </a:r>
            </a:p>
          </p:txBody>
        </p:sp>
      </p:grpSp>
      <p:graphicFrame>
        <p:nvGraphicFramePr>
          <p:cNvPr id="29711" name="Object 2">
            <a:extLst>
              <a:ext uri="{FF2B5EF4-FFF2-40B4-BE49-F238E27FC236}">
                <a16:creationId xmlns:a16="http://schemas.microsoft.com/office/drawing/2014/main" id="{895FA58C-1C54-B534-C7E6-E7C21F8CA97C}"/>
              </a:ext>
            </a:extLst>
          </p:cNvPr>
          <p:cNvGraphicFramePr>
            <a:graphicFrameLocks/>
          </p:cNvGraphicFramePr>
          <p:nvPr/>
        </p:nvGraphicFramePr>
        <p:xfrm>
          <a:off x="885825" y="381000"/>
          <a:ext cx="28178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796696" imgH="800017" progId="Equation.3">
                  <p:embed/>
                </p:oleObj>
              </mc:Choice>
              <mc:Fallback>
                <p:oleObj name="Equation" r:id="rId2" imgW="2796696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5825" y="381000"/>
                        <a:ext cx="28178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2" name="Text Box 16">
            <a:extLst>
              <a:ext uri="{FF2B5EF4-FFF2-40B4-BE49-F238E27FC236}">
                <a16:creationId xmlns:a16="http://schemas.microsoft.com/office/drawing/2014/main" id="{D3D060CF-BA9D-1C1A-4047-02D1255C2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7713" y="1514475"/>
            <a:ext cx="3829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一个运动电荷产生的磁场</a:t>
            </a:r>
          </a:p>
        </p:txBody>
      </p:sp>
      <p:graphicFrame>
        <p:nvGraphicFramePr>
          <p:cNvPr id="29713" name="Object 3">
            <a:extLst>
              <a:ext uri="{FF2B5EF4-FFF2-40B4-BE49-F238E27FC236}">
                <a16:creationId xmlns:a16="http://schemas.microsoft.com/office/drawing/2014/main" id="{3C18559A-993C-960C-77A5-1201B1E26C0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775200" y="1335088"/>
          <a:ext cx="28702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849942" imgH="815479" progId="Equation.3">
                  <p:embed/>
                </p:oleObj>
              </mc:Choice>
              <mc:Fallback>
                <p:oleObj name="Equation" r:id="rId4" imgW="2849942" imgH="815479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75200" y="1335088"/>
                        <a:ext cx="28702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14" name="Text Box 18">
            <a:extLst>
              <a:ext uri="{FF2B5EF4-FFF2-40B4-BE49-F238E27FC236}">
                <a16:creationId xmlns:a16="http://schemas.microsoft.com/office/drawing/2014/main" id="{4258B30E-7249-ED5C-E043-9D2834B3DF1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0888" y="2449513"/>
            <a:ext cx="7634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如图的导线，已知电荷线密度为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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，当绕</a:t>
            </a:r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O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点以</a:t>
            </a:r>
            <a:r>
              <a:rPr lang="zh-CN" altLang="en-US" i="1">
                <a:solidFill>
                  <a:srgbClr val="66FFFF"/>
                </a:solidFill>
                <a:sym typeface="Symbol" panose="05050102010706020507" pitchFamily="18" charset="2"/>
              </a:rPr>
              <a:t>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 转动时</a:t>
            </a:r>
            <a:endParaRPr lang="zh-CN" altLang="en-US">
              <a:solidFill>
                <a:schemeClr val="bg1"/>
              </a:solidFill>
            </a:endParaRPr>
          </a:p>
        </p:txBody>
      </p:sp>
      <p:sp>
        <p:nvSpPr>
          <p:cNvPr id="29715" name="Text Box 19">
            <a:extLst>
              <a:ext uri="{FF2B5EF4-FFF2-40B4-BE49-F238E27FC236}">
                <a16:creationId xmlns:a16="http://schemas.microsoft.com/office/drawing/2014/main" id="{D7FB7B8D-93C2-B5E8-B22A-3D0C53F102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35036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9716" name="Text Box 20">
            <a:extLst>
              <a:ext uri="{FF2B5EF4-FFF2-40B4-BE49-F238E27FC236}">
                <a16:creationId xmlns:a16="http://schemas.microsoft.com/office/drawing/2014/main" id="{CEF4FB75-5912-A85E-E7F8-F29A518C78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2900" y="30130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66FFFF"/>
                </a:solidFill>
              </a:rPr>
              <a:t>1</a:t>
            </a:r>
          </a:p>
        </p:txBody>
      </p:sp>
      <p:sp>
        <p:nvSpPr>
          <p:cNvPr id="29717" name="Text Box 21">
            <a:extLst>
              <a:ext uri="{FF2B5EF4-FFF2-40B4-BE49-F238E27FC236}">
                <a16:creationId xmlns:a16="http://schemas.microsoft.com/office/drawing/2014/main" id="{472DF189-D174-00B1-0E47-0FF9AF9999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56400" y="56927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66FFFF"/>
                </a:solidFill>
              </a:rPr>
              <a:t>2</a:t>
            </a:r>
          </a:p>
        </p:txBody>
      </p:sp>
      <p:sp>
        <p:nvSpPr>
          <p:cNvPr id="29718" name="Text Box 22">
            <a:extLst>
              <a:ext uri="{FF2B5EF4-FFF2-40B4-BE49-F238E27FC236}">
                <a16:creationId xmlns:a16="http://schemas.microsoft.com/office/drawing/2014/main" id="{6AD674B3-2E63-F7B2-5B4C-7CC8661863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24788" y="5019675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66FFFF"/>
                </a:solidFill>
              </a:rPr>
              <a:t>3</a:t>
            </a:r>
          </a:p>
        </p:txBody>
      </p:sp>
      <p:sp>
        <p:nvSpPr>
          <p:cNvPr id="29719" name="Text Box 23">
            <a:extLst>
              <a:ext uri="{FF2B5EF4-FFF2-40B4-BE49-F238E27FC236}">
                <a16:creationId xmlns:a16="http://schemas.microsoft.com/office/drawing/2014/main" id="{A8BB6DF6-D611-5B96-1B2C-9B35D04DA9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94350" y="5029200"/>
            <a:ext cx="361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>
                <a:solidFill>
                  <a:srgbClr val="66FFFF"/>
                </a:solidFill>
              </a:rPr>
              <a:t>4</a:t>
            </a:r>
          </a:p>
        </p:txBody>
      </p:sp>
      <p:sp>
        <p:nvSpPr>
          <p:cNvPr id="29720" name="Rectangle 24">
            <a:extLst>
              <a:ext uri="{FF2B5EF4-FFF2-40B4-BE49-F238E27FC236}">
                <a16:creationId xmlns:a16="http://schemas.microsoft.com/office/drawing/2014/main" id="{A7B25593-27E9-3E29-1292-D0E5F2D571F4}"/>
              </a:ext>
            </a:extLst>
          </p:cNvPr>
          <p:cNvSpPr>
            <a:spLocks noChangeArrowheads="1"/>
          </p:cNvSpPr>
          <p:nvPr/>
        </p:nvSpPr>
        <p:spPr bwMode="auto">
          <a:xfrm rot="-1607654">
            <a:off x="6038850" y="3668713"/>
            <a:ext cx="220663" cy="130175"/>
          </a:xfrm>
          <a:prstGeom prst="rect">
            <a:avLst/>
          </a:prstGeom>
          <a:solidFill>
            <a:srgbClr val="FF0000"/>
          </a:solidFill>
          <a:ln w="38100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29721" name="Object 4">
            <a:extLst>
              <a:ext uri="{FF2B5EF4-FFF2-40B4-BE49-F238E27FC236}">
                <a16:creationId xmlns:a16="http://schemas.microsoft.com/office/drawing/2014/main" id="{421DB83C-F3BB-0DB8-D5C3-97A2CD6BAC6E}"/>
              </a:ext>
            </a:extLst>
          </p:cNvPr>
          <p:cNvGraphicFramePr>
            <a:graphicFrameLocks/>
          </p:cNvGraphicFramePr>
          <p:nvPr/>
        </p:nvGraphicFramePr>
        <p:xfrm>
          <a:off x="5791200" y="3200400"/>
          <a:ext cx="3921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73224" imgH="373574" progId="Equation.3">
                  <p:embed/>
                </p:oleObj>
              </mc:Choice>
              <mc:Fallback>
                <p:oleObj name="Equation" r:id="rId6" imgW="373224" imgH="37357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91200" y="3200400"/>
                        <a:ext cx="3921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6">
            <a:extLst>
              <a:ext uri="{FF2B5EF4-FFF2-40B4-BE49-F238E27FC236}">
                <a16:creationId xmlns:a16="http://schemas.microsoft.com/office/drawing/2014/main" id="{7275EA8F-DAE4-43D0-64BE-ECF4EB36D433}"/>
              </a:ext>
            </a:extLst>
          </p:cNvPr>
          <p:cNvGrpSpPr>
            <a:grpSpLocks/>
          </p:cNvGrpSpPr>
          <p:nvPr/>
        </p:nvGrpSpPr>
        <p:grpSpPr bwMode="auto">
          <a:xfrm>
            <a:off x="6019800" y="3657600"/>
            <a:ext cx="884238" cy="1395413"/>
            <a:chOff x="3917" y="2660"/>
            <a:chExt cx="557" cy="879"/>
          </a:xfrm>
        </p:grpSpPr>
        <p:sp>
          <p:nvSpPr>
            <p:cNvPr id="21533" name="Line 27">
              <a:extLst>
                <a:ext uri="{FF2B5EF4-FFF2-40B4-BE49-F238E27FC236}">
                  <a16:creationId xmlns:a16="http://schemas.microsoft.com/office/drawing/2014/main" id="{1293BE75-4DEE-ED07-30B7-352E65EBF1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17" y="2731"/>
              <a:ext cx="557" cy="808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4" name="Line 28">
              <a:extLst>
                <a:ext uri="{FF2B5EF4-FFF2-40B4-BE49-F238E27FC236}">
                  <a16:creationId xmlns:a16="http://schemas.microsoft.com/office/drawing/2014/main" id="{EDC79EF5-1F95-1289-E6DC-717DD6BB38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6" y="2660"/>
              <a:ext cx="377" cy="879"/>
            </a:xfrm>
            <a:prstGeom prst="line">
              <a:avLst/>
            </a:prstGeom>
            <a:noFill/>
            <a:ln w="3810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5" name="Freeform 29">
              <a:extLst>
                <a:ext uri="{FF2B5EF4-FFF2-40B4-BE49-F238E27FC236}">
                  <a16:creationId xmlns:a16="http://schemas.microsoft.com/office/drawing/2014/main" id="{9F79CBED-CB7D-20AB-762A-93C2FB6747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997"/>
              <a:ext cx="64" cy="54"/>
            </a:xfrm>
            <a:custGeom>
              <a:avLst/>
              <a:gdLst>
                <a:gd name="T0" fmla="*/ 0 w 64"/>
                <a:gd name="T1" fmla="*/ 54 h 54"/>
                <a:gd name="T2" fmla="*/ 64 w 64"/>
                <a:gd name="T3" fmla="*/ 0 h 54"/>
                <a:gd name="T4" fmla="*/ 0 60000 65536"/>
                <a:gd name="T5" fmla="*/ 0 60000 65536"/>
                <a:gd name="T6" fmla="*/ 0 w 64"/>
                <a:gd name="T7" fmla="*/ 0 h 54"/>
                <a:gd name="T8" fmla="*/ 64 w 64"/>
                <a:gd name="T9" fmla="*/ 54 h 5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64" h="54">
                  <a:moveTo>
                    <a:pt x="0" y="54"/>
                  </a:moveTo>
                  <a:cubicBezTo>
                    <a:pt x="14" y="1"/>
                    <a:pt x="9" y="0"/>
                    <a:pt x="64" y="0"/>
                  </a:cubicBezTo>
                </a:path>
              </a:pathLst>
            </a:custGeom>
            <a:noFill/>
            <a:ln w="38100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9726" name="Object 5">
            <a:extLst>
              <a:ext uri="{FF2B5EF4-FFF2-40B4-BE49-F238E27FC236}">
                <a16:creationId xmlns:a16="http://schemas.microsoft.com/office/drawing/2014/main" id="{9693B8C9-04CF-7665-4F6F-7F9BA7BDFB9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891213" y="4214813"/>
          <a:ext cx="457200" cy="325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419007" imgH="297263" progId="Equation.3">
                  <p:embed/>
                </p:oleObj>
              </mc:Choice>
              <mc:Fallback>
                <p:oleObj name="Equation" r:id="rId8" imgW="419007" imgH="297263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91213" y="4214813"/>
                        <a:ext cx="457200" cy="325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7" name="Text Box 31">
            <a:extLst>
              <a:ext uri="{FF2B5EF4-FFF2-40B4-BE49-F238E27FC236}">
                <a16:creationId xmlns:a16="http://schemas.microsoft.com/office/drawing/2014/main" id="{A8E22BD0-A3FD-CBA5-0E14-7DCA330BD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3522663"/>
            <a:ext cx="125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线段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graphicFrame>
        <p:nvGraphicFramePr>
          <p:cNvPr id="29728" name="Object 6">
            <a:extLst>
              <a:ext uri="{FF2B5EF4-FFF2-40B4-BE49-F238E27FC236}">
                <a16:creationId xmlns:a16="http://schemas.microsoft.com/office/drawing/2014/main" id="{F968F5A7-3215-B12C-1DEC-E95A8C4E18B5}"/>
              </a:ext>
            </a:extLst>
          </p:cNvPr>
          <p:cNvGraphicFramePr>
            <a:graphicFrameLocks/>
          </p:cNvGraphicFramePr>
          <p:nvPr/>
        </p:nvGraphicFramePr>
        <p:xfrm>
          <a:off x="838200" y="4154488"/>
          <a:ext cx="23749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354798" imgH="373574" progId="Equation.3">
                  <p:embed/>
                </p:oleObj>
              </mc:Choice>
              <mc:Fallback>
                <p:oleObj name="Equation" r:id="rId10" imgW="2354798" imgH="373574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4154488"/>
                        <a:ext cx="23749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3">
            <a:extLst>
              <a:ext uri="{FF2B5EF4-FFF2-40B4-BE49-F238E27FC236}">
                <a16:creationId xmlns:a16="http://schemas.microsoft.com/office/drawing/2014/main" id="{71428984-4295-3BAC-B2C9-B3B069BD4289}"/>
              </a:ext>
            </a:extLst>
          </p:cNvPr>
          <p:cNvGrpSpPr>
            <a:grpSpLocks/>
          </p:cNvGrpSpPr>
          <p:nvPr/>
        </p:nvGrpSpPr>
        <p:grpSpPr bwMode="auto">
          <a:xfrm>
            <a:off x="7862888" y="2997200"/>
            <a:ext cx="812800" cy="1049338"/>
            <a:chOff x="4914" y="2368"/>
            <a:chExt cx="512" cy="661"/>
          </a:xfrm>
        </p:grpSpPr>
        <p:sp>
          <p:nvSpPr>
            <p:cNvPr id="21531" name="Freeform 34">
              <a:extLst>
                <a:ext uri="{FF2B5EF4-FFF2-40B4-BE49-F238E27FC236}">
                  <a16:creationId xmlns:a16="http://schemas.microsoft.com/office/drawing/2014/main" id="{B586755E-5FF0-0614-A8CE-1577F04C3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5" y="2699"/>
              <a:ext cx="341" cy="330"/>
            </a:xfrm>
            <a:custGeom>
              <a:avLst/>
              <a:gdLst>
                <a:gd name="T0" fmla="*/ 0 w 341"/>
                <a:gd name="T1" fmla="*/ 0 h 330"/>
                <a:gd name="T2" fmla="*/ 213 w 341"/>
                <a:gd name="T3" fmla="*/ 106 h 330"/>
                <a:gd name="T4" fmla="*/ 341 w 341"/>
                <a:gd name="T5" fmla="*/ 330 h 330"/>
                <a:gd name="T6" fmla="*/ 0 60000 65536"/>
                <a:gd name="T7" fmla="*/ 0 60000 65536"/>
                <a:gd name="T8" fmla="*/ 0 60000 65536"/>
                <a:gd name="T9" fmla="*/ 0 w 341"/>
                <a:gd name="T10" fmla="*/ 0 h 330"/>
                <a:gd name="T11" fmla="*/ 341 w 341"/>
                <a:gd name="T12" fmla="*/ 330 h 33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41" h="330">
                  <a:moveTo>
                    <a:pt x="0" y="0"/>
                  </a:moveTo>
                  <a:cubicBezTo>
                    <a:pt x="78" y="25"/>
                    <a:pt x="156" y="51"/>
                    <a:pt x="213" y="106"/>
                  </a:cubicBezTo>
                  <a:cubicBezTo>
                    <a:pt x="270" y="161"/>
                    <a:pt x="305" y="245"/>
                    <a:pt x="341" y="330"/>
                  </a:cubicBezTo>
                </a:path>
              </a:pathLst>
            </a:custGeom>
            <a:noFill/>
            <a:ln w="38100">
              <a:solidFill>
                <a:srgbClr val="66FFFF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532" name="Text Box 35">
              <a:extLst>
                <a:ext uri="{FF2B5EF4-FFF2-40B4-BE49-F238E27FC236}">
                  <a16:creationId xmlns:a16="http://schemas.microsoft.com/office/drawing/2014/main" id="{AA27C11E-F05A-2651-A5CE-1CD32AA9B6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14" y="2368"/>
              <a:ext cx="24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i="1">
                  <a:solidFill>
                    <a:srgbClr val="66FFFF"/>
                  </a:solidFill>
                  <a:sym typeface="Symbol" panose="05050102010706020507" pitchFamily="18" charset="2"/>
                </a:rPr>
                <a:t></a:t>
              </a:r>
            </a:p>
          </p:txBody>
        </p:sp>
      </p:grpSp>
      <p:graphicFrame>
        <p:nvGraphicFramePr>
          <p:cNvPr id="29732" name="Object 7">
            <a:extLst>
              <a:ext uri="{FF2B5EF4-FFF2-40B4-BE49-F238E27FC236}">
                <a16:creationId xmlns:a16="http://schemas.microsoft.com/office/drawing/2014/main" id="{9E13EB6A-5648-ADD3-66C0-DBF810EEF26A}"/>
              </a:ext>
            </a:extLst>
          </p:cNvPr>
          <p:cNvGraphicFramePr>
            <a:graphicFrameLocks/>
          </p:cNvGraphicFramePr>
          <p:nvPr/>
        </p:nvGraphicFramePr>
        <p:xfrm>
          <a:off x="857250" y="4683125"/>
          <a:ext cx="2271713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247807" imgH="800017" progId="Equation.3">
                  <p:embed/>
                </p:oleObj>
              </mc:Choice>
              <mc:Fallback>
                <p:oleObj name="Equation" r:id="rId12" imgW="2247807" imgH="80001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7250" y="4683125"/>
                        <a:ext cx="2271713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3" name="Object 8">
            <a:extLst>
              <a:ext uri="{FF2B5EF4-FFF2-40B4-BE49-F238E27FC236}">
                <a16:creationId xmlns:a16="http://schemas.microsoft.com/office/drawing/2014/main" id="{3394B221-CB38-266B-FF36-2F844465CC9D}"/>
              </a:ext>
            </a:extLst>
          </p:cNvPr>
          <p:cNvGraphicFramePr>
            <a:graphicFrameLocks/>
          </p:cNvGraphicFramePr>
          <p:nvPr/>
        </p:nvGraphicFramePr>
        <p:xfrm>
          <a:off x="1477963" y="5726113"/>
          <a:ext cx="1587500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1562069" imgH="800017" progId="Equation.3">
                  <p:embed/>
                </p:oleObj>
              </mc:Choice>
              <mc:Fallback>
                <p:oleObj name="Equation" r:id="rId14" imgW="1562069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7963" y="5726113"/>
                        <a:ext cx="1587500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4" name="Line 38">
            <a:extLst>
              <a:ext uri="{FF2B5EF4-FFF2-40B4-BE49-F238E27FC236}">
                <a16:creationId xmlns:a16="http://schemas.microsoft.com/office/drawing/2014/main" id="{8AF3DAFE-6E8D-BF1B-E5A5-C7E7C08E6BE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407025" y="3794125"/>
            <a:ext cx="631825" cy="422275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9735" name="Rectangle 39">
            <a:extLst>
              <a:ext uri="{FF2B5EF4-FFF2-40B4-BE49-F238E27FC236}">
                <a16:creationId xmlns:a16="http://schemas.microsoft.com/office/drawing/2014/main" id="{1C5C3161-C515-52A5-2894-86E320B7F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000375"/>
            <a:ext cx="3581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  <a:sym typeface="Symbol" panose="05050102010706020507" pitchFamily="18" charset="2"/>
              </a:rPr>
              <a:t>O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点的磁感应强度</a:t>
            </a:r>
          </a:p>
        </p:txBody>
      </p:sp>
      <p:sp>
        <p:nvSpPr>
          <p:cNvPr id="29736" name="Rectangle 40">
            <a:extLst>
              <a:ext uri="{FF2B5EF4-FFF2-40B4-BE49-F238E27FC236}">
                <a16:creationId xmlns:a16="http://schemas.microsoft.com/office/drawing/2014/main" id="{FCFFBB0C-C386-56B5-4C05-384863CAC4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2449513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9737" name="Rectangle 41">
            <a:extLst>
              <a:ext uri="{FF2B5EF4-FFF2-40B4-BE49-F238E27FC236}">
                <a16:creationId xmlns:a16="http://schemas.microsoft.com/office/drawing/2014/main" id="{C390660D-0703-98EE-783C-2D9B2DB68B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3525" y="30003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rgbClr val="FFFF00"/>
                </a:solidFill>
                <a:sym typeface="Symbol" panose="05050102010706020507" pitchFamily="18" charset="2"/>
              </a:rPr>
              <a:t>求</a:t>
            </a:r>
          </a:p>
        </p:txBody>
      </p:sp>
      <p:graphicFrame>
        <p:nvGraphicFramePr>
          <p:cNvPr id="29741" name="Object 9">
            <a:extLst>
              <a:ext uri="{FF2B5EF4-FFF2-40B4-BE49-F238E27FC236}">
                <a16:creationId xmlns:a16="http://schemas.microsoft.com/office/drawing/2014/main" id="{7D7030C0-3CF1-BF61-91C1-823D73A3C4B6}"/>
              </a:ext>
            </a:extLst>
          </p:cNvPr>
          <p:cNvGraphicFramePr>
            <a:graphicFrameLocks/>
          </p:cNvGraphicFramePr>
          <p:nvPr/>
        </p:nvGraphicFramePr>
        <p:xfrm>
          <a:off x="5181600" y="4267200"/>
          <a:ext cx="230188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05522" imgH="266839" progId="Equation.3">
                  <p:embed/>
                </p:oleObj>
              </mc:Choice>
              <mc:Fallback>
                <p:oleObj name="Equation" r:id="rId16" imgW="205522" imgH="26683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81600" y="4267200"/>
                        <a:ext cx="230188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97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297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297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29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9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297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29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29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9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20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29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2000"/>
                                        <p:tgtEl>
                                          <p:spTgt spid="29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29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77" grpId="0" animBg="1"/>
      <p:bldP spid="29712" grpId="0" autoUpdateAnimBg="0"/>
      <p:bldP spid="29714" grpId="0" autoUpdateAnimBg="0"/>
      <p:bldP spid="29715" grpId="0" autoUpdateAnimBg="0"/>
      <p:bldP spid="29716" grpId="0" autoUpdateAnimBg="0"/>
      <p:bldP spid="29717" grpId="0" autoUpdateAnimBg="0"/>
      <p:bldP spid="29718" grpId="0" autoUpdateAnimBg="0"/>
      <p:bldP spid="29719" grpId="0" autoUpdateAnimBg="0"/>
      <p:bldP spid="29720" grpId="0" animBg="1"/>
      <p:bldP spid="29727" grpId="0" autoUpdateAnimBg="0"/>
      <p:bldP spid="29735" grpId="0" autoUpdateAnimBg="0"/>
      <p:bldP spid="29736" grpId="0" autoUpdateAnimBg="0"/>
      <p:bldP spid="29737" grpId="0" autoUpdateAnimBg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56" name="Object 2">
            <a:extLst>
              <a:ext uri="{FF2B5EF4-FFF2-40B4-BE49-F238E27FC236}">
                <a16:creationId xmlns:a16="http://schemas.microsoft.com/office/drawing/2014/main" id="{D6404172-9B71-357E-C624-3ECFFF4B6E44}"/>
              </a:ext>
            </a:extLst>
          </p:cNvPr>
          <p:cNvGraphicFramePr>
            <a:graphicFrameLocks/>
          </p:cNvGraphicFramePr>
          <p:nvPr/>
        </p:nvGraphicFramePr>
        <p:xfrm>
          <a:off x="855663" y="269875"/>
          <a:ext cx="3732212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710847" imgH="800017" progId="Equation.3">
                  <p:embed/>
                </p:oleObj>
              </mc:Choice>
              <mc:Fallback>
                <p:oleObj name="Equation" r:id="rId2" imgW="3710847" imgH="800017" progId="Equation.3">
                  <p:embed/>
                  <p:pic>
                    <p:nvPicPr>
                      <p:cNvPr id="0" name="Object 2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5663" y="269875"/>
                        <a:ext cx="3732212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1" name="Text Box 41">
            <a:extLst>
              <a:ext uri="{FF2B5EF4-FFF2-40B4-BE49-F238E27FC236}">
                <a16:creationId xmlns:a16="http://schemas.microsoft.com/office/drawing/2014/main" id="{DD5AE1DA-2274-F5CC-1687-7280F37D8E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1325563"/>
            <a:ext cx="125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线段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30762" name="Text Box 42">
            <a:extLst>
              <a:ext uri="{FF2B5EF4-FFF2-40B4-BE49-F238E27FC236}">
                <a16:creationId xmlns:a16="http://schemas.microsoft.com/office/drawing/2014/main" id="{43A568DB-99E3-475F-1278-28A2892523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550" y="1308100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同理</a:t>
            </a:r>
          </a:p>
        </p:txBody>
      </p:sp>
      <p:graphicFrame>
        <p:nvGraphicFramePr>
          <p:cNvPr id="30763" name="Object 3">
            <a:extLst>
              <a:ext uri="{FF2B5EF4-FFF2-40B4-BE49-F238E27FC236}">
                <a16:creationId xmlns:a16="http://schemas.microsoft.com/office/drawing/2014/main" id="{D37E1FD2-5BB2-A876-8254-21652445BA3E}"/>
              </a:ext>
            </a:extLst>
          </p:cNvPr>
          <p:cNvGraphicFramePr>
            <a:graphicFrameLocks/>
          </p:cNvGraphicFramePr>
          <p:nvPr/>
        </p:nvGraphicFramePr>
        <p:xfrm>
          <a:off x="3011488" y="1128713"/>
          <a:ext cx="17891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68089" imgH="800017" progId="Equation.3">
                  <p:embed/>
                </p:oleObj>
              </mc:Choice>
              <mc:Fallback>
                <p:oleObj name="Equation" r:id="rId4" imgW="1768089" imgH="800017" progId="Equation.3">
                  <p:embed/>
                  <p:pic>
                    <p:nvPicPr>
                      <p:cNvPr id="0" name="Object 3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11488" y="1128713"/>
                        <a:ext cx="17891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4" name="Text Box 44">
            <a:extLst>
              <a:ext uri="{FF2B5EF4-FFF2-40B4-BE49-F238E27FC236}">
                <a16:creationId xmlns:a16="http://schemas.microsoft.com/office/drawing/2014/main" id="{D880BBE5-0BBF-277A-9945-000357BEF5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9463" y="1905000"/>
            <a:ext cx="125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线段</a:t>
            </a:r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graphicFrame>
        <p:nvGraphicFramePr>
          <p:cNvPr id="30765" name="Object 4">
            <a:extLst>
              <a:ext uri="{FF2B5EF4-FFF2-40B4-BE49-F238E27FC236}">
                <a16:creationId xmlns:a16="http://schemas.microsoft.com/office/drawing/2014/main" id="{E18C0B3E-2233-C84A-FC59-EE07900F3FBE}"/>
              </a:ext>
            </a:extLst>
          </p:cNvPr>
          <p:cNvGraphicFramePr>
            <a:graphicFrameLocks/>
          </p:cNvGraphicFramePr>
          <p:nvPr/>
        </p:nvGraphicFramePr>
        <p:xfrm>
          <a:off x="1995488" y="1962150"/>
          <a:ext cx="12811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57518" imgH="373574" progId="Equation.3">
                  <p:embed/>
                </p:oleObj>
              </mc:Choice>
              <mc:Fallback>
                <p:oleObj name="Equation" r:id="rId6" imgW="1257518" imgH="373574" progId="Equation.3">
                  <p:embed/>
                  <p:pic>
                    <p:nvPicPr>
                      <p:cNvPr id="0" name="Object 4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5488" y="1962150"/>
                        <a:ext cx="12811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6" name="Object 5">
            <a:extLst>
              <a:ext uri="{FF2B5EF4-FFF2-40B4-BE49-F238E27FC236}">
                <a16:creationId xmlns:a16="http://schemas.microsoft.com/office/drawing/2014/main" id="{7757C43C-F28B-DF2E-A4A8-85321ACDAB6A}"/>
              </a:ext>
            </a:extLst>
          </p:cNvPr>
          <p:cNvGraphicFramePr>
            <a:graphicFrameLocks/>
          </p:cNvGraphicFramePr>
          <p:nvPr/>
        </p:nvGraphicFramePr>
        <p:xfrm>
          <a:off x="860425" y="2433638"/>
          <a:ext cx="24511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430936" imgH="800017" progId="Equation.3">
                  <p:embed/>
                </p:oleObj>
              </mc:Choice>
              <mc:Fallback>
                <p:oleObj name="Equation" r:id="rId8" imgW="2430936" imgH="800017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0425" y="2433638"/>
                        <a:ext cx="24511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7" name="Object 6">
            <a:extLst>
              <a:ext uri="{FF2B5EF4-FFF2-40B4-BE49-F238E27FC236}">
                <a16:creationId xmlns:a16="http://schemas.microsoft.com/office/drawing/2014/main" id="{7BE25D45-BBCF-EDD0-C61D-CD24DCB04109}"/>
              </a:ext>
            </a:extLst>
          </p:cNvPr>
          <p:cNvGraphicFramePr>
            <a:graphicFrameLocks/>
          </p:cNvGraphicFramePr>
          <p:nvPr/>
        </p:nvGraphicFramePr>
        <p:xfrm>
          <a:off x="3475038" y="2452688"/>
          <a:ext cx="1547812" cy="823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524249" imgH="800017" progId="Equation.3">
                  <p:embed/>
                </p:oleObj>
              </mc:Choice>
              <mc:Fallback>
                <p:oleObj name="Equation" r:id="rId10" imgW="1524249" imgH="800017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5038" y="2452688"/>
                        <a:ext cx="1547812" cy="823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68" name="Object 7">
            <a:extLst>
              <a:ext uri="{FF2B5EF4-FFF2-40B4-BE49-F238E27FC236}">
                <a16:creationId xmlns:a16="http://schemas.microsoft.com/office/drawing/2014/main" id="{F8D51C0B-ECD8-C4FA-93D8-3143EEE813FF}"/>
              </a:ext>
            </a:extLst>
          </p:cNvPr>
          <p:cNvGraphicFramePr>
            <a:graphicFrameLocks/>
          </p:cNvGraphicFramePr>
          <p:nvPr/>
        </p:nvGraphicFramePr>
        <p:xfrm>
          <a:off x="862013" y="3463925"/>
          <a:ext cx="39243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3901440" imgH="800017" progId="Equation.3">
                  <p:embed/>
                </p:oleObj>
              </mc:Choice>
              <mc:Fallback>
                <p:oleObj name="Equation" r:id="rId12" imgW="3901440" imgH="800017" progId="Equation.3">
                  <p:embed/>
                  <p:pic>
                    <p:nvPicPr>
                      <p:cNvPr id="0" name="Object 7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2013" y="3463925"/>
                        <a:ext cx="39243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69" name="Text Box 49">
            <a:extLst>
              <a:ext uri="{FF2B5EF4-FFF2-40B4-BE49-F238E27FC236}">
                <a16:creationId xmlns:a16="http://schemas.microsoft.com/office/drawing/2014/main" id="{82165CDC-6FCD-179E-2463-FEB75721B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4687888"/>
            <a:ext cx="1254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线段</a:t>
            </a:r>
            <a:r>
              <a:rPr lang="en-US" altLang="zh-CN">
                <a:solidFill>
                  <a:schemeClr val="bg1"/>
                </a:solidFill>
              </a:rPr>
              <a:t>4</a:t>
            </a:r>
            <a:r>
              <a:rPr lang="zh-CN" altLang="en-US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30770" name="Text Box 50">
            <a:extLst>
              <a:ext uri="{FF2B5EF4-FFF2-40B4-BE49-F238E27FC236}">
                <a16:creationId xmlns:a16="http://schemas.microsoft.com/office/drawing/2014/main" id="{7146D471-06AE-1B36-389E-E2978A26AE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05000" y="4652963"/>
            <a:ext cx="800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>
                <a:solidFill>
                  <a:schemeClr val="bg1"/>
                </a:solidFill>
              </a:rPr>
              <a:t>同理</a:t>
            </a:r>
          </a:p>
        </p:txBody>
      </p:sp>
      <p:graphicFrame>
        <p:nvGraphicFramePr>
          <p:cNvPr id="30771" name="Object 8">
            <a:extLst>
              <a:ext uri="{FF2B5EF4-FFF2-40B4-BE49-F238E27FC236}">
                <a16:creationId xmlns:a16="http://schemas.microsoft.com/office/drawing/2014/main" id="{276C9A1E-8C2B-58AF-292F-56BB732FF69A}"/>
              </a:ext>
            </a:extLst>
          </p:cNvPr>
          <p:cNvGraphicFramePr>
            <a:graphicFrameLocks/>
          </p:cNvGraphicFramePr>
          <p:nvPr/>
        </p:nvGraphicFramePr>
        <p:xfrm>
          <a:off x="2971800" y="4473575"/>
          <a:ext cx="21701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48778" imgH="800017" progId="Equation.3">
                  <p:embed/>
                </p:oleObj>
              </mc:Choice>
              <mc:Fallback>
                <p:oleObj name="Equation" r:id="rId14" imgW="2148778" imgH="800017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1800" y="4473575"/>
                        <a:ext cx="21701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5" name="Object 9">
            <a:extLst>
              <a:ext uri="{FF2B5EF4-FFF2-40B4-BE49-F238E27FC236}">
                <a16:creationId xmlns:a16="http://schemas.microsoft.com/office/drawing/2014/main" id="{588E854A-1235-C744-8DE1-B37559C0B16F}"/>
              </a:ext>
            </a:extLst>
          </p:cNvPr>
          <p:cNvGraphicFramePr>
            <a:graphicFrameLocks/>
          </p:cNvGraphicFramePr>
          <p:nvPr/>
        </p:nvGraphicFramePr>
        <p:xfrm>
          <a:off x="838200" y="5984875"/>
          <a:ext cx="2957513" cy="433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933544" imgH="411480" progId="Equation.3">
                  <p:embed/>
                </p:oleObj>
              </mc:Choice>
              <mc:Fallback>
                <p:oleObj name="Equation" r:id="rId16" imgW="2933544" imgH="411480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5984875"/>
                        <a:ext cx="2957513" cy="4333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76" name="Object 10">
            <a:extLst>
              <a:ext uri="{FF2B5EF4-FFF2-40B4-BE49-F238E27FC236}">
                <a16:creationId xmlns:a16="http://schemas.microsoft.com/office/drawing/2014/main" id="{1F36650A-89AA-BD32-E8B0-1A212DD5C612}"/>
              </a:ext>
            </a:extLst>
          </p:cNvPr>
          <p:cNvGraphicFramePr>
            <a:graphicFrameLocks/>
          </p:cNvGraphicFramePr>
          <p:nvPr/>
        </p:nvGraphicFramePr>
        <p:xfrm>
          <a:off x="3892550" y="5368925"/>
          <a:ext cx="2627313" cy="1220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606102" imgH="1196534" progId="Equation.3">
                  <p:embed/>
                </p:oleObj>
              </mc:Choice>
              <mc:Fallback>
                <p:oleObj name="Equation" r:id="rId18" imgW="2606102" imgH="1196534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92550" y="5368925"/>
                        <a:ext cx="2627313" cy="1220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544" name="Group 87">
            <a:extLst>
              <a:ext uri="{FF2B5EF4-FFF2-40B4-BE49-F238E27FC236}">
                <a16:creationId xmlns:a16="http://schemas.microsoft.com/office/drawing/2014/main" id="{F732C6FA-DED1-FD9F-55AA-4F69356EB535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871538"/>
            <a:ext cx="3494088" cy="3494087"/>
            <a:chOff x="3288" y="549"/>
            <a:chExt cx="2201" cy="2201"/>
          </a:xfrm>
        </p:grpSpPr>
        <p:grpSp>
          <p:nvGrpSpPr>
            <p:cNvPr id="22548" name="Group 57">
              <a:extLst>
                <a:ext uri="{FF2B5EF4-FFF2-40B4-BE49-F238E27FC236}">
                  <a16:creationId xmlns:a16="http://schemas.microsoft.com/office/drawing/2014/main" id="{AF39C2C7-899D-2F73-CC87-448160D44DB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8" y="549"/>
              <a:ext cx="2201" cy="2201"/>
              <a:chOff x="3400" y="2024"/>
              <a:chExt cx="2201" cy="2201"/>
            </a:xfrm>
          </p:grpSpPr>
          <p:grpSp>
            <p:nvGrpSpPr>
              <p:cNvPr id="22550" name="Group 58">
                <a:extLst>
                  <a:ext uri="{FF2B5EF4-FFF2-40B4-BE49-F238E27FC236}">
                    <a16:creationId xmlns:a16="http://schemas.microsoft.com/office/drawing/2014/main" id="{64049A0C-86F3-9659-DE89-3F5A0563B32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470" y="2341"/>
                <a:ext cx="2016" cy="1884"/>
                <a:chOff x="3460" y="2356"/>
                <a:chExt cx="2016" cy="1884"/>
              </a:xfrm>
            </p:grpSpPr>
            <p:grpSp>
              <p:nvGrpSpPr>
                <p:cNvPr id="22566" name="Group 59">
                  <a:extLst>
                    <a:ext uri="{FF2B5EF4-FFF2-40B4-BE49-F238E27FC236}">
                      <a16:creationId xmlns:a16="http://schemas.microsoft.com/office/drawing/2014/main" id="{E142CCA1-9C51-B5FB-11E2-A8C4914BFD4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3460" y="2356"/>
                  <a:ext cx="2016" cy="1884"/>
                  <a:chOff x="3460" y="2356"/>
                  <a:chExt cx="2016" cy="1884"/>
                </a:xfrm>
              </p:grpSpPr>
              <p:sp>
                <p:nvSpPr>
                  <p:cNvPr id="22576" name="Oval 60">
                    <a:extLst>
                      <a:ext uri="{FF2B5EF4-FFF2-40B4-BE49-F238E27FC236}">
                        <a16:creationId xmlns:a16="http://schemas.microsoft.com/office/drawing/2014/main" id="{339B994B-4B05-4D3D-C55C-92352EC695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556" y="2356"/>
                    <a:ext cx="1872" cy="1872"/>
                  </a:xfrm>
                  <a:prstGeom prst="ellipse">
                    <a:avLst/>
                  </a:prstGeom>
                  <a:noFill/>
                  <a:ln w="38100">
                    <a:solidFill>
                      <a:srgbClr val="FFFF00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  <p:sp>
                <p:nvSpPr>
                  <p:cNvPr id="22577" name="Rectangle 61">
                    <a:extLst>
                      <a:ext uri="{FF2B5EF4-FFF2-40B4-BE49-F238E27FC236}">
                        <a16:creationId xmlns:a16="http://schemas.microsoft.com/office/drawing/2014/main" id="{B0963B82-35B7-A589-F384-B80F9ABE720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460" y="3328"/>
                    <a:ext cx="2016" cy="912"/>
                  </a:xfrm>
                  <a:prstGeom prst="rect">
                    <a:avLst/>
                  </a:prstGeom>
                  <a:solidFill>
                    <a:srgbClr val="003366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anchor="ctr">
                    <a:spAutoFit/>
                  </a:bodyPr>
                  <a:lstStyle>
                    <a:lvl1pPr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1pPr>
                    <a:lvl2pPr marL="742950" indent="-28575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2pPr>
                    <a:lvl3pPr marL="11430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3pPr>
                    <a:lvl4pPr marL="16002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4pPr>
                    <a:lvl5pPr marL="2057400" indent="-228600"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5pPr>
                    <a:lvl6pPr marL="25146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6pPr>
                    <a:lvl7pPr marL="29718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7pPr>
                    <a:lvl8pPr marL="34290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8pPr>
                    <a:lvl9pPr marL="3886200" indent="-228600" eaLnBrk="0" fontAlgn="base" hangingPunct="0">
                      <a:spcBef>
                        <a:spcPct val="0"/>
                      </a:spcBef>
                      <a:spcAft>
                        <a:spcPct val="0"/>
                      </a:spcAft>
                      <a:defRPr kumimoji="1" sz="2400" b="1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宋体" panose="02010600030101010101" pitchFamily="2" charset="-122"/>
                      </a:defRPr>
                    </a:lvl9pPr>
                  </a:lstStyle>
                  <a:p>
                    <a:pPr algn="ctr" eaLnBrk="1" hangingPunct="1"/>
                    <a:endParaRPr lang="zh-CN" altLang="en-US"/>
                  </a:p>
                </p:txBody>
              </p:sp>
            </p:grpSp>
            <p:sp>
              <p:nvSpPr>
                <p:cNvPr id="22567" name="Oval 62">
                  <a:extLst>
                    <a:ext uri="{FF2B5EF4-FFF2-40B4-BE49-F238E27FC236}">
                      <a16:creationId xmlns:a16="http://schemas.microsoft.com/office/drawing/2014/main" id="{1289271A-81C0-69B0-FA20-AD0745B7F599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4048" y="2872"/>
                  <a:ext cx="857" cy="857"/>
                </a:xfrm>
                <a:prstGeom prst="ellipse">
                  <a:avLst/>
                </a:prstGeom>
                <a:noFill/>
                <a:ln w="381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2568" name="Line 63">
                  <a:extLst>
                    <a:ext uri="{FF2B5EF4-FFF2-40B4-BE49-F238E27FC236}">
                      <a16:creationId xmlns:a16="http://schemas.microsoft.com/office/drawing/2014/main" id="{874B6B73-F42E-221A-202E-9D122FB7D3D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556" y="3316"/>
                  <a:ext cx="516" cy="0"/>
                </a:xfrm>
                <a:prstGeom prst="line">
                  <a:avLst/>
                </a:prstGeom>
                <a:noFill/>
                <a:ln w="381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69" name="Line 64">
                  <a:extLst>
                    <a:ext uri="{FF2B5EF4-FFF2-40B4-BE49-F238E27FC236}">
                      <a16:creationId xmlns:a16="http://schemas.microsoft.com/office/drawing/2014/main" id="{1F0EC8C2-C1CD-1C30-0C2A-9877A9D04B6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924" y="3316"/>
                  <a:ext cx="516" cy="0"/>
                </a:xfrm>
                <a:prstGeom prst="line">
                  <a:avLst/>
                </a:prstGeom>
                <a:noFill/>
                <a:ln w="381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70" name="Rectangle 65">
                  <a:extLst>
                    <a:ext uri="{FF2B5EF4-FFF2-40B4-BE49-F238E27FC236}">
                      <a16:creationId xmlns:a16="http://schemas.microsoft.com/office/drawing/2014/main" id="{EF95E5D7-5C24-4D4A-913A-F5BBDD5F5A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014" y="2709"/>
                  <a:ext cx="960" cy="590"/>
                </a:xfrm>
                <a:prstGeom prst="rect">
                  <a:avLst/>
                </a:prstGeom>
                <a:solidFill>
                  <a:srgbClr val="003366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anchor="ctr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endParaRPr lang="zh-CN" altLang="en-US"/>
                </a:p>
              </p:txBody>
            </p:sp>
            <p:sp>
              <p:nvSpPr>
                <p:cNvPr id="22571" name="Text Box 66">
                  <a:extLst>
                    <a:ext uri="{FF2B5EF4-FFF2-40B4-BE49-F238E27FC236}">
                      <a16:creationId xmlns:a16="http://schemas.microsoft.com/office/drawing/2014/main" id="{30E228C1-BDA9-24B6-6EEC-A1760FC4791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456" y="3340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1">
                      <a:solidFill>
                        <a:schemeClr val="bg1"/>
                      </a:solidFill>
                    </a:rPr>
                    <a:t>a</a:t>
                  </a:r>
                </a:p>
              </p:txBody>
            </p:sp>
            <p:sp>
              <p:nvSpPr>
                <p:cNvPr id="22572" name="Text Box 67">
                  <a:extLst>
                    <a:ext uri="{FF2B5EF4-FFF2-40B4-BE49-F238E27FC236}">
                      <a16:creationId xmlns:a16="http://schemas.microsoft.com/office/drawing/2014/main" id="{3B630717-DC91-C7BF-9D29-8386F652FAC7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564" y="2704"/>
                  <a:ext cx="212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1">
                      <a:solidFill>
                        <a:schemeClr val="bg1"/>
                      </a:solidFill>
                    </a:rPr>
                    <a:t>b</a:t>
                  </a:r>
                </a:p>
              </p:txBody>
            </p:sp>
            <p:sp>
              <p:nvSpPr>
                <p:cNvPr id="22573" name="Line 68">
                  <a:extLst>
                    <a:ext uri="{FF2B5EF4-FFF2-40B4-BE49-F238E27FC236}">
                      <a16:creationId xmlns:a16="http://schemas.microsoft.com/office/drawing/2014/main" id="{176DB045-FFA8-D64B-5AD0-C4B0B47D89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flipV="1">
                  <a:off x="4480" y="2512"/>
                  <a:ext cx="528" cy="816"/>
                </a:xfrm>
                <a:prstGeom prst="line">
                  <a:avLst/>
                </a:prstGeom>
                <a:noFill/>
                <a:ln w="38100">
                  <a:solidFill>
                    <a:srgbClr val="66FF33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74" name="Line 69">
                  <a:extLst>
                    <a:ext uri="{FF2B5EF4-FFF2-40B4-BE49-F238E27FC236}">
                      <a16:creationId xmlns:a16="http://schemas.microsoft.com/office/drawing/2014/main" id="{9FF750AD-FEE4-3E8F-3DC1-A195F5F7F80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468" y="3316"/>
                  <a:ext cx="384" cy="240"/>
                </a:xfrm>
                <a:prstGeom prst="line">
                  <a:avLst/>
                </a:prstGeom>
                <a:noFill/>
                <a:ln w="38100">
                  <a:solidFill>
                    <a:srgbClr val="66FF33"/>
                  </a:solidFill>
                  <a:round/>
                  <a:headEnd/>
                  <a:tailEnd type="triangle" w="med" len="lg"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wrap="none">
                  <a:spAutoFit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22575" name="Text Box 70">
                  <a:extLst>
                    <a:ext uri="{FF2B5EF4-FFF2-40B4-BE49-F238E27FC236}">
                      <a16:creationId xmlns:a16="http://schemas.microsoft.com/office/drawing/2014/main" id="{D1DB70A7-A64D-3786-962B-EC853D4EFCA9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228" y="3172"/>
                  <a:ext cx="255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1">
                      <a:solidFill>
                        <a:schemeClr val="bg1"/>
                      </a:solidFill>
                    </a:rPr>
                    <a:t>O</a:t>
                  </a:r>
                </a:p>
              </p:txBody>
            </p:sp>
          </p:grpSp>
          <p:sp>
            <p:nvSpPr>
              <p:cNvPr id="22551" name="Text Box 71">
                <a:extLst>
                  <a:ext uri="{FF2B5EF4-FFF2-40B4-BE49-F238E27FC236}">
                    <a16:creationId xmlns:a16="http://schemas.microsoft.com/office/drawing/2014/main" id="{3BB7F745-140E-060E-CDE4-1C6368BC0A3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352" y="2034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>
                    <a:solidFill>
                      <a:srgbClr val="66FFFF"/>
                    </a:solidFill>
                  </a:rPr>
                  <a:t>1</a:t>
                </a:r>
              </a:p>
            </p:txBody>
          </p:sp>
          <p:sp>
            <p:nvSpPr>
              <p:cNvPr id="22552" name="Text Box 72">
                <a:extLst>
                  <a:ext uri="{FF2B5EF4-FFF2-40B4-BE49-F238E27FC236}">
                    <a16:creationId xmlns:a16="http://schemas.microsoft.com/office/drawing/2014/main" id="{3D9CEE9D-F5FA-61B3-339B-356F44D4E8F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65" y="329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>
                    <a:solidFill>
                      <a:srgbClr val="66FFFF"/>
                    </a:solidFill>
                  </a:rPr>
                  <a:t>3</a:t>
                </a:r>
              </a:p>
            </p:txBody>
          </p:sp>
          <p:sp>
            <p:nvSpPr>
              <p:cNvPr id="22553" name="Text Box 73">
                <a:extLst>
                  <a:ext uri="{FF2B5EF4-FFF2-40B4-BE49-F238E27FC236}">
                    <a16:creationId xmlns:a16="http://schemas.microsoft.com/office/drawing/2014/main" id="{96E77531-5E54-F123-B6C7-6A1092871C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60" y="3304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sz="2800">
                    <a:solidFill>
                      <a:srgbClr val="66FFFF"/>
                    </a:solidFill>
                  </a:rPr>
                  <a:t>4</a:t>
                </a:r>
              </a:p>
            </p:txBody>
          </p:sp>
          <p:sp>
            <p:nvSpPr>
              <p:cNvPr id="22554" name="Rectangle 74">
                <a:extLst>
                  <a:ext uri="{FF2B5EF4-FFF2-40B4-BE49-F238E27FC236}">
                    <a16:creationId xmlns:a16="http://schemas.microsoft.com/office/drawing/2014/main" id="{60289CF3-E358-6C6A-25EE-CFFF18902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607654">
                <a:off x="3940" y="2447"/>
                <a:ext cx="139" cy="82"/>
              </a:xfrm>
              <a:prstGeom prst="rect">
                <a:avLst/>
              </a:prstGeom>
              <a:solidFill>
                <a:srgbClr val="FF0000"/>
              </a:solidFill>
              <a:ln w="38100">
                <a:solidFill>
                  <a:srgbClr val="FFCCFF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endParaRPr lang="zh-CN" altLang="en-US"/>
              </a:p>
            </p:txBody>
          </p:sp>
          <p:graphicFrame>
            <p:nvGraphicFramePr>
              <p:cNvPr id="22555" name="Object 11">
                <a:extLst>
                  <a:ext uri="{FF2B5EF4-FFF2-40B4-BE49-F238E27FC236}">
                    <a16:creationId xmlns:a16="http://schemas.microsoft.com/office/drawing/2014/main" id="{0AC04E9D-07E1-E748-6B09-B644E61A03E5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784" y="2152"/>
              <a:ext cx="247" cy="247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0" imgW="373224" imgH="373574" progId="Equation.3">
                      <p:embed/>
                    </p:oleObj>
                  </mc:Choice>
                  <mc:Fallback>
                    <p:oleObj name="Equation" r:id="rId20" imgW="373224" imgH="373574" progId="Equation.3">
                      <p:embed/>
                      <p:pic>
                        <p:nvPicPr>
                          <p:cNvPr id="0" name="Object 11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1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84" y="2152"/>
                            <a:ext cx="247" cy="247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556" name="Group 76">
                <a:extLst>
                  <a:ext uri="{FF2B5EF4-FFF2-40B4-BE49-F238E27FC236}">
                    <a16:creationId xmlns:a16="http://schemas.microsoft.com/office/drawing/2014/main" id="{BDA6E99A-5916-7B98-8327-7F13357332B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928" y="2440"/>
                <a:ext cx="557" cy="879"/>
                <a:chOff x="3917" y="2660"/>
                <a:chExt cx="557" cy="879"/>
              </a:xfrm>
            </p:grpSpPr>
            <p:sp>
              <p:nvSpPr>
                <p:cNvPr id="22563" name="Line 77">
                  <a:extLst>
                    <a:ext uri="{FF2B5EF4-FFF2-40B4-BE49-F238E27FC236}">
                      <a16:creationId xmlns:a16="http://schemas.microsoft.com/office/drawing/2014/main" id="{3679BC95-0E3B-8CBD-C57B-EBE2FE75B9F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3917" y="2731"/>
                  <a:ext cx="557" cy="808"/>
                </a:xfrm>
                <a:prstGeom prst="line">
                  <a:avLst/>
                </a:prstGeom>
                <a:noFill/>
                <a:ln w="38100">
                  <a:solidFill>
                    <a:srgbClr val="CC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4" name="Line 78">
                  <a:extLst>
                    <a:ext uri="{FF2B5EF4-FFF2-40B4-BE49-F238E27FC236}">
                      <a16:creationId xmlns:a16="http://schemas.microsoft.com/office/drawing/2014/main" id="{54BC93D0-7D8D-5898-E859-2AE2B962EFA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4086" y="2660"/>
                  <a:ext cx="377" cy="879"/>
                </a:xfrm>
                <a:prstGeom prst="line">
                  <a:avLst/>
                </a:prstGeom>
                <a:noFill/>
                <a:ln w="38100">
                  <a:solidFill>
                    <a:srgbClr val="CCFFFF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5" name="Freeform 79">
                  <a:extLst>
                    <a:ext uri="{FF2B5EF4-FFF2-40B4-BE49-F238E27FC236}">
                      <a16:creationId xmlns:a16="http://schemas.microsoft.com/office/drawing/2014/main" id="{17823943-D81B-BC79-13BE-0AB794428C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4149" y="2997"/>
                  <a:ext cx="64" cy="54"/>
                </a:xfrm>
                <a:custGeom>
                  <a:avLst/>
                  <a:gdLst>
                    <a:gd name="T0" fmla="*/ 0 w 64"/>
                    <a:gd name="T1" fmla="*/ 54 h 54"/>
                    <a:gd name="T2" fmla="*/ 64 w 64"/>
                    <a:gd name="T3" fmla="*/ 0 h 54"/>
                    <a:gd name="T4" fmla="*/ 0 60000 65536"/>
                    <a:gd name="T5" fmla="*/ 0 60000 65536"/>
                    <a:gd name="T6" fmla="*/ 0 w 64"/>
                    <a:gd name="T7" fmla="*/ 0 h 54"/>
                    <a:gd name="T8" fmla="*/ 64 w 64"/>
                    <a:gd name="T9" fmla="*/ 54 h 54"/>
                  </a:gdLst>
                  <a:ahLst/>
                  <a:cxnLst>
                    <a:cxn ang="T4">
                      <a:pos x="T0" y="T1"/>
                    </a:cxn>
                    <a:cxn ang="T5">
                      <a:pos x="T2" y="T3"/>
                    </a:cxn>
                  </a:cxnLst>
                  <a:rect l="T6" t="T7" r="T8" b="T9"/>
                  <a:pathLst>
                    <a:path w="64" h="54">
                      <a:moveTo>
                        <a:pt x="0" y="54"/>
                      </a:moveTo>
                      <a:cubicBezTo>
                        <a:pt x="14" y="1"/>
                        <a:pt x="9" y="0"/>
                        <a:pt x="64" y="0"/>
                      </a:cubicBezTo>
                    </a:path>
                  </a:pathLst>
                </a:custGeom>
                <a:noFill/>
                <a:ln w="38100">
                  <a:solidFill>
                    <a:srgbClr val="FFFF00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aphicFrame>
            <p:nvGraphicFramePr>
              <p:cNvPr id="22557" name="Object 12">
                <a:extLst>
                  <a:ext uri="{FF2B5EF4-FFF2-40B4-BE49-F238E27FC236}">
                    <a16:creationId xmlns:a16="http://schemas.microsoft.com/office/drawing/2014/main" id="{0D552D4B-B3CC-8D88-FE6D-8B502F0168C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847" y="2791"/>
              <a:ext cx="288" cy="20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2" imgW="419007" imgH="297263" progId="Equation.3">
                      <p:embed/>
                    </p:oleObj>
                  </mc:Choice>
                  <mc:Fallback>
                    <p:oleObj name="Equation" r:id="rId22" imgW="419007" imgH="297263" progId="Equation.3">
                      <p:embed/>
                      <p:pic>
                        <p:nvPicPr>
                          <p:cNvPr id="0" name="Object 12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2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847" y="2791"/>
                            <a:ext cx="288" cy="205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pSp>
            <p:nvGrpSpPr>
              <p:cNvPr id="22558" name="Group 81">
                <a:extLst>
                  <a:ext uri="{FF2B5EF4-FFF2-40B4-BE49-F238E27FC236}">
                    <a16:creationId xmlns:a16="http://schemas.microsoft.com/office/drawing/2014/main" id="{2CB0B72D-D2D0-830B-807B-AEC443A4D4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9" y="2024"/>
                <a:ext cx="512" cy="661"/>
                <a:chOff x="4914" y="2368"/>
                <a:chExt cx="512" cy="661"/>
              </a:xfrm>
            </p:grpSpPr>
            <p:sp>
              <p:nvSpPr>
                <p:cNvPr id="22561" name="Freeform 82">
                  <a:extLst>
                    <a:ext uri="{FF2B5EF4-FFF2-40B4-BE49-F238E27FC236}">
                      <a16:creationId xmlns:a16="http://schemas.microsoft.com/office/drawing/2014/main" id="{42EF54CB-A17B-0E76-226F-8BF786D309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085" y="2699"/>
                  <a:ext cx="341" cy="330"/>
                </a:xfrm>
                <a:custGeom>
                  <a:avLst/>
                  <a:gdLst>
                    <a:gd name="T0" fmla="*/ 0 w 341"/>
                    <a:gd name="T1" fmla="*/ 0 h 330"/>
                    <a:gd name="T2" fmla="*/ 213 w 341"/>
                    <a:gd name="T3" fmla="*/ 106 h 330"/>
                    <a:gd name="T4" fmla="*/ 341 w 341"/>
                    <a:gd name="T5" fmla="*/ 330 h 330"/>
                    <a:gd name="T6" fmla="*/ 0 60000 65536"/>
                    <a:gd name="T7" fmla="*/ 0 60000 65536"/>
                    <a:gd name="T8" fmla="*/ 0 60000 65536"/>
                    <a:gd name="T9" fmla="*/ 0 w 341"/>
                    <a:gd name="T10" fmla="*/ 0 h 330"/>
                    <a:gd name="T11" fmla="*/ 341 w 341"/>
                    <a:gd name="T12" fmla="*/ 330 h 330"/>
                  </a:gdLst>
                  <a:ahLst/>
                  <a:cxnLst>
                    <a:cxn ang="T6">
                      <a:pos x="T0" y="T1"/>
                    </a:cxn>
                    <a:cxn ang="T7">
                      <a:pos x="T2" y="T3"/>
                    </a:cxn>
                    <a:cxn ang="T8">
                      <a:pos x="T4" y="T5"/>
                    </a:cxn>
                  </a:cxnLst>
                  <a:rect l="T9" t="T10" r="T11" b="T12"/>
                  <a:pathLst>
                    <a:path w="341" h="330">
                      <a:moveTo>
                        <a:pt x="0" y="0"/>
                      </a:moveTo>
                      <a:cubicBezTo>
                        <a:pt x="78" y="25"/>
                        <a:pt x="156" y="51"/>
                        <a:pt x="213" y="106"/>
                      </a:cubicBezTo>
                      <a:cubicBezTo>
                        <a:pt x="270" y="161"/>
                        <a:pt x="305" y="245"/>
                        <a:pt x="341" y="330"/>
                      </a:cubicBezTo>
                    </a:path>
                  </a:pathLst>
                </a:custGeom>
                <a:noFill/>
                <a:ln w="38100">
                  <a:solidFill>
                    <a:srgbClr val="66FFFF"/>
                  </a:solidFill>
                  <a:round/>
                  <a:headEnd type="triangle" w="med" len="med"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22562" name="Text Box 83">
                  <a:extLst>
                    <a:ext uri="{FF2B5EF4-FFF2-40B4-BE49-F238E27FC236}">
                      <a16:creationId xmlns:a16="http://schemas.microsoft.com/office/drawing/2014/main" id="{F14EE57D-427B-9B9B-0F4E-D193FD9F2F5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4914" y="2368"/>
                  <a:ext cx="248" cy="288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>
                  <a:spAutoFit/>
                </a:bodyPr>
                <a:lstStyle>
                  <a:lvl1pPr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1pPr>
                  <a:lvl2pPr marL="742950" indent="-28575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2pPr>
                  <a:lvl3pPr marL="11430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3pPr>
                  <a:lvl4pPr marL="16002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4pPr>
                  <a:lvl5pPr marL="2057400" indent="-228600"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 sz="2400" b="1">
                      <a:solidFill>
                        <a:schemeClr val="tx1"/>
                      </a:solidFill>
                      <a:latin typeface="Times New Roman" panose="02020603050405020304" pitchFamily="18" charset="0"/>
                      <a:ea typeface="宋体" panose="02010600030101010101" pitchFamily="2" charset="-122"/>
                    </a:defRPr>
                  </a:lvl9pPr>
                </a:lstStyle>
                <a:p>
                  <a:pPr algn="ctr" eaLnBrk="1" hangingPunct="1"/>
                  <a:r>
                    <a:rPr lang="en-US" altLang="zh-CN" i="1">
                      <a:solidFill>
                        <a:srgbClr val="66FFFF"/>
                      </a:solidFill>
                      <a:sym typeface="Symbol" panose="05050102010706020507" pitchFamily="18" charset="2"/>
                    </a:rPr>
                    <a:t></a:t>
                  </a:r>
                </a:p>
              </p:txBody>
            </p:sp>
          </p:grpSp>
          <p:sp>
            <p:nvSpPr>
              <p:cNvPr id="22559" name="Line 84">
                <a:extLst>
                  <a:ext uri="{FF2B5EF4-FFF2-40B4-BE49-F238E27FC236}">
                    <a16:creationId xmlns:a16="http://schemas.microsoft.com/office/drawing/2014/main" id="{236D9756-2003-EA8C-AB89-378D923358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542" y="2526"/>
                <a:ext cx="398" cy="266"/>
              </a:xfrm>
              <a:prstGeom prst="line">
                <a:avLst/>
              </a:prstGeom>
              <a:noFill/>
              <a:ln w="38100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aphicFrame>
            <p:nvGraphicFramePr>
              <p:cNvPr id="22560" name="Object 13">
                <a:extLst>
                  <a:ext uri="{FF2B5EF4-FFF2-40B4-BE49-F238E27FC236}">
                    <a16:creationId xmlns:a16="http://schemas.microsoft.com/office/drawing/2014/main" id="{A5C759FD-F39B-A66A-8A5D-A1F5247E6B21}"/>
                  </a:ext>
                </a:extLst>
              </p:cNvPr>
              <p:cNvGraphicFramePr>
                <a:graphicFrameLocks/>
              </p:cNvGraphicFramePr>
              <p:nvPr/>
            </p:nvGraphicFramePr>
            <p:xfrm>
              <a:off x="3400" y="2824"/>
              <a:ext cx="145" cy="184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4" imgW="205522" imgH="266839" progId="Equation.3">
                      <p:embed/>
                    </p:oleObj>
                  </mc:Choice>
                  <mc:Fallback>
                    <p:oleObj name="Equation" r:id="rId24" imgW="205522" imgH="266839" progId="Equation.3">
                      <p:embed/>
                      <p:pic>
                        <p:nvPicPr>
                          <p:cNvPr id="0" name="Object 13"/>
                          <p:cNvPicPr>
                            <a:picLocks noChangeArrowheads="1"/>
                          </p:cNvPicPr>
                          <p:nvPr/>
                        </p:nvPicPr>
                        <p:blipFill>
                          <a:blip r:embed="rId2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00" y="2824"/>
                            <a:ext cx="145" cy="184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9525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  <a:ext uri="{AF507438-7753-43E0-B8FC-AC1667EBCBE1}">
                              <a14:hiddenEffects xmlns:a14="http://schemas.microsoft.com/office/drawing/2010/main">
                                <a:effectLst>
                                  <a:outerShdw dist="35921" dir="2700000" algn="ctr" rotWithShape="0">
                                    <a:srgbClr val="808080"/>
                                  </a:outerShdw>
                                </a:effectLst>
                              </a14:hiddenEffects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  <p:sp>
          <p:nvSpPr>
            <p:cNvPr id="22549" name="Text Box 86">
              <a:extLst>
                <a:ext uri="{FF2B5EF4-FFF2-40B4-BE49-F238E27FC236}">
                  <a16:creationId xmlns:a16="http://schemas.microsoft.com/office/drawing/2014/main" id="{891BBCDF-F971-990D-66AA-183B80735F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56" y="2287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800">
                  <a:solidFill>
                    <a:srgbClr val="66FFFF"/>
                  </a:solidFill>
                </a:rPr>
                <a:t>2</a:t>
              </a:r>
            </a:p>
          </p:txBody>
        </p:sp>
      </p:grpSp>
      <p:grpSp>
        <p:nvGrpSpPr>
          <p:cNvPr id="8" name="Group 90">
            <a:extLst>
              <a:ext uri="{FF2B5EF4-FFF2-40B4-BE49-F238E27FC236}">
                <a16:creationId xmlns:a16="http://schemas.microsoft.com/office/drawing/2014/main" id="{9B657D18-CFE6-B18F-3882-9B522FC7E15A}"/>
              </a:ext>
            </a:extLst>
          </p:cNvPr>
          <p:cNvGrpSpPr>
            <a:grpSpLocks/>
          </p:cNvGrpSpPr>
          <p:nvPr/>
        </p:nvGrpSpPr>
        <p:grpSpPr bwMode="auto">
          <a:xfrm>
            <a:off x="7215188" y="2543175"/>
            <a:ext cx="381000" cy="381000"/>
            <a:chOff x="3731" y="531"/>
            <a:chExt cx="240" cy="240"/>
          </a:xfrm>
        </p:grpSpPr>
        <p:sp>
          <p:nvSpPr>
            <p:cNvPr id="22546" name="Oval 91">
              <a:extLst>
                <a:ext uri="{FF2B5EF4-FFF2-40B4-BE49-F238E27FC236}">
                  <a16:creationId xmlns:a16="http://schemas.microsoft.com/office/drawing/2014/main" id="{F4AA7ACD-1DC6-8FF4-2686-F4FEE1F63B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1" y="531"/>
              <a:ext cx="240" cy="240"/>
            </a:xfrm>
            <a:prstGeom prst="ellipse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22547" name="Oval 92">
              <a:extLst>
                <a:ext uri="{FF2B5EF4-FFF2-40B4-BE49-F238E27FC236}">
                  <a16:creationId xmlns:a16="http://schemas.microsoft.com/office/drawing/2014/main" id="{21CAF373-6FA6-2099-070F-EA4237AEDA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23" y="632"/>
              <a:ext cx="47" cy="47"/>
            </a:xfrm>
            <a:prstGeom prst="ellipse">
              <a:avLst/>
            </a:prstGeom>
            <a:solidFill>
              <a:srgbClr val="FF33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0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0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30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07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307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307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307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2000"/>
                                        <p:tgtEl>
                                          <p:spTgt spid="307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07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307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2000"/>
                                        <p:tgtEl>
                                          <p:spTgt spid="30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20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2000"/>
                                        <p:tgtEl>
                                          <p:spTgt spid="30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61" grpId="0" autoUpdateAnimBg="0"/>
      <p:bldP spid="30762" grpId="0" autoUpdateAnimBg="0"/>
      <p:bldP spid="30764" grpId="0" autoUpdateAnimBg="0"/>
      <p:bldP spid="30769" grpId="0" autoUpdateAnimBg="0"/>
      <p:bldP spid="30770" grpId="0" autoUpdateAnimBg="0"/>
    </p:bldLst>
  </p:timing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8443</TotalTime>
  <Words>791</Words>
  <Application>Microsoft Office PowerPoint</Application>
  <PresentationFormat>全屏显示(4:3)</PresentationFormat>
  <Paragraphs>225</Paragraphs>
  <Slides>20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30" baseType="lpstr">
      <vt:lpstr>黑体</vt:lpstr>
      <vt:lpstr>楷体_GB2312</vt:lpstr>
      <vt:lpstr>宋体</vt:lpstr>
      <vt:lpstr>Arial</vt:lpstr>
      <vt:lpstr>Symbol</vt:lpstr>
      <vt:lpstr>Times New Roman</vt:lpstr>
      <vt:lpstr>Wingdings</vt:lpstr>
      <vt:lpstr>默认设计模板</vt:lpstr>
      <vt:lpstr>公式</vt:lpstr>
      <vt:lpstr>Equation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xian jiaotong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Polarization of Light</dc:title>
  <dc:creator>zsm</dc:creator>
  <cp:lastModifiedBy>davidly .</cp:lastModifiedBy>
  <cp:revision>576</cp:revision>
  <dcterms:created xsi:type="dcterms:W3CDTF">1998-11-21T01:35:42Z</dcterms:created>
  <dcterms:modified xsi:type="dcterms:W3CDTF">2025-05-13T14:45:32Z</dcterms:modified>
</cp:coreProperties>
</file>