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946" r:id="rId2"/>
  </p:sldMasterIdLst>
  <p:notesMasterIdLst>
    <p:notesMasterId r:id="rId31"/>
  </p:notesMasterIdLst>
  <p:handoutMasterIdLst>
    <p:handoutMasterId r:id="rId32"/>
  </p:handoutMasterIdLst>
  <p:sldIdLst>
    <p:sldId id="508" r:id="rId3"/>
    <p:sldId id="587" r:id="rId4"/>
    <p:sldId id="455" r:id="rId5"/>
    <p:sldId id="578" r:id="rId6"/>
    <p:sldId id="579" r:id="rId7"/>
    <p:sldId id="496" r:id="rId8"/>
    <p:sldId id="509" r:id="rId9"/>
    <p:sldId id="491" r:id="rId10"/>
    <p:sldId id="479" r:id="rId11"/>
    <p:sldId id="361" r:id="rId12"/>
    <p:sldId id="362" r:id="rId13"/>
    <p:sldId id="363" r:id="rId14"/>
    <p:sldId id="501" r:id="rId15"/>
    <p:sldId id="502" r:id="rId16"/>
    <p:sldId id="503" r:id="rId17"/>
    <p:sldId id="473" r:id="rId18"/>
    <p:sldId id="474" r:id="rId19"/>
    <p:sldId id="475" r:id="rId20"/>
    <p:sldId id="372" r:id="rId21"/>
    <p:sldId id="514" r:id="rId22"/>
    <p:sldId id="515" r:id="rId23"/>
    <p:sldId id="367" r:id="rId24"/>
    <p:sldId id="371" r:id="rId25"/>
    <p:sldId id="373" r:id="rId26"/>
    <p:sldId id="374" r:id="rId27"/>
    <p:sldId id="375" r:id="rId28"/>
    <p:sldId id="376" r:id="rId29"/>
    <p:sldId id="377" r:id="rId3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>
          <p15:clr>
            <a:srgbClr val="A4A3A4"/>
          </p15:clr>
        </p15:guide>
        <p15:guide id="2" pos="5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CC"/>
    <a:srgbClr val="5C96A4"/>
    <a:srgbClr val="48ABB8"/>
    <a:srgbClr val="33CCCC"/>
    <a:srgbClr val="006699"/>
    <a:srgbClr val="336699"/>
    <a:srgbClr val="FFCC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43" autoAdjust="0"/>
    <p:restoredTop sz="94830" autoAdjust="0"/>
  </p:normalViewPr>
  <p:slideViewPr>
    <p:cSldViewPr showGuides="1">
      <p:cViewPr varScale="1">
        <p:scale>
          <a:sx n="83" d="100"/>
          <a:sy n="83" d="100"/>
        </p:scale>
        <p:origin x="1718" y="62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42879D1D-0005-4BA9-6AA9-1404F7CE70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560656BB-AC57-34A3-75AE-01D170818C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>
            <a:extLst>
              <a:ext uri="{FF2B5EF4-FFF2-40B4-BE49-F238E27FC236}">
                <a16:creationId xmlns:a16="http://schemas.microsoft.com/office/drawing/2014/main" id="{C1C3CA3E-C92E-65E3-6761-AB26CE7E8CB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>
            <a:extLst>
              <a:ext uri="{FF2B5EF4-FFF2-40B4-BE49-F238E27FC236}">
                <a16:creationId xmlns:a16="http://schemas.microsoft.com/office/drawing/2014/main" id="{50E6DE30-8B25-91D8-8918-DABFE08D7AB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/>
            </a:lvl1pPr>
          </a:lstStyle>
          <a:p>
            <a:pPr>
              <a:defRPr/>
            </a:pPr>
            <a:fld id="{A56D464C-CC36-4076-AEF7-F2CD7EAB72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79EEE4F6-1BB5-400D-6086-DF7CAEE72E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BB46168C-476D-21F4-D7B8-3A0A4608E6B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250DB511-9730-2304-2A4D-2DB258394EC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>
            <a:extLst>
              <a:ext uri="{FF2B5EF4-FFF2-40B4-BE49-F238E27FC236}">
                <a16:creationId xmlns:a16="http://schemas.microsoft.com/office/drawing/2014/main" id="{7BFB20F0-DAC8-C629-1BF2-215701464BE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>
            <a:extLst>
              <a:ext uri="{FF2B5EF4-FFF2-40B4-BE49-F238E27FC236}">
                <a16:creationId xmlns:a16="http://schemas.microsoft.com/office/drawing/2014/main" id="{0834CF92-F51A-CA55-1012-FCD43C10F8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1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>
            <a:extLst>
              <a:ext uri="{FF2B5EF4-FFF2-40B4-BE49-F238E27FC236}">
                <a16:creationId xmlns:a16="http://schemas.microsoft.com/office/drawing/2014/main" id="{B7692154-0BDD-1543-74B1-4269D501B2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/>
            </a:lvl1pPr>
          </a:lstStyle>
          <a:p>
            <a:pPr>
              <a:defRPr/>
            </a:pPr>
            <a:fld id="{993113AA-052F-4258-BAA9-894B2B0007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703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0211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1642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9270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06058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3315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12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268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2757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8618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84758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4A284796-66BA-E024-57E8-3E821962285C}"/>
              </a:ext>
            </a:extLst>
          </p:cNvPr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C9FBAB45-55DA-87BE-3877-A6A7F7168369}"/>
              </a:ext>
            </a:extLst>
          </p:cNvPr>
          <p:cNvSpPr/>
          <p:nvPr/>
        </p:nvSpPr>
        <p:spPr>
          <a:xfrm>
            <a:off x="4763" y="0"/>
            <a:ext cx="9139237" cy="4572000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7">
            <a:extLst>
              <a:ext uri="{FF2B5EF4-FFF2-40B4-BE49-F238E27FC236}">
                <a16:creationId xmlns:a16="http://schemas.microsoft.com/office/drawing/2014/main" id="{9B565155-F6E4-53A4-3043-8250AE2BE140}"/>
              </a:ext>
            </a:extLst>
          </p:cNvPr>
          <p:cNvCxnSpPr/>
          <p:nvPr/>
        </p:nvCxnSpPr>
        <p:spPr>
          <a:xfrm flipV="1">
            <a:off x="6289675" y="526415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/>
          <a:lstStyle>
            <a:lvl1pPr algn="r">
              <a:defRPr sz="44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28337F8-ED55-AB5A-0198-BF59D69E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AAE3D84-061D-4453-A1EC-77C6078CAFDA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D18972-727D-3647-DB4F-9002CD67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28082E-105A-D9C0-C9C3-6476E6C2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76923-A647-4760-82B4-D21B41D05D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569230"/>
      </p:ext>
    </p:extLst>
  </p:cSld>
  <p:clrMapOvr>
    <a:masterClrMapping/>
  </p:clrMapOvr>
  <p:transition>
    <p:dissolve/>
    <p:sndAc>
      <p:stSnd>
        <p:snd r:embed="rId1" name="chimes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BEEA-63FD-1658-246B-C7389D1C1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74FB2-DD0A-4536-A592-E82E6D7F76BE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6D064-3845-1A36-1031-70412FB4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3091-7A3F-483D-F7E1-6886BFCA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FF6E7-ABB1-4E25-A1A4-1B714BE7EA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490432"/>
      </p:ext>
    </p:extLst>
  </p:cSld>
  <p:clrMapOvr>
    <a:masterClrMapping/>
  </p:clrMapOvr>
  <p:transition>
    <p:dissolve/>
    <p:sndAc>
      <p:stSnd>
        <p:snd r:embed="rId1" name="chimes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5A9250B8-9E57-09EE-4A43-97C5BE1F7194}"/>
              </a:ext>
            </a:extLst>
          </p:cNvPr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reeform 10">
            <a:extLst>
              <a:ext uri="{FF2B5EF4-FFF2-40B4-BE49-F238E27FC236}">
                <a16:creationId xmlns:a16="http://schemas.microsoft.com/office/drawing/2014/main" id="{C1365AF9-9902-6877-AEC0-0C8B411CD505}"/>
              </a:ext>
            </a:extLst>
          </p:cNvPr>
          <p:cNvSpPr/>
          <p:nvPr/>
        </p:nvSpPr>
        <p:spPr>
          <a:xfrm>
            <a:off x="4763" y="0"/>
            <a:ext cx="9139237" cy="4572000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7">
            <a:extLst>
              <a:ext uri="{FF2B5EF4-FFF2-40B4-BE49-F238E27FC236}">
                <a16:creationId xmlns:a16="http://schemas.microsoft.com/office/drawing/2014/main" id="{B76BD9BA-14DD-3E79-842B-3B16D7BADCF2}"/>
              </a:ext>
            </a:extLst>
          </p:cNvPr>
          <p:cNvCxnSpPr/>
          <p:nvPr/>
        </p:nvCxnSpPr>
        <p:spPr>
          <a:xfrm flipV="1">
            <a:off x="6289675" y="526415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/>
          <a:lstStyle>
            <a:lvl1pPr algn="r">
              <a:defRPr sz="44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79E2897-A852-EC51-783B-03AF2E8C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369CC-2135-48B0-9F9A-E09384D70CD0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C504504-8E84-3434-CAB7-36BD7FBB6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A25D402-8743-624E-6E66-1B61AF2D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A7A76-F533-4056-B39C-D4C0268F5B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22728"/>
      </p:ext>
    </p:extLst>
  </p:cSld>
  <p:clrMapOvr>
    <a:masterClrMapping/>
  </p:clrMapOvr>
  <p:transition>
    <p:dissolve/>
    <p:sndAc>
      <p:stSnd>
        <p:snd r:embed="rId1" name="chimes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FA50163-8E76-83CA-0042-004E6582E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14AFF-7B66-46F2-87AA-9D1D85FF4AA6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0ABA2EB-139B-BAA7-3360-46F0097D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E629B-A139-14EC-AE40-62C3FB96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D1C6B-A140-4DA5-B81C-A10E370774A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280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A673EB7-4E1C-BEBD-EAB0-48496E35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2DAC6-B4C7-4C37-8A87-E781473E57F2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6F614ED-DB27-62A1-54D5-C09E89F0E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54935C5-626E-2AF3-DAB8-48F694F3A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A42408-2788-4FB1-8095-DC7B1703C9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905174"/>
      </p:ext>
    </p:extLst>
  </p:cSld>
  <p:clrMapOvr>
    <a:masterClrMapping/>
  </p:clrMapOvr>
  <p:transition>
    <p:dissolve/>
    <p:sndAc>
      <p:stSnd>
        <p:snd r:embed="rId1" name="chimes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E0F932-E81F-EB25-5817-12EDFEB2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625B6-2545-4569-9AE5-F7C55FE331CE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20A8BAC-895C-67BA-9189-CB687681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EB2497-D6DC-F103-3324-DA92F839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108A1-B497-40F9-9D16-6EBE8E6505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083548"/>
      </p:ext>
    </p:extLst>
  </p:cSld>
  <p:clrMapOvr>
    <a:masterClrMapping/>
  </p:clrMapOvr>
  <p:transition>
    <p:dissolve/>
    <p:sndAc>
      <p:stSnd>
        <p:snd r:embed="rId1" name="chimes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E0E64-93CB-61F4-8FFB-8A8B03DA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5A269-0E91-4837-96E1-4E90BE022D31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BC8E10-5F1C-2108-27BC-90D2C79D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36A08-3D76-37CA-6361-EFC53A2F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9533FD-38E0-4BF1-89BE-C73FCAD588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745802"/>
      </p:ext>
    </p:extLst>
  </p:cSld>
  <p:clrMapOvr>
    <a:masterClrMapping/>
  </p:clrMapOvr>
  <p:transition>
    <p:dissolve/>
    <p:sndAc>
      <p:stSnd>
        <p:snd r:embed="rId1" name="chimes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A3566B5-5B99-B42E-D438-AE14B015F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55E70-5D2A-4605-B797-31C49337E709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1B898-2BFA-C87C-9F39-5A822434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2C521-AF85-D8A8-5CC8-09DA2FECE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6F8D4-D055-4CB8-817B-C3E9A199FB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741404"/>
      </p:ext>
    </p:extLst>
  </p:cSld>
  <p:clrMapOvr>
    <a:masterClrMapping/>
  </p:clrMapOvr>
  <p:transition>
    <p:dissolve/>
    <p:sndAc>
      <p:stSnd>
        <p:snd r:embed="rId1" name="chimes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CA8EB1DC-EBF5-72F1-C893-581CDDAD081F}"/>
              </a:ext>
            </a:extLst>
          </p:cNvPr>
          <p:cNvCxnSpPr/>
          <p:nvPr/>
        </p:nvCxnSpPr>
        <p:spPr>
          <a:xfrm flipV="1">
            <a:off x="6289675" y="5264150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/>
          <a:lstStyle>
            <a:lvl1pPr algn="r">
              <a:defRPr sz="44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85AFCAA-3405-36CF-989C-03BD148F2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45363-0767-489A-BDC2-3FBD4E49494F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2B480A9-3DD6-3672-0675-50DB3321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A501167-BB8C-59C6-5A35-7268E471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BF6E7-8343-4C2E-9ED6-AE1C63CC13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617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B09B8-A835-046F-7F91-883B173A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AE5D6-1722-4C5B-B495-0DC2A15A056A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082DE-A61E-543F-67EE-E1D7AE49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6DD77-03FD-1018-3049-871296F41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2C930E-1DB5-4A5F-9DCE-FEF37BD0BD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881058"/>
      </p:ext>
    </p:extLst>
  </p:cSld>
  <p:clrMapOvr>
    <a:masterClrMapping/>
  </p:clrMapOvr>
  <p:transition>
    <p:dissolve/>
    <p:sndAc>
      <p:stSnd>
        <p:snd r:embed="rId1" name="chimes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5FDFE79B-93EB-1026-E13E-0DF28346CDFB}"/>
              </a:ext>
            </a:extLst>
          </p:cNvPr>
          <p:cNvCxnSpPr/>
          <p:nvPr/>
        </p:nvCxnSpPr>
        <p:spPr>
          <a:xfrm rot="5400000" flipV="1">
            <a:off x="7543800" y="173038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5958F5-9642-6A92-CA83-DD6CC9ED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AEC9F8-88A1-4766-9AF0-A5F10B65BD0F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3FCBC00-0312-74ED-7C7E-CB417129C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2D06B7-4408-9715-AE22-007B4A8C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7D73F2-BAE9-425B-B499-FB2C20EE32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288785"/>
      </p:ext>
    </p:extLst>
  </p:cSld>
  <p:clrMapOvr>
    <a:masterClrMapping/>
  </p:clrMapOvr>
  <p:transition>
    <p:dissolve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>
            <a:extLst>
              <a:ext uri="{FF2B5EF4-FFF2-40B4-BE49-F238E27FC236}">
                <a16:creationId xmlns:a16="http://schemas.microsoft.com/office/drawing/2014/main" id="{86DD1F7C-B651-C96D-0FED-ED2EB28AA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76B18E60-FD04-27DB-8231-8E1227819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5DBF3-DA84-A62A-543D-ECD63C545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585788"/>
            <a:ext cx="7289800" cy="1498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3E8D3AB1-282B-EC17-139B-7DF1451AA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2286000"/>
            <a:ext cx="7289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95828-74D1-2590-D446-C8B1242DD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350" y="6470650"/>
            <a:ext cx="1616075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635608F9-EDB8-4A48-B02D-3790C7BB361E}" type="datetimeFigureOut">
              <a:rPr lang="en-US"/>
              <a:pPr>
                <a:defRPr/>
              </a:pPr>
              <a:t>5/7/2025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5E326-BB3C-8F9B-307B-72379ABEC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2200" y="6470650"/>
            <a:ext cx="442595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0E287-235B-F727-E797-9E28BDDAB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28000" y="6470650"/>
            <a:ext cx="73025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1E240191-B144-45CD-AD13-57F2982B77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C54DF-AD7D-4A30-BF7A-4F6E9DA4756F}"/>
              </a:ext>
            </a:extLst>
          </p:cNvPr>
          <p:cNvCxnSpPr/>
          <p:nvPr/>
        </p:nvCxnSpPr>
        <p:spPr>
          <a:xfrm flipV="1">
            <a:off x="571500" y="827088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6" name="Rectangle 5">
            <a:extLst>
              <a:ext uri="{FF2B5EF4-FFF2-40B4-BE49-F238E27FC236}">
                <a16:creationId xmlns:a16="http://schemas.microsoft.com/office/drawing/2014/main" id="{F61A48AC-D367-AE30-E939-BB75BDA717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6063" y="188913"/>
            <a:ext cx="8616950" cy="5794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200" b="1">
                <a:solidFill>
                  <a:srgbClr val="CC0000"/>
                </a:solidFill>
                <a:latin typeface="宋体" panose="02010600030101010101" pitchFamily="2" charset="-122"/>
              </a:rPr>
              <a:t>第十章 静电场中的导体与电介质  </a:t>
            </a:r>
            <a:r>
              <a:rPr lang="zh-CN" altLang="en-US" b="1">
                <a:solidFill>
                  <a:srgbClr val="0000CC"/>
                </a:solidFill>
                <a:latin typeface="宋体" panose="02010600030101010101" pitchFamily="2" charset="-122"/>
              </a:rPr>
              <a:t>课后练习十九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8" r:id="rId1"/>
    <p:sldLayoutId id="2147484249" r:id="rId2"/>
    <p:sldLayoutId id="2147484250" r:id="rId3"/>
    <p:sldLayoutId id="2147484214" r:id="rId4"/>
    <p:sldLayoutId id="2147484251" r:id="rId5"/>
    <p:sldLayoutId id="2147484252" r:id="rId6"/>
    <p:sldLayoutId id="2147484253" r:id="rId7"/>
    <p:sldLayoutId id="2147484254" r:id="rId8"/>
    <p:sldLayoutId id="2147484255" r:id="rId9"/>
    <p:sldLayoutId id="2147484256" r:id="rId10"/>
    <p:sldLayoutId id="2147484257" r:id="rId11"/>
  </p:sldLayoutIdLst>
  <p:transition>
    <p:dissolve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 kern="1200" cap="all" spc="100">
          <a:solidFill>
            <a:srgbClr val="0D0D0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4020202020204" pitchFamily="34" charset="0"/>
          <a:ea typeface="华文仿宋" panose="02010600040101010101" pitchFamily="2" charset="-122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4020202020204" pitchFamily="34" charset="0"/>
          <a:ea typeface="华文仿宋" panose="02010600040101010101" pitchFamily="2" charset="-122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4020202020204" pitchFamily="34" charset="0"/>
          <a:ea typeface="华文仿宋" panose="02010600040101010101" pitchFamily="2" charset="-122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4020202020204" pitchFamily="34" charset="0"/>
          <a:ea typeface="华文仿宋" panose="02010600040101010101" pitchFamily="2" charset="-122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4020202020204" pitchFamily="34" charset="0"/>
          <a:ea typeface="华文仿宋" panose="02010600040101010101" pitchFamily="2" charset="-122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4020202020204" pitchFamily="34" charset="0"/>
          <a:ea typeface="华文仿宋" panose="02010600040101010101" pitchFamily="2" charset="-122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4020202020204" pitchFamily="34" charset="0"/>
          <a:ea typeface="华文仿宋" panose="02010600040101010101" pitchFamily="2" charset="-122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4400">
          <a:solidFill>
            <a:srgbClr val="0D0D0D"/>
          </a:solidFill>
          <a:latin typeface="Tw Cen MT Condensed" panose="020B0604020202020204" pitchFamily="34" charset="0"/>
          <a:ea typeface="华文仿宋" panose="02010600040101010101" pitchFamily="2" charset="-122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13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82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7675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82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3725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82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6288" indent="-136525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82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4.emf"/><Relationship Id="rId7" Type="http://schemas.openxmlformats.org/officeDocument/2006/relationships/image" Target="../media/image16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23.emf"/><Relationship Id="rId18" Type="http://schemas.openxmlformats.org/officeDocument/2006/relationships/oleObject" Target="../embeddings/oleObject20.bin"/><Relationship Id="rId3" Type="http://schemas.openxmlformats.org/officeDocument/2006/relationships/image" Target="../media/image18.emf"/><Relationship Id="rId21" Type="http://schemas.openxmlformats.org/officeDocument/2006/relationships/image" Target="../media/image27.emf"/><Relationship Id="rId7" Type="http://schemas.openxmlformats.org/officeDocument/2006/relationships/image" Target="../media/image20.e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5.emf"/><Relationship Id="rId25" Type="http://schemas.openxmlformats.org/officeDocument/2006/relationships/image" Target="../media/image29.e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2.emf"/><Relationship Id="rId24" Type="http://schemas.openxmlformats.org/officeDocument/2006/relationships/oleObject" Target="../embeddings/oleObject23.bin"/><Relationship Id="rId5" Type="http://schemas.openxmlformats.org/officeDocument/2006/relationships/image" Target="../media/image19.emf"/><Relationship Id="rId15" Type="http://schemas.openxmlformats.org/officeDocument/2006/relationships/image" Target="../media/image24.emf"/><Relationship Id="rId23" Type="http://schemas.openxmlformats.org/officeDocument/2006/relationships/image" Target="../media/image28.emf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26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1.emf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5.emf"/><Relationship Id="rId18" Type="http://schemas.openxmlformats.org/officeDocument/2006/relationships/oleObject" Target="../embeddings/oleObject32.bin"/><Relationship Id="rId26" Type="http://schemas.openxmlformats.org/officeDocument/2006/relationships/oleObject" Target="../embeddings/oleObject36.bin"/><Relationship Id="rId3" Type="http://schemas.openxmlformats.org/officeDocument/2006/relationships/image" Target="../media/image30.emf"/><Relationship Id="rId21" Type="http://schemas.openxmlformats.org/officeDocument/2006/relationships/image" Target="../media/image39.emf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7.emf"/><Relationship Id="rId25" Type="http://schemas.openxmlformats.org/officeDocument/2006/relationships/image" Target="../media/image41.emf"/><Relationship Id="rId33" Type="http://schemas.openxmlformats.org/officeDocument/2006/relationships/image" Target="../media/image45.emf"/><Relationship Id="rId2" Type="http://schemas.openxmlformats.org/officeDocument/2006/relationships/oleObject" Target="../embeddings/oleObject24.bin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29" Type="http://schemas.openxmlformats.org/officeDocument/2006/relationships/image" Target="../media/image4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4.emf"/><Relationship Id="rId24" Type="http://schemas.openxmlformats.org/officeDocument/2006/relationships/oleObject" Target="../embeddings/oleObject35.bin"/><Relationship Id="rId32" Type="http://schemas.openxmlformats.org/officeDocument/2006/relationships/oleObject" Target="../embeddings/oleObject39.bin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23" Type="http://schemas.openxmlformats.org/officeDocument/2006/relationships/image" Target="../media/image40.emf"/><Relationship Id="rId28" Type="http://schemas.openxmlformats.org/officeDocument/2006/relationships/oleObject" Target="../embeddings/oleObject37.bin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8.emf"/><Relationship Id="rId31" Type="http://schemas.openxmlformats.org/officeDocument/2006/relationships/image" Target="../media/image44.e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Relationship Id="rId27" Type="http://schemas.openxmlformats.org/officeDocument/2006/relationships/image" Target="../media/image42.emf"/><Relationship Id="rId30" Type="http://schemas.openxmlformats.org/officeDocument/2006/relationships/oleObject" Target="../embeddings/oleObject3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51.emf"/><Relationship Id="rId3" Type="http://schemas.openxmlformats.org/officeDocument/2006/relationships/image" Target="../media/image46.emf"/><Relationship Id="rId7" Type="http://schemas.openxmlformats.org/officeDocument/2006/relationships/image" Target="../media/image48.e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53.emf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50.emf"/><Relationship Id="rId5" Type="http://schemas.openxmlformats.org/officeDocument/2006/relationships/image" Target="../media/image47.emf"/><Relationship Id="rId15" Type="http://schemas.openxmlformats.org/officeDocument/2006/relationships/image" Target="../media/image52.e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9.emf"/><Relationship Id="rId14" Type="http://schemas.openxmlformats.org/officeDocument/2006/relationships/oleObject" Target="../embeddings/oleObject4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oleObject" Target="../embeddings/oleObject53.bin"/><Relationship Id="rId18" Type="http://schemas.openxmlformats.org/officeDocument/2006/relationships/oleObject" Target="../embeddings/oleObject55.bin"/><Relationship Id="rId26" Type="http://schemas.openxmlformats.org/officeDocument/2006/relationships/oleObject" Target="../embeddings/oleObject59.bin"/><Relationship Id="rId39" Type="http://schemas.openxmlformats.org/officeDocument/2006/relationships/image" Target="../media/image73.emf"/><Relationship Id="rId3" Type="http://schemas.openxmlformats.org/officeDocument/2006/relationships/image" Target="../media/image54.emf"/><Relationship Id="rId21" Type="http://schemas.openxmlformats.org/officeDocument/2006/relationships/image" Target="../media/image64.emf"/><Relationship Id="rId34" Type="http://schemas.openxmlformats.org/officeDocument/2006/relationships/oleObject" Target="../embeddings/oleObject63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9.emf"/><Relationship Id="rId17" Type="http://schemas.openxmlformats.org/officeDocument/2006/relationships/image" Target="../media/image62.emf"/><Relationship Id="rId25" Type="http://schemas.openxmlformats.org/officeDocument/2006/relationships/image" Target="../media/image66.emf"/><Relationship Id="rId33" Type="http://schemas.openxmlformats.org/officeDocument/2006/relationships/image" Target="../media/image70.emf"/><Relationship Id="rId38" Type="http://schemas.openxmlformats.org/officeDocument/2006/relationships/oleObject" Target="../embeddings/oleObject65.bin"/><Relationship Id="rId2" Type="http://schemas.openxmlformats.org/officeDocument/2006/relationships/oleObject" Target="../embeddings/oleObject48.bin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29" Type="http://schemas.openxmlformats.org/officeDocument/2006/relationships/image" Target="../media/image6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oleObject" Target="../embeddings/oleObject52.bin"/><Relationship Id="rId24" Type="http://schemas.openxmlformats.org/officeDocument/2006/relationships/oleObject" Target="../embeddings/oleObject58.bin"/><Relationship Id="rId32" Type="http://schemas.openxmlformats.org/officeDocument/2006/relationships/oleObject" Target="../embeddings/oleObject62.bin"/><Relationship Id="rId37" Type="http://schemas.openxmlformats.org/officeDocument/2006/relationships/image" Target="../media/image72.emf"/><Relationship Id="rId40" Type="http://schemas.openxmlformats.org/officeDocument/2006/relationships/image" Target="../media/image74.emf"/><Relationship Id="rId5" Type="http://schemas.openxmlformats.org/officeDocument/2006/relationships/image" Target="../media/image55.emf"/><Relationship Id="rId15" Type="http://schemas.openxmlformats.org/officeDocument/2006/relationships/image" Target="../media/image61.emf"/><Relationship Id="rId23" Type="http://schemas.openxmlformats.org/officeDocument/2006/relationships/image" Target="../media/image65.emf"/><Relationship Id="rId28" Type="http://schemas.openxmlformats.org/officeDocument/2006/relationships/oleObject" Target="../embeddings/oleObject60.bin"/><Relationship Id="rId36" Type="http://schemas.openxmlformats.org/officeDocument/2006/relationships/oleObject" Target="../embeddings/oleObject64.bin"/><Relationship Id="rId10" Type="http://schemas.openxmlformats.org/officeDocument/2006/relationships/image" Target="../media/image58.emf"/><Relationship Id="rId19" Type="http://schemas.openxmlformats.org/officeDocument/2006/relationships/image" Target="../media/image63.emf"/><Relationship Id="rId31" Type="http://schemas.openxmlformats.org/officeDocument/2006/relationships/image" Target="../media/image69.emf"/><Relationship Id="rId4" Type="http://schemas.openxmlformats.org/officeDocument/2006/relationships/oleObject" Target="../embeddings/oleObject49.bin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60.emf"/><Relationship Id="rId22" Type="http://schemas.openxmlformats.org/officeDocument/2006/relationships/oleObject" Target="../embeddings/oleObject57.bin"/><Relationship Id="rId27" Type="http://schemas.openxmlformats.org/officeDocument/2006/relationships/image" Target="../media/image67.emf"/><Relationship Id="rId30" Type="http://schemas.openxmlformats.org/officeDocument/2006/relationships/oleObject" Target="../embeddings/oleObject61.bin"/><Relationship Id="rId35" Type="http://schemas.openxmlformats.org/officeDocument/2006/relationships/image" Target="../media/image7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80.emf"/><Relationship Id="rId3" Type="http://schemas.openxmlformats.org/officeDocument/2006/relationships/image" Target="../media/image75.emf"/><Relationship Id="rId7" Type="http://schemas.openxmlformats.org/officeDocument/2006/relationships/image" Target="../media/image77.e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82.emf"/><Relationship Id="rId2" Type="http://schemas.openxmlformats.org/officeDocument/2006/relationships/oleObject" Target="../embeddings/oleObject66.bin"/><Relationship Id="rId16" Type="http://schemas.openxmlformats.org/officeDocument/2006/relationships/oleObject" Target="../embeddings/oleObject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79.emf"/><Relationship Id="rId5" Type="http://schemas.openxmlformats.org/officeDocument/2006/relationships/image" Target="../media/image76.emf"/><Relationship Id="rId15" Type="http://schemas.openxmlformats.org/officeDocument/2006/relationships/image" Target="../media/image81.e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78.emf"/><Relationship Id="rId14" Type="http://schemas.openxmlformats.org/officeDocument/2006/relationships/oleObject" Target="../embeddings/oleObject7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88.emf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6.bin"/><Relationship Id="rId3" Type="http://schemas.openxmlformats.org/officeDocument/2006/relationships/image" Target="../media/image83.emf"/><Relationship Id="rId21" Type="http://schemas.openxmlformats.org/officeDocument/2006/relationships/image" Target="../media/image92.emf"/><Relationship Id="rId7" Type="http://schemas.openxmlformats.org/officeDocument/2006/relationships/image" Target="../media/image85.emf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90.emf"/><Relationship Id="rId25" Type="http://schemas.openxmlformats.org/officeDocument/2006/relationships/image" Target="../media/image94.emf"/><Relationship Id="rId2" Type="http://schemas.openxmlformats.org/officeDocument/2006/relationships/oleObject" Target="../embeddings/oleObject74.bin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87.emf"/><Relationship Id="rId24" Type="http://schemas.openxmlformats.org/officeDocument/2006/relationships/oleObject" Target="../embeddings/oleObject85.bin"/><Relationship Id="rId5" Type="http://schemas.openxmlformats.org/officeDocument/2006/relationships/image" Target="../media/image84.emf"/><Relationship Id="rId15" Type="http://schemas.openxmlformats.org/officeDocument/2006/relationships/image" Target="../media/image89.emf"/><Relationship Id="rId23" Type="http://schemas.openxmlformats.org/officeDocument/2006/relationships/image" Target="../media/image93.emf"/><Relationship Id="rId28" Type="http://schemas.openxmlformats.org/officeDocument/2006/relationships/image" Target="../media/image96.emf"/><Relationship Id="rId10" Type="http://schemas.openxmlformats.org/officeDocument/2006/relationships/oleObject" Target="../embeddings/oleObject78.bin"/><Relationship Id="rId19" Type="http://schemas.openxmlformats.org/officeDocument/2006/relationships/image" Target="../media/image91.e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6.emf"/><Relationship Id="rId14" Type="http://schemas.openxmlformats.org/officeDocument/2006/relationships/oleObject" Target="../embeddings/oleObject80.bin"/><Relationship Id="rId22" Type="http://schemas.openxmlformats.org/officeDocument/2006/relationships/oleObject" Target="../embeddings/oleObject84.bin"/><Relationship Id="rId27" Type="http://schemas.openxmlformats.org/officeDocument/2006/relationships/image" Target="../media/image95.e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2.emf"/><Relationship Id="rId18" Type="http://schemas.openxmlformats.org/officeDocument/2006/relationships/oleObject" Target="../embeddings/oleObject95.bin"/><Relationship Id="rId26" Type="http://schemas.openxmlformats.org/officeDocument/2006/relationships/oleObject" Target="../embeddings/oleObject99.bin"/><Relationship Id="rId39" Type="http://schemas.openxmlformats.org/officeDocument/2006/relationships/image" Target="../media/image115.emf"/><Relationship Id="rId3" Type="http://schemas.openxmlformats.org/officeDocument/2006/relationships/image" Target="../media/image97.emf"/><Relationship Id="rId21" Type="http://schemas.openxmlformats.org/officeDocument/2006/relationships/image" Target="../media/image106.emf"/><Relationship Id="rId34" Type="http://schemas.openxmlformats.org/officeDocument/2006/relationships/oleObject" Target="../embeddings/oleObject103.bin"/><Relationship Id="rId42" Type="http://schemas.openxmlformats.org/officeDocument/2006/relationships/oleObject" Target="../embeddings/oleObject107.bin"/><Relationship Id="rId47" Type="http://schemas.openxmlformats.org/officeDocument/2006/relationships/image" Target="../media/image119.emf"/><Relationship Id="rId7" Type="http://schemas.openxmlformats.org/officeDocument/2006/relationships/image" Target="../media/image99.e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104.emf"/><Relationship Id="rId25" Type="http://schemas.openxmlformats.org/officeDocument/2006/relationships/image" Target="../media/image108.emf"/><Relationship Id="rId33" Type="http://schemas.openxmlformats.org/officeDocument/2006/relationships/image" Target="../media/image112.emf"/><Relationship Id="rId38" Type="http://schemas.openxmlformats.org/officeDocument/2006/relationships/oleObject" Target="../embeddings/oleObject105.bin"/><Relationship Id="rId46" Type="http://schemas.openxmlformats.org/officeDocument/2006/relationships/oleObject" Target="../embeddings/oleObject109.bin"/><Relationship Id="rId2" Type="http://schemas.openxmlformats.org/officeDocument/2006/relationships/oleObject" Target="../embeddings/oleObject87.bin"/><Relationship Id="rId16" Type="http://schemas.openxmlformats.org/officeDocument/2006/relationships/oleObject" Target="../embeddings/oleObject94.bin"/><Relationship Id="rId20" Type="http://schemas.openxmlformats.org/officeDocument/2006/relationships/oleObject" Target="../embeddings/oleObject96.bin"/><Relationship Id="rId29" Type="http://schemas.openxmlformats.org/officeDocument/2006/relationships/image" Target="../media/image110.emf"/><Relationship Id="rId41" Type="http://schemas.openxmlformats.org/officeDocument/2006/relationships/image" Target="../media/image11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101.emf"/><Relationship Id="rId24" Type="http://schemas.openxmlformats.org/officeDocument/2006/relationships/oleObject" Target="../embeddings/oleObject98.bin"/><Relationship Id="rId32" Type="http://schemas.openxmlformats.org/officeDocument/2006/relationships/oleObject" Target="../embeddings/oleObject102.bin"/><Relationship Id="rId37" Type="http://schemas.openxmlformats.org/officeDocument/2006/relationships/image" Target="../media/image114.emf"/><Relationship Id="rId40" Type="http://schemas.openxmlformats.org/officeDocument/2006/relationships/oleObject" Target="../embeddings/oleObject106.bin"/><Relationship Id="rId45" Type="http://schemas.openxmlformats.org/officeDocument/2006/relationships/image" Target="../media/image118.emf"/><Relationship Id="rId5" Type="http://schemas.openxmlformats.org/officeDocument/2006/relationships/image" Target="../media/image98.emf"/><Relationship Id="rId15" Type="http://schemas.openxmlformats.org/officeDocument/2006/relationships/image" Target="../media/image103.emf"/><Relationship Id="rId23" Type="http://schemas.openxmlformats.org/officeDocument/2006/relationships/image" Target="../media/image107.emf"/><Relationship Id="rId28" Type="http://schemas.openxmlformats.org/officeDocument/2006/relationships/oleObject" Target="../embeddings/oleObject100.bin"/><Relationship Id="rId36" Type="http://schemas.openxmlformats.org/officeDocument/2006/relationships/oleObject" Target="../embeddings/oleObject104.bin"/><Relationship Id="rId49" Type="http://schemas.openxmlformats.org/officeDocument/2006/relationships/image" Target="../media/image120.emf"/><Relationship Id="rId10" Type="http://schemas.openxmlformats.org/officeDocument/2006/relationships/oleObject" Target="../embeddings/oleObject91.bin"/><Relationship Id="rId19" Type="http://schemas.openxmlformats.org/officeDocument/2006/relationships/image" Target="../media/image105.emf"/><Relationship Id="rId31" Type="http://schemas.openxmlformats.org/officeDocument/2006/relationships/image" Target="../media/image111.emf"/><Relationship Id="rId44" Type="http://schemas.openxmlformats.org/officeDocument/2006/relationships/oleObject" Target="../embeddings/oleObject108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100.emf"/><Relationship Id="rId14" Type="http://schemas.openxmlformats.org/officeDocument/2006/relationships/oleObject" Target="../embeddings/oleObject93.bin"/><Relationship Id="rId22" Type="http://schemas.openxmlformats.org/officeDocument/2006/relationships/oleObject" Target="../embeddings/oleObject97.bin"/><Relationship Id="rId27" Type="http://schemas.openxmlformats.org/officeDocument/2006/relationships/image" Target="../media/image109.emf"/><Relationship Id="rId30" Type="http://schemas.openxmlformats.org/officeDocument/2006/relationships/oleObject" Target="../embeddings/oleObject101.bin"/><Relationship Id="rId35" Type="http://schemas.openxmlformats.org/officeDocument/2006/relationships/image" Target="../media/image113.emf"/><Relationship Id="rId43" Type="http://schemas.openxmlformats.org/officeDocument/2006/relationships/image" Target="../media/image117.emf"/><Relationship Id="rId48" Type="http://schemas.openxmlformats.org/officeDocument/2006/relationships/oleObject" Target="../embeddings/oleObject110.bin"/><Relationship Id="rId8" Type="http://schemas.openxmlformats.org/officeDocument/2006/relationships/oleObject" Target="../embeddings/oleObject9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26.emf"/><Relationship Id="rId18" Type="http://schemas.openxmlformats.org/officeDocument/2006/relationships/image" Target="../media/image129.emf"/><Relationship Id="rId3" Type="http://schemas.openxmlformats.org/officeDocument/2006/relationships/image" Target="../media/image121.emf"/><Relationship Id="rId7" Type="http://schemas.openxmlformats.org/officeDocument/2006/relationships/image" Target="../media/image123.emf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128.emf"/><Relationship Id="rId2" Type="http://schemas.openxmlformats.org/officeDocument/2006/relationships/oleObject" Target="../embeddings/oleObject111.bin"/><Relationship Id="rId16" Type="http://schemas.openxmlformats.org/officeDocument/2006/relationships/oleObject" Target="../embeddings/oleObject1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25.emf"/><Relationship Id="rId5" Type="http://schemas.openxmlformats.org/officeDocument/2006/relationships/image" Target="../media/image122.emf"/><Relationship Id="rId15" Type="http://schemas.openxmlformats.org/officeDocument/2006/relationships/image" Target="../media/image127.emf"/><Relationship Id="rId10" Type="http://schemas.openxmlformats.org/officeDocument/2006/relationships/oleObject" Target="../embeddings/oleObject115.bin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24.emf"/><Relationship Id="rId14" Type="http://schemas.openxmlformats.org/officeDocument/2006/relationships/oleObject" Target="../embeddings/oleObject103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5.emf"/><Relationship Id="rId18" Type="http://schemas.openxmlformats.org/officeDocument/2006/relationships/image" Target="../media/image138.wmf"/><Relationship Id="rId26" Type="http://schemas.openxmlformats.org/officeDocument/2006/relationships/image" Target="../media/image142.emf"/><Relationship Id="rId39" Type="http://schemas.openxmlformats.org/officeDocument/2006/relationships/oleObject" Target="../embeddings/oleObject135.bin"/><Relationship Id="rId21" Type="http://schemas.openxmlformats.org/officeDocument/2006/relationships/oleObject" Target="../embeddings/oleObject126.bin"/><Relationship Id="rId34" Type="http://schemas.openxmlformats.org/officeDocument/2006/relationships/image" Target="../media/image146.emf"/><Relationship Id="rId42" Type="http://schemas.openxmlformats.org/officeDocument/2006/relationships/image" Target="../media/image150.emf"/><Relationship Id="rId47" Type="http://schemas.openxmlformats.org/officeDocument/2006/relationships/oleObject" Target="../embeddings/oleObject139.bin"/><Relationship Id="rId50" Type="http://schemas.openxmlformats.org/officeDocument/2006/relationships/image" Target="../media/image154.emf"/><Relationship Id="rId55" Type="http://schemas.openxmlformats.org/officeDocument/2006/relationships/oleObject" Target="../embeddings/oleObject143.bin"/><Relationship Id="rId7" Type="http://schemas.openxmlformats.org/officeDocument/2006/relationships/image" Target="../media/image132.emf"/><Relationship Id="rId2" Type="http://schemas.openxmlformats.org/officeDocument/2006/relationships/oleObject" Target="../embeddings/oleObject117.bin"/><Relationship Id="rId16" Type="http://schemas.openxmlformats.org/officeDocument/2006/relationships/oleObject" Target="../embeddings/oleObject124.bin"/><Relationship Id="rId20" Type="http://schemas.openxmlformats.org/officeDocument/2006/relationships/image" Target="../media/image139.emf"/><Relationship Id="rId29" Type="http://schemas.openxmlformats.org/officeDocument/2006/relationships/oleObject" Target="../embeddings/oleObject130.bin"/><Relationship Id="rId41" Type="http://schemas.openxmlformats.org/officeDocument/2006/relationships/oleObject" Target="../embeddings/oleObject136.bin"/><Relationship Id="rId54" Type="http://schemas.openxmlformats.org/officeDocument/2006/relationships/image" Target="../media/image15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34.emf"/><Relationship Id="rId24" Type="http://schemas.openxmlformats.org/officeDocument/2006/relationships/image" Target="../media/image141.emf"/><Relationship Id="rId32" Type="http://schemas.openxmlformats.org/officeDocument/2006/relationships/image" Target="../media/image145.emf"/><Relationship Id="rId37" Type="http://schemas.openxmlformats.org/officeDocument/2006/relationships/oleObject" Target="../embeddings/oleObject134.bin"/><Relationship Id="rId40" Type="http://schemas.openxmlformats.org/officeDocument/2006/relationships/image" Target="../media/image149.emf"/><Relationship Id="rId45" Type="http://schemas.openxmlformats.org/officeDocument/2006/relationships/oleObject" Target="../embeddings/oleObject138.bin"/><Relationship Id="rId53" Type="http://schemas.openxmlformats.org/officeDocument/2006/relationships/oleObject" Target="../embeddings/oleObject142.bin"/><Relationship Id="rId58" Type="http://schemas.openxmlformats.org/officeDocument/2006/relationships/image" Target="../media/image158.emf"/><Relationship Id="rId5" Type="http://schemas.openxmlformats.org/officeDocument/2006/relationships/image" Target="../media/image131.emf"/><Relationship Id="rId15" Type="http://schemas.openxmlformats.org/officeDocument/2006/relationships/image" Target="../media/image136.emf"/><Relationship Id="rId23" Type="http://schemas.openxmlformats.org/officeDocument/2006/relationships/oleObject" Target="../embeddings/oleObject127.bin"/><Relationship Id="rId28" Type="http://schemas.openxmlformats.org/officeDocument/2006/relationships/image" Target="../media/image143.emf"/><Relationship Id="rId36" Type="http://schemas.openxmlformats.org/officeDocument/2006/relationships/image" Target="../media/image147.emf"/><Relationship Id="rId49" Type="http://schemas.openxmlformats.org/officeDocument/2006/relationships/oleObject" Target="../embeddings/oleObject140.bin"/><Relationship Id="rId57" Type="http://schemas.openxmlformats.org/officeDocument/2006/relationships/oleObject" Target="../embeddings/oleObject144.bin"/><Relationship Id="rId61" Type="http://schemas.openxmlformats.org/officeDocument/2006/relationships/image" Target="../media/image160.emf"/><Relationship Id="rId10" Type="http://schemas.openxmlformats.org/officeDocument/2006/relationships/oleObject" Target="../embeddings/oleObject121.bin"/><Relationship Id="rId19" Type="http://schemas.openxmlformats.org/officeDocument/2006/relationships/oleObject" Target="../embeddings/oleObject125.bin"/><Relationship Id="rId31" Type="http://schemas.openxmlformats.org/officeDocument/2006/relationships/oleObject" Target="../embeddings/oleObject131.bin"/><Relationship Id="rId44" Type="http://schemas.openxmlformats.org/officeDocument/2006/relationships/image" Target="../media/image151.emf"/><Relationship Id="rId52" Type="http://schemas.openxmlformats.org/officeDocument/2006/relationships/image" Target="../media/image155.emf"/><Relationship Id="rId60" Type="http://schemas.openxmlformats.org/officeDocument/2006/relationships/image" Target="../media/image159.e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33.emf"/><Relationship Id="rId14" Type="http://schemas.openxmlformats.org/officeDocument/2006/relationships/oleObject" Target="../embeddings/oleObject123.bin"/><Relationship Id="rId22" Type="http://schemas.openxmlformats.org/officeDocument/2006/relationships/image" Target="../media/image140.emf"/><Relationship Id="rId27" Type="http://schemas.openxmlformats.org/officeDocument/2006/relationships/oleObject" Target="../embeddings/oleObject129.bin"/><Relationship Id="rId30" Type="http://schemas.openxmlformats.org/officeDocument/2006/relationships/image" Target="../media/image144.emf"/><Relationship Id="rId35" Type="http://schemas.openxmlformats.org/officeDocument/2006/relationships/oleObject" Target="../embeddings/oleObject133.bin"/><Relationship Id="rId43" Type="http://schemas.openxmlformats.org/officeDocument/2006/relationships/oleObject" Target="../embeddings/oleObject137.bin"/><Relationship Id="rId48" Type="http://schemas.openxmlformats.org/officeDocument/2006/relationships/image" Target="../media/image153.emf"/><Relationship Id="rId56" Type="http://schemas.openxmlformats.org/officeDocument/2006/relationships/image" Target="../media/image157.emf"/><Relationship Id="rId8" Type="http://schemas.openxmlformats.org/officeDocument/2006/relationships/oleObject" Target="../embeddings/oleObject120.bin"/><Relationship Id="rId51" Type="http://schemas.openxmlformats.org/officeDocument/2006/relationships/oleObject" Target="../embeddings/oleObject141.bin"/><Relationship Id="rId3" Type="http://schemas.openxmlformats.org/officeDocument/2006/relationships/image" Target="../media/image130.e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37.emf"/><Relationship Id="rId25" Type="http://schemas.openxmlformats.org/officeDocument/2006/relationships/oleObject" Target="../embeddings/oleObject128.bin"/><Relationship Id="rId33" Type="http://schemas.openxmlformats.org/officeDocument/2006/relationships/oleObject" Target="../embeddings/oleObject132.bin"/><Relationship Id="rId38" Type="http://schemas.openxmlformats.org/officeDocument/2006/relationships/image" Target="../media/image148.emf"/><Relationship Id="rId46" Type="http://schemas.openxmlformats.org/officeDocument/2006/relationships/image" Target="../media/image152.emf"/><Relationship Id="rId59" Type="http://schemas.openxmlformats.org/officeDocument/2006/relationships/oleObject" Target="../embeddings/oleObject14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13" Type="http://schemas.openxmlformats.org/officeDocument/2006/relationships/image" Target="../media/image166.emf"/><Relationship Id="rId3" Type="http://schemas.openxmlformats.org/officeDocument/2006/relationships/image" Target="../media/image161.emf"/><Relationship Id="rId7" Type="http://schemas.openxmlformats.org/officeDocument/2006/relationships/image" Target="../media/image163.emf"/><Relationship Id="rId12" Type="http://schemas.openxmlformats.org/officeDocument/2006/relationships/oleObject" Target="../embeddings/oleObject151.bin"/><Relationship Id="rId17" Type="http://schemas.openxmlformats.org/officeDocument/2006/relationships/image" Target="../media/image168.emf"/><Relationship Id="rId2" Type="http://schemas.openxmlformats.org/officeDocument/2006/relationships/oleObject" Target="../embeddings/oleObject146.bin"/><Relationship Id="rId16" Type="http://schemas.openxmlformats.org/officeDocument/2006/relationships/oleObject" Target="../embeddings/oleObject1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65.emf"/><Relationship Id="rId5" Type="http://schemas.openxmlformats.org/officeDocument/2006/relationships/image" Target="../media/image162.emf"/><Relationship Id="rId15" Type="http://schemas.openxmlformats.org/officeDocument/2006/relationships/image" Target="../media/image167.emf"/><Relationship Id="rId10" Type="http://schemas.openxmlformats.org/officeDocument/2006/relationships/oleObject" Target="../embeddings/oleObject150.bin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64.emf"/><Relationship Id="rId14" Type="http://schemas.openxmlformats.org/officeDocument/2006/relationships/oleObject" Target="../embeddings/oleObject15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13" Type="http://schemas.openxmlformats.org/officeDocument/2006/relationships/image" Target="../media/image174.emf"/><Relationship Id="rId18" Type="http://schemas.openxmlformats.org/officeDocument/2006/relationships/oleObject" Target="../embeddings/oleObject162.bin"/><Relationship Id="rId3" Type="http://schemas.openxmlformats.org/officeDocument/2006/relationships/image" Target="../media/image169.emf"/><Relationship Id="rId7" Type="http://schemas.openxmlformats.org/officeDocument/2006/relationships/image" Target="../media/image171.emf"/><Relationship Id="rId12" Type="http://schemas.openxmlformats.org/officeDocument/2006/relationships/oleObject" Target="../embeddings/oleObject159.bin"/><Relationship Id="rId17" Type="http://schemas.openxmlformats.org/officeDocument/2006/relationships/image" Target="../media/image176.emf"/><Relationship Id="rId2" Type="http://schemas.openxmlformats.org/officeDocument/2006/relationships/oleObject" Target="../embeddings/oleObject154.bin"/><Relationship Id="rId16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73.emf"/><Relationship Id="rId5" Type="http://schemas.openxmlformats.org/officeDocument/2006/relationships/image" Target="../media/image170.emf"/><Relationship Id="rId15" Type="http://schemas.openxmlformats.org/officeDocument/2006/relationships/image" Target="../media/image175.emf"/><Relationship Id="rId10" Type="http://schemas.openxmlformats.org/officeDocument/2006/relationships/oleObject" Target="../embeddings/oleObject158.bin"/><Relationship Id="rId19" Type="http://schemas.openxmlformats.org/officeDocument/2006/relationships/image" Target="../media/image177.emf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72.emf"/><Relationship Id="rId14" Type="http://schemas.openxmlformats.org/officeDocument/2006/relationships/oleObject" Target="../embeddings/oleObject16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83.emf"/><Relationship Id="rId18" Type="http://schemas.openxmlformats.org/officeDocument/2006/relationships/oleObject" Target="../embeddings/oleObject171.bin"/><Relationship Id="rId3" Type="http://schemas.openxmlformats.org/officeDocument/2006/relationships/image" Target="../media/image178.emf"/><Relationship Id="rId21" Type="http://schemas.openxmlformats.org/officeDocument/2006/relationships/image" Target="../media/image187.emf"/><Relationship Id="rId7" Type="http://schemas.openxmlformats.org/officeDocument/2006/relationships/image" Target="../media/image180.e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85.emf"/><Relationship Id="rId25" Type="http://schemas.openxmlformats.org/officeDocument/2006/relationships/image" Target="../media/image189.emf"/><Relationship Id="rId2" Type="http://schemas.openxmlformats.org/officeDocument/2006/relationships/oleObject" Target="../embeddings/oleObject163.bin"/><Relationship Id="rId16" Type="http://schemas.openxmlformats.org/officeDocument/2006/relationships/oleObject" Target="../embeddings/oleObject170.bin"/><Relationship Id="rId20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82.emf"/><Relationship Id="rId24" Type="http://schemas.openxmlformats.org/officeDocument/2006/relationships/oleObject" Target="../embeddings/oleObject174.bin"/><Relationship Id="rId5" Type="http://schemas.openxmlformats.org/officeDocument/2006/relationships/image" Target="../media/image179.emf"/><Relationship Id="rId15" Type="http://schemas.openxmlformats.org/officeDocument/2006/relationships/image" Target="../media/image184.emf"/><Relationship Id="rId23" Type="http://schemas.openxmlformats.org/officeDocument/2006/relationships/image" Target="../media/image188.emf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86.emf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81.emf"/><Relationship Id="rId14" Type="http://schemas.openxmlformats.org/officeDocument/2006/relationships/oleObject" Target="../embeddings/oleObject169.bin"/><Relationship Id="rId22" Type="http://schemas.openxmlformats.org/officeDocument/2006/relationships/oleObject" Target="../embeddings/oleObject17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195.emf"/><Relationship Id="rId3" Type="http://schemas.openxmlformats.org/officeDocument/2006/relationships/image" Target="../media/image190.emf"/><Relationship Id="rId7" Type="http://schemas.openxmlformats.org/officeDocument/2006/relationships/image" Target="../media/image192.emf"/><Relationship Id="rId12" Type="http://schemas.openxmlformats.org/officeDocument/2006/relationships/oleObject" Target="../embeddings/oleObject180.bin"/><Relationship Id="rId2" Type="http://schemas.openxmlformats.org/officeDocument/2006/relationships/oleObject" Target="../embeddings/oleObject175.bin"/><Relationship Id="rId16" Type="http://schemas.openxmlformats.org/officeDocument/2006/relationships/image" Target="../media/image19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94.emf"/><Relationship Id="rId5" Type="http://schemas.openxmlformats.org/officeDocument/2006/relationships/image" Target="../media/image191.emf"/><Relationship Id="rId15" Type="http://schemas.openxmlformats.org/officeDocument/2006/relationships/image" Target="../media/image196.emf"/><Relationship Id="rId10" Type="http://schemas.openxmlformats.org/officeDocument/2006/relationships/oleObject" Target="../embeddings/oleObject179.bin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93.emf"/><Relationship Id="rId14" Type="http://schemas.openxmlformats.org/officeDocument/2006/relationships/oleObject" Target="../embeddings/oleObject18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203.emf"/><Relationship Id="rId18" Type="http://schemas.openxmlformats.org/officeDocument/2006/relationships/oleObject" Target="../embeddings/oleObject190.bin"/><Relationship Id="rId3" Type="http://schemas.openxmlformats.org/officeDocument/2006/relationships/image" Target="../media/image198.emf"/><Relationship Id="rId21" Type="http://schemas.openxmlformats.org/officeDocument/2006/relationships/image" Target="../media/image207.emf"/><Relationship Id="rId7" Type="http://schemas.openxmlformats.org/officeDocument/2006/relationships/image" Target="../media/image200.emf"/><Relationship Id="rId12" Type="http://schemas.openxmlformats.org/officeDocument/2006/relationships/oleObject" Target="../embeddings/oleObject187.bin"/><Relationship Id="rId17" Type="http://schemas.openxmlformats.org/officeDocument/2006/relationships/image" Target="../media/image205.emf"/><Relationship Id="rId2" Type="http://schemas.openxmlformats.org/officeDocument/2006/relationships/oleObject" Target="../embeddings/oleObject182.bin"/><Relationship Id="rId16" Type="http://schemas.openxmlformats.org/officeDocument/2006/relationships/oleObject" Target="../embeddings/oleObject189.bin"/><Relationship Id="rId20" Type="http://schemas.openxmlformats.org/officeDocument/2006/relationships/oleObject" Target="../embeddings/oleObject1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202.emf"/><Relationship Id="rId5" Type="http://schemas.openxmlformats.org/officeDocument/2006/relationships/image" Target="../media/image199.emf"/><Relationship Id="rId15" Type="http://schemas.openxmlformats.org/officeDocument/2006/relationships/image" Target="../media/image204.emf"/><Relationship Id="rId10" Type="http://schemas.openxmlformats.org/officeDocument/2006/relationships/oleObject" Target="../embeddings/oleObject186.bin"/><Relationship Id="rId19" Type="http://schemas.openxmlformats.org/officeDocument/2006/relationships/image" Target="../media/image206.emf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201.emf"/><Relationship Id="rId14" Type="http://schemas.openxmlformats.org/officeDocument/2006/relationships/oleObject" Target="../embeddings/oleObject188.bin"/><Relationship Id="rId22" Type="http://schemas.openxmlformats.org/officeDocument/2006/relationships/image" Target="../media/image208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13" Type="http://schemas.openxmlformats.org/officeDocument/2006/relationships/image" Target="../media/image214.emf"/><Relationship Id="rId3" Type="http://schemas.openxmlformats.org/officeDocument/2006/relationships/image" Target="../media/image209.emf"/><Relationship Id="rId7" Type="http://schemas.openxmlformats.org/officeDocument/2006/relationships/image" Target="../media/image211.emf"/><Relationship Id="rId12" Type="http://schemas.openxmlformats.org/officeDocument/2006/relationships/oleObject" Target="../embeddings/oleObject197.bin"/><Relationship Id="rId2" Type="http://schemas.openxmlformats.org/officeDocument/2006/relationships/oleObject" Target="../embeddings/oleObject1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213.emf"/><Relationship Id="rId5" Type="http://schemas.openxmlformats.org/officeDocument/2006/relationships/image" Target="../media/image210.emf"/><Relationship Id="rId10" Type="http://schemas.openxmlformats.org/officeDocument/2006/relationships/oleObject" Target="../embeddings/oleObject196.bin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212.emf"/><Relationship Id="rId14" Type="http://schemas.openxmlformats.org/officeDocument/2006/relationships/image" Target="../media/image215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1.bin"/><Relationship Id="rId13" Type="http://schemas.openxmlformats.org/officeDocument/2006/relationships/image" Target="../media/image221.emf"/><Relationship Id="rId18" Type="http://schemas.openxmlformats.org/officeDocument/2006/relationships/oleObject" Target="../embeddings/oleObject206.bin"/><Relationship Id="rId26" Type="http://schemas.openxmlformats.org/officeDocument/2006/relationships/oleObject" Target="../embeddings/oleObject210.bin"/><Relationship Id="rId3" Type="http://schemas.openxmlformats.org/officeDocument/2006/relationships/image" Target="../media/image216.emf"/><Relationship Id="rId21" Type="http://schemas.openxmlformats.org/officeDocument/2006/relationships/image" Target="../media/image225.wmf"/><Relationship Id="rId34" Type="http://schemas.openxmlformats.org/officeDocument/2006/relationships/oleObject" Target="../embeddings/oleObject214.bin"/><Relationship Id="rId7" Type="http://schemas.openxmlformats.org/officeDocument/2006/relationships/image" Target="../media/image218.emf"/><Relationship Id="rId12" Type="http://schemas.openxmlformats.org/officeDocument/2006/relationships/oleObject" Target="../embeddings/oleObject203.bin"/><Relationship Id="rId17" Type="http://schemas.openxmlformats.org/officeDocument/2006/relationships/image" Target="../media/image223.wmf"/><Relationship Id="rId25" Type="http://schemas.openxmlformats.org/officeDocument/2006/relationships/image" Target="../media/image227.wmf"/><Relationship Id="rId33" Type="http://schemas.openxmlformats.org/officeDocument/2006/relationships/image" Target="../media/image231.emf"/><Relationship Id="rId2" Type="http://schemas.openxmlformats.org/officeDocument/2006/relationships/oleObject" Target="../embeddings/oleObject198.bin"/><Relationship Id="rId16" Type="http://schemas.openxmlformats.org/officeDocument/2006/relationships/oleObject" Target="../embeddings/oleObject205.bin"/><Relationship Id="rId20" Type="http://schemas.openxmlformats.org/officeDocument/2006/relationships/oleObject" Target="../embeddings/oleObject207.bin"/><Relationship Id="rId29" Type="http://schemas.openxmlformats.org/officeDocument/2006/relationships/image" Target="../media/image22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0.bin"/><Relationship Id="rId11" Type="http://schemas.openxmlformats.org/officeDocument/2006/relationships/image" Target="../media/image220.emf"/><Relationship Id="rId24" Type="http://schemas.openxmlformats.org/officeDocument/2006/relationships/oleObject" Target="../embeddings/oleObject209.bin"/><Relationship Id="rId32" Type="http://schemas.openxmlformats.org/officeDocument/2006/relationships/oleObject" Target="../embeddings/oleObject213.bin"/><Relationship Id="rId5" Type="http://schemas.openxmlformats.org/officeDocument/2006/relationships/image" Target="../media/image217.emf"/><Relationship Id="rId15" Type="http://schemas.openxmlformats.org/officeDocument/2006/relationships/image" Target="../media/image222.emf"/><Relationship Id="rId23" Type="http://schemas.openxmlformats.org/officeDocument/2006/relationships/image" Target="../media/image226.wmf"/><Relationship Id="rId28" Type="http://schemas.openxmlformats.org/officeDocument/2006/relationships/oleObject" Target="../embeddings/oleObject211.bin"/><Relationship Id="rId36" Type="http://schemas.openxmlformats.org/officeDocument/2006/relationships/image" Target="../media/image233.emf"/><Relationship Id="rId10" Type="http://schemas.openxmlformats.org/officeDocument/2006/relationships/oleObject" Target="../embeddings/oleObject202.bin"/><Relationship Id="rId19" Type="http://schemas.openxmlformats.org/officeDocument/2006/relationships/image" Target="../media/image224.wmf"/><Relationship Id="rId31" Type="http://schemas.openxmlformats.org/officeDocument/2006/relationships/image" Target="../media/image230.wmf"/><Relationship Id="rId4" Type="http://schemas.openxmlformats.org/officeDocument/2006/relationships/oleObject" Target="../embeddings/oleObject199.bin"/><Relationship Id="rId9" Type="http://schemas.openxmlformats.org/officeDocument/2006/relationships/image" Target="../media/image219.emf"/><Relationship Id="rId14" Type="http://schemas.openxmlformats.org/officeDocument/2006/relationships/oleObject" Target="../embeddings/oleObject204.bin"/><Relationship Id="rId22" Type="http://schemas.openxmlformats.org/officeDocument/2006/relationships/oleObject" Target="../embeddings/oleObject208.bin"/><Relationship Id="rId27" Type="http://schemas.openxmlformats.org/officeDocument/2006/relationships/image" Target="../media/image228.wmf"/><Relationship Id="rId30" Type="http://schemas.openxmlformats.org/officeDocument/2006/relationships/oleObject" Target="../embeddings/oleObject212.bin"/><Relationship Id="rId35" Type="http://schemas.openxmlformats.org/officeDocument/2006/relationships/image" Target="../media/image23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13" Type="http://schemas.openxmlformats.org/officeDocument/2006/relationships/oleObject" Target="../embeddings/oleObject220.bin"/><Relationship Id="rId18" Type="http://schemas.openxmlformats.org/officeDocument/2006/relationships/image" Target="../media/image241.wmf"/><Relationship Id="rId3" Type="http://schemas.openxmlformats.org/officeDocument/2006/relationships/oleObject" Target="../embeddings/oleObject215.bin"/><Relationship Id="rId21" Type="http://schemas.openxmlformats.org/officeDocument/2006/relationships/oleObject" Target="../embeddings/oleObject224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238.wmf"/><Relationship Id="rId17" Type="http://schemas.openxmlformats.org/officeDocument/2006/relationships/oleObject" Target="../embeddings/oleObject222.bin"/><Relationship Id="rId2" Type="http://schemas.openxmlformats.org/officeDocument/2006/relationships/audio" Target="../media/audio1.wav"/><Relationship Id="rId16" Type="http://schemas.openxmlformats.org/officeDocument/2006/relationships/image" Target="../media/image240.wmf"/><Relationship Id="rId20" Type="http://schemas.openxmlformats.org/officeDocument/2006/relationships/image" Target="../media/image242.w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5.wmf"/><Relationship Id="rId11" Type="http://schemas.openxmlformats.org/officeDocument/2006/relationships/oleObject" Target="../embeddings/oleObject219.bin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10" Type="http://schemas.openxmlformats.org/officeDocument/2006/relationships/image" Target="../media/image237.wmf"/><Relationship Id="rId19" Type="http://schemas.openxmlformats.org/officeDocument/2006/relationships/oleObject" Target="../embeddings/oleObject223.bin"/><Relationship Id="rId4" Type="http://schemas.openxmlformats.org/officeDocument/2006/relationships/image" Target="../media/image234.w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23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30.bin"/><Relationship Id="rId18" Type="http://schemas.openxmlformats.org/officeDocument/2006/relationships/image" Target="../media/image249.wmf"/><Relationship Id="rId3" Type="http://schemas.openxmlformats.org/officeDocument/2006/relationships/oleObject" Target="../embeddings/oleObject225.bin"/><Relationship Id="rId21" Type="http://schemas.openxmlformats.org/officeDocument/2006/relationships/oleObject" Target="../embeddings/oleObject234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32.bin"/><Relationship Id="rId2" Type="http://schemas.openxmlformats.org/officeDocument/2006/relationships/audio" Target="../media/audio1.wav"/><Relationship Id="rId16" Type="http://schemas.openxmlformats.org/officeDocument/2006/relationships/image" Target="../media/image248.wmf"/><Relationship Id="rId20" Type="http://schemas.openxmlformats.org/officeDocument/2006/relationships/image" Target="../media/image250.w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29.bin"/><Relationship Id="rId5" Type="http://schemas.openxmlformats.org/officeDocument/2006/relationships/oleObject" Target="../embeddings/oleObject226.bin"/><Relationship Id="rId15" Type="http://schemas.openxmlformats.org/officeDocument/2006/relationships/oleObject" Target="../embeddings/oleObject231.bin"/><Relationship Id="rId10" Type="http://schemas.openxmlformats.org/officeDocument/2006/relationships/image" Target="../media/image246.wmf"/><Relationship Id="rId19" Type="http://schemas.openxmlformats.org/officeDocument/2006/relationships/oleObject" Target="../embeddings/oleObject233.bin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28.bin"/><Relationship Id="rId14" Type="http://schemas.openxmlformats.org/officeDocument/2006/relationships/image" Target="../media/image238.wmf"/><Relationship Id="rId22" Type="http://schemas.openxmlformats.org/officeDocument/2006/relationships/image" Target="../media/image251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8.bin"/><Relationship Id="rId13" Type="http://schemas.openxmlformats.org/officeDocument/2006/relationships/image" Target="../media/image257.emf"/><Relationship Id="rId18" Type="http://schemas.openxmlformats.org/officeDocument/2006/relationships/oleObject" Target="../embeddings/oleObject243.bin"/><Relationship Id="rId26" Type="http://schemas.openxmlformats.org/officeDocument/2006/relationships/oleObject" Target="../embeddings/oleObject247.bin"/><Relationship Id="rId3" Type="http://schemas.openxmlformats.org/officeDocument/2006/relationships/image" Target="../media/image252.wmf"/><Relationship Id="rId21" Type="http://schemas.openxmlformats.org/officeDocument/2006/relationships/image" Target="../media/image261.emf"/><Relationship Id="rId7" Type="http://schemas.openxmlformats.org/officeDocument/2006/relationships/image" Target="../media/image254.wmf"/><Relationship Id="rId12" Type="http://schemas.openxmlformats.org/officeDocument/2006/relationships/oleObject" Target="../embeddings/oleObject240.bin"/><Relationship Id="rId17" Type="http://schemas.openxmlformats.org/officeDocument/2006/relationships/image" Target="../media/image259.emf"/><Relationship Id="rId25" Type="http://schemas.openxmlformats.org/officeDocument/2006/relationships/image" Target="../media/image263.emf"/><Relationship Id="rId2" Type="http://schemas.openxmlformats.org/officeDocument/2006/relationships/oleObject" Target="../embeddings/oleObject235.bin"/><Relationship Id="rId16" Type="http://schemas.openxmlformats.org/officeDocument/2006/relationships/oleObject" Target="../embeddings/oleObject242.bin"/><Relationship Id="rId20" Type="http://schemas.openxmlformats.org/officeDocument/2006/relationships/oleObject" Target="../embeddings/oleObject2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7.bin"/><Relationship Id="rId11" Type="http://schemas.openxmlformats.org/officeDocument/2006/relationships/image" Target="../media/image256.emf"/><Relationship Id="rId24" Type="http://schemas.openxmlformats.org/officeDocument/2006/relationships/oleObject" Target="../embeddings/oleObject246.bin"/><Relationship Id="rId5" Type="http://schemas.openxmlformats.org/officeDocument/2006/relationships/image" Target="../media/image253.wmf"/><Relationship Id="rId15" Type="http://schemas.openxmlformats.org/officeDocument/2006/relationships/image" Target="../media/image258.emf"/><Relationship Id="rId23" Type="http://schemas.openxmlformats.org/officeDocument/2006/relationships/image" Target="../media/image262.emf"/><Relationship Id="rId28" Type="http://schemas.openxmlformats.org/officeDocument/2006/relationships/image" Target="../media/image265.emf"/><Relationship Id="rId10" Type="http://schemas.openxmlformats.org/officeDocument/2006/relationships/oleObject" Target="../embeddings/oleObject239.bin"/><Relationship Id="rId19" Type="http://schemas.openxmlformats.org/officeDocument/2006/relationships/image" Target="../media/image260.emf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55.emf"/><Relationship Id="rId14" Type="http://schemas.openxmlformats.org/officeDocument/2006/relationships/oleObject" Target="../embeddings/oleObject241.bin"/><Relationship Id="rId22" Type="http://schemas.openxmlformats.org/officeDocument/2006/relationships/oleObject" Target="../embeddings/oleObject245.bin"/><Relationship Id="rId27" Type="http://schemas.openxmlformats.org/officeDocument/2006/relationships/image" Target="../media/image264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emf"/><Relationship Id="rId13" Type="http://schemas.openxmlformats.org/officeDocument/2006/relationships/oleObject" Target="../embeddings/oleObject254.bin"/><Relationship Id="rId18" Type="http://schemas.openxmlformats.org/officeDocument/2006/relationships/oleObject" Target="../embeddings/oleObject257.bin"/><Relationship Id="rId26" Type="http://schemas.openxmlformats.org/officeDocument/2006/relationships/oleObject" Target="../embeddings/oleObject261.bin"/><Relationship Id="rId3" Type="http://schemas.openxmlformats.org/officeDocument/2006/relationships/image" Target="../media/image266.emf"/><Relationship Id="rId21" Type="http://schemas.openxmlformats.org/officeDocument/2006/relationships/image" Target="../media/image273.wmf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270.emf"/><Relationship Id="rId17" Type="http://schemas.openxmlformats.org/officeDocument/2006/relationships/oleObject" Target="../embeddings/oleObject256.bin"/><Relationship Id="rId25" Type="http://schemas.openxmlformats.org/officeDocument/2006/relationships/image" Target="../media/image275.emf"/><Relationship Id="rId2" Type="http://schemas.openxmlformats.org/officeDocument/2006/relationships/oleObject" Target="../embeddings/oleObject248.bin"/><Relationship Id="rId16" Type="http://schemas.openxmlformats.org/officeDocument/2006/relationships/image" Target="../media/image272.wmf"/><Relationship Id="rId20" Type="http://schemas.openxmlformats.org/officeDocument/2006/relationships/oleObject" Target="../embeddings/oleObject258.bin"/><Relationship Id="rId29" Type="http://schemas.openxmlformats.org/officeDocument/2006/relationships/image" Target="../media/image27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0.bin"/><Relationship Id="rId11" Type="http://schemas.openxmlformats.org/officeDocument/2006/relationships/oleObject" Target="../embeddings/oleObject253.bin"/><Relationship Id="rId24" Type="http://schemas.openxmlformats.org/officeDocument/2006/relationships/oleObject" Target="../embeddings/oleObject260.bin"/><Relationship Id="rId32" Type="http://schemas.openxmlformats.org/officeDocument/2006/relationships/image" Target="../media/image279.emf"/><Relationship Id="rId5" Type="http://schemas.openxmlformats.org/officeDocument/2006/relationships/image" Target="../media/image267.wmf"/><Relationship Id="rId15" Type="http://schemas.openxmlformats.org/officeDocument/2006/relationships/oleObject" Target="../embeddings/oleObject255.bin"/><Relationship Id="rId23" Type="http://schemas.openxmlformats.org/officeDocument/2006/relationships/image" Target="../media/image274.emf"/><Relationship Id="rId28" Type="http://schemas.openxmlformats.org/officeDocument/2006/relationships/oleObject" Target="../embeddings/oleObject262.bin"/><Relationship Id="rId10" Type="http://schemas.openxmlformats.org/officeDocument/2006/relationships/image" Target="../media/image269.wmf"/><Relationship Id="rId19" Type="http://schemas.openxmlformats.org/officeDocument/2006/relationships/image" Target="../media/image228.wmf"/><Relationship Id="rId31" Type="http://schemas.openxmlformats.org/officeDocument/2006/relationships/image" Target="../media/image278.emf"/><Relationship Id="rId4" Type="http://schemas.openxmlformats.org/officeDocument/2006/relationships/oleObject" Target="../embeddings/oleObject249.bin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271.wmf"/><Relationship Id="rId22" Type="http://schemas.openxmlformats.org/officeDocument/2006/relationships/oleObject" Target="../embeddings/oleObject259.bin"/><Relationship Id="rId27" Type="http://schemas.openxmlformats.org/officeDocument/2006/relationships/image" Target="../media/image276.emf"/><Relationship Id="rId30" Type="http://schemas.openxmlformats.org/officeDocument/2006/relationships/oleObject" Target="../embeddings/oleObject26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7.bin"/><Relationship Id="rId3" Type="http://schemas.openxmlformats.org/officeDocument/2006/relationships/image" Target="../media/image280.emf"/><Relationship Id="rId7" Type="http://schemas.openxmlformats.org/officeDocument/2006/relationships/image" Target="../media/image282.wmf"/><Relationship Id="rId12" Type="http://schemas.openxmlformats.org/officeDocument/2006/relationships/image" Target="../media/image284.emf"/><Relationship Id="rId2" Type="http://schemas.openxmlformats.org/officeDocument/2006/relationships/oleObject" Target="../embeddings/oleObject2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6.bin"/><Relationship Id="rId11" Type="http://schemas.openxmlformats.org/officeDocument/2006/relationships/image" Target="../media/image272.wmf"/><Relationship Id="rId5" Type="http://schemas.openxmlformats.org/officeDocument/2006/relationships/image" Target="../media/image281.wmf"/><Relationship Id="rId10" Type="http://schemas.openxmlformats.org/officeDocument/2006/relationships/oleObject" Target="../embeddings/oleObject268.bin"/><Relationship Id="rId4" Type="http://schemas.openxmlformats.org/officeDocument/2006/relationships/oleObject" Target="../embeddings/oleObject265.bin"/><Relationship Id="rId9" Type="http://schemas.openxmlformats.org/officeDocument/2006/relationships/image" Target="../media/image28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2.bin"/><Relationship Id="rId13" Type="http://schemas.openxmlformats.org/officeDocument/2006/relationships/image" Target="../media/image286.emf"/><Relationship Id="rId3" Type="http://schemas.openxmlformats.org/officeDocument/2006/relationships/image" Target="../media/image281.wmf"/><Relationship Id="rId7" Type="http://schemas.openxmlformats.org/officeDocument/2006/relationships/image" Target="../media/image283.wmf"/><Relationship Id="rId12" Type="http://schemas.openxmlformats.org/officeDocument/2006/relationships/oleObject" Target="../embeddings/oleObject274.bin"/><Relationship Id="rId2" Type="http://schemas.openxmlformats.org/officeDocument/2006/relationships/oleObject" Target="../embeddings/oleObject269.bin"/><Relationship Id="rId16" Type="http://schemas.openxmlformats.org/officeDocument/2006/relationships/image" Target="../media/image28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1.bin"/><Relationship Id="rId11" Type="http://schemas.openxmlformats.org/officeDocument/2006/relationships/image" Target="../media/image285.emf"/><Relationship Id="rId5" Type="http://schemas.openxmlformats.org/officeDocument/2006/relationships/image" Target="../media/image282.wmf"/><Relationship Id="rId15" Type="http://schemas.openxmlformats.org/officeDocument/2006/relationships/image" Target="../media/image287.emf"/><Relationship Id="rId10" Type="http://schemas.openxmlformats.org/officeDocument/2006/relationships/oleObject" Target="../embeddings/oleObject273.bin"/><Relationship Id="rId4" Type="http://schemas.openxmlformats.org/officeDocument/2006/relationships/oleObject" Target="../embeddings/oleObject270.bin"/><Relationship Id="rId9" Type="http://schemas.openxmlformats.org/officeDocument/2006/relationships/image" Target="../media/image272.wmf"/><Relationship Id="rId14" Type="http://schemas.openxmlformats.org/officeDocument/2006/relationships/oleObject" Target="../embeddings/oleObject27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9.bin"/><Relationship Id="rId13" Type="http://schemas.openxmlformats.org/officeDocument/2006/relationships/image" Target="../media/image290.wmf"/><Relationship Id="rId18" Type="http://schemas.openxmlformats.org/officeDocument/2006/relationships/oleObject" Target="../embeddings/oleObject284.bin"/><Relationship Id="rId26" Type="http://schemas.openxmlformats.org/officeDocument/2006/relationships/oleObject" Target="../embeddings/oleObject288.bin"/><Relationship Id="rId3" Type="http://schemas.openxmlformats.org/officeDocument/2006/relationships/image" Target="../media/image289.emf"/><Relationship Id="rId21" Type="http://schemas.openxmlformats.org/officeDocument/2006/relationships/image" Target="../media/image294.emf"/><Relationship Id="rId34" Type="http://schemas.openxmlformats.org/officeDocument/2006/relationships/image" Target="../media/image301.emf"/><Relationship Id="rId7" Type="http://schemas.openxmlformats.org/officeDocument/2006/relationships/image" Target="../media/image282.wmf"/><Relationship Id="rId12" Type="http://schemas.openxmlformats.org/officeDocument/2006/relationships/oleObject" Target="../embeddings/oleObject281.bin"/><Relationship Id="rId17" Type="http://schemas.openxmlformats.org/officeDocument/2006/relationships/image" Target="../media/image292.wmf"/><Relationship Id="rId25" Type="http://schemas.openxmlformats.org/officeDocument/2006/relationships/image" Target="../media/image296.emf"/><Relationship Id="rId33" Type="http://schemas.openxmlformats.org/officeDocument/2006/relationships/image" Target="../media/image300.emf"/><Relationship Id="rId2" Type="http://schemas.openxmlformats.org/officeDocument/2006/relationships/oleObject" Target="../embeddings/oleObject276.bin"/><Relationship Id="rId16" Type="http://schemas.openxmlformats.org/officeDocument/2006/relationships/oleObject" Target="../embeddings/oleObject283.bin"/><Relationship Id="rId20" Type="http://schemas.openxmlformats.org/officeDocument/2006/relationships/oleObject" Target="../embeddings/oleObject285.bin"/><Relationship Id="rId29" Type="http://schemas.openxmlformats.org/officeDocument/2006/relationships/image" Target="../media/image298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8.bin"/><Relationship Id="rId11" Type="http://schemas.openxmlformats.org/officeDocument/2006/relationships/image" Target="../media/image272.wmf"/><Relationship Id="rId24" Type="http://schemas.openxmlformats.org/officeDocument/2006/relationships/oleObject" Target="../embeddings/oleObject287.bin"/><Relationship Id="rId32" Type="http://schemas.openxmlformats.org/officeDocument/2006/relationships/oleObject" Target="../embeddings/oleObject291.bin"/><Relationship Id="rId5" Type="http://schemas.openxmlformats.org/officeDocument/2006/relationships/image" Target="../media/image281.wmf"/><Relationship Id="rId15" Type="http://schemas.openxmlformats.org/officeDocument/2006/relationships/image" Target="../media/image291.wmf"/><Relationship Id="rId23" Type="http://schemas.openxmlformats.org/officeDocument/2006/relationships/image" Target="../media/image295.emf"/><Relationship Id="rId28" Type="http://schemas.openxmlformats.org/officeDocument/2006/relationships/oleObject" Target="../embeddings/oleObject289.bin"/><Relationship Id="rId10" Type="http://schemas.openxmlformats.org/officeDocument/2006/relationships/oleObject" Target="../embeddings/oleObject280.bin"/><Relationship Id="rId19" Type="http://schemas.openxmlformats.org/officeDocument/2006/relationships/image" Target="../media/image293.wmf"/><Relationship Id="rId31" Type="http://schemas.openxmlformats.org/officeDocument/2006/relationships/image" Target="../media/image299.emf"/><Relationship Id="rId4" Type="http://schemas.openxmlformats.org/officeDocument/2006/relationships/oleObject" Target="../embeddings/oleObject277.bin"/><Relationship Id="rId9" Type="http://schemas.openxmlformats.org/officeDocument/2006/relationships/image" Target="../media/image283.wmf"/><Relationship Id="rId14" Type="http://schemas.openxmlformats.org/officeDocument/2006/relationships/oleObject" Target="../embeddings/oleObject282.bin"/><Relationship Id="rId22" Type="http://schemas.openxmlformats.org/officeDocument/2006/relationships/oleObject" Target="../embeddings/oleObject286.bin"/><Relationship Id="rId27" Type="http://schemas.openxmlformats.org/officeDocument/2006/relationships/image" Target="../media/image297.emf"/><Relationship Id="rId30" Type="http://schemas.openxmlformats.org/officeDocument/2006/relationships/oleObject" Target="../embeddings/oleObject29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4.bin"/><Relationship Id="rId13" Type="http://schemas.openxmlformats.org/officeDocument/2006/relationships/image" Target="../media/image303.emf"/><Relationship Id="rId18" Type="http://schemas.openxmlformats.org/officeDocument/2006/relationships/oleObject" Target="../embeddings/oleObject294.bin"/><Relationship Id="rId3" Type="http://schemas.openxmlformats.org/officeDocument/2006/relationships/image" Target="../media/image290.wmf"/><Relationship Id="rId21" Type="http://schemas.openxmlformats.org/officeDocument/2006/relationships/image" Target="../media/image272.wmf"/><Relationship Id="rId7" Type="http://schemas.openxmlformats.org/officeDocument/2006/relationships/image" Target="../media/image292.wmf"/><Relationship Id="rId12" Type="http://schemas.openxmlformats.org/officeDocument/2006/relationships/oleObject" Target="../embeddings/oleObject293.bin"/><Relationship Id="rId17" Type="http://schemas.openxmlformats.org/officeDocument/2006/relationships/image" Target="../media/image282.wmf"/><Relationship Id="rId2" Type="http://schemas.openxmlformats.org/officeDocument/2006/relationships/oleObject" Target="../embeddings/oleObject281.bin"/><Relationship Id="rId16" Type="http://schemas.openxmlformats.org/officeDocument/2006/relationships/oleObject" Target="../embeddings/oleObject278.bin"/><Relationship Id="rId20" Type="http://schemas.openxmlformats.org/officeDocument/2006/relationships/oleObject" Target="../embeddings/oleObject2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3.bin"/><Relationship Id="rId11" Type="http://schemas.openxmlformats.org/officeDocument/2006/relationships/image" Target="../media/image302.emf"/><Relationship Id="rId5" Type="http://schemas.openxmlformats.org/officeDocument/2006/relationships/image" Target="../media/image291.wmf"/><Relationship Id="rId15" Type="http://schemas.openxmlformats.org/officeDocument/2006/relationships/image" Target="../media/image281.wmf"/><Relationship Id="rId10" Type="http://schemas.openxmlformats.org/officeDocument/2006/relationships/oleObject" Target="../embeddings/oleObject292.bin"/><Relationship Id="rId19" Type="http://schemas.openxmlformats.org/officeDocument/2006/relationships/image" Target="../media/image283.wmf"/><Relationship Id="rId4" Type="http://schemas.openxmlformats.org/officeDocument/2006/relationships/oleObject" Target="../embeddings/oleObject282.bin"/><Relationship Id="rId9" Type="http://schemas.openxmlformats.org/officeDocument/2006/relationships/image" Target="../media/image293.wmf"/><Relationship Id="rId14" Type="http://schemas.openxmlformats.org/officeDocument/2006/relationships/oleObject" Target="../embeddings/oleObject277.bin"/><Relationship Id="rId22" Type="http://schemas.openxmlformats.org/officeDocument/2006/relationships/image" Target="../media/image30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5.bin"/><Relationship Id="rId13" Type="http://schemas.openxmlformats.org/officeDocument/2006/relationships/image" Target="../media/image306.emf"/><Relationship Id="rId3" Type="http://schemas.openxmlformats.org/officeDocument/2006/relationships/image" Target="../media/image281.wmf"/><Relationship Id="rId7" Type="http://schemas.openxmlformats.org/officeDocument/2006/relationships/image" Target="../media/image283.wmf"/><Relationship Id="rId12" Type="http://schemas.openxmlformats.org/officeDocument/2006/relationships/oleObject" Target="../embeddings/oleObject299.bin"/><Relationship Id="rId2" Type="http://schemas.openxmlformats.org/officeDocument/2006/relationships/oleObject" Target="../embeddings/oleObject296.bin"/><Relationship Id="rId16" Type="http://schemas.openxmlformats.org/officeDocument/2006/relationships/image" Target="../media/image30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4.bin"/><Relationship Id="rId11" Type="http://schemas.openxmlformats.org/officeDocument/2006/relationships/image" Target="../media/image305.emf"/><Relationship Id="rId5" Type="http://schemas.openxmlformats.org/officeDocument/2006/relationships/image" Target="../media/image282.wmf"/><Relationship Id="rId15" Type="http://schemas.openxmlformats.org/officeDocument/2006/relationships/image" Target="../media/image292.wmf"/><Relationship Id="rId10" Type="http://schemas.openxmlformats.org/officeDocument/2006/relationships/oleObject" Target="../embeddings/oleObject298.bin"/><Relationship Id="rId4" Type="http://schemas.openxmlformats.org/officeDocument/2006/relationships/oleObject" Target="../embeddings/oleObject297.bin"/><Relationship Id="rId9" Type="http://schemas.openxmlformats.org/officeDocument/2006/relationships/image" Target="../media/image272.wmf"/><Relationship Id="rId14" Type="http://schemas.openxmlformats.org/officeDocument/2006/relationships/oleObject" Target="../embeddings/oleObject30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>
            <a:extLst>
              <a:ext uri="{FF2B5EF4-FFF2-40B4-BE49-F238E27FC236}">
                <a16:creationId xmlns:a16="http://schemas.microsoft.com/office/drawing/2014/main" id="{B22705FA-F635-A928-26F2-DC230A93B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71438"/>
            <a:ext cx="3886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66FFFF"/>
                </a:solidFill>
              </a:rPr>
              <a:t>电容器电容的计算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3D7E9CB1-B33B-81B2-7E49-2E7131185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515938"/>
            <a:ext cx="590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FF00"/>
                </a:solidFill>
              </a:rPr>
              <a:t> </a:t>
            </a:r>
            <a:r>
              <a:rPr lang="en-US" altLang="zh-CN" b="1" i="1">
                <a:solidFill>
                  <a:srgbClr val="FFCC00"/>
                </a:solidFill>
              </a:rPr>
              <a:t>Q</a:t>
            </a:r>
            <a:endParaRPr lang="en-US" altLang="zh-CN" b="1">
              <a:solidFill>
                <a:srgbClr val="FFCC00"/>
              </a:solidFill>
            </a:endParaRPr>
          </a:p>
        </p:txBody>
      </p:sp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2075846C-ABE0-C715-7137-2DE31DC43EDB}"/>
              </a:ext>
            </a:extLst>
          </p:cNvPr>
          <p:cNvGraphicFramePr>
            <a:graphicFrameLocks/>
          </p:cNvGraphicFramePr>
          <p:nvPr/>
        </p:nvGraphicFramePr>
        <p:xfrm>
          <a:off x="1974850" y="711200"/>
          <a:ext cx="279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413" imgH="289782" progId="Equation.3">
                  <p:embed/>
                </p:oleObj>
              </mc:Choice>
              <mc:Fallback>
                <p:oleObj name="Equation" r:id="rId2" imgW="228413" imgH="289782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4850" y="711200"/>
                        <a:ext cx="2794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6">
            <a:extLst>
              <a:ext uri="{FF2B5EF4-FFF2-40B4-BE49-F238E27FC236}">
                <a16:creationId xmlns:a16="http://schemas.microsoft.com/office/drawing/2014/main" id="{4B1288C6-4775-739C-21B1-1CFDB8FD1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714375"/>
            <a:ext cx="600075" cy="304800"/>
          </a:xfrm>
          <a:prstGeom prst="rightArrow">
            <a:avLst>
              <a:gd name="adj1" fmla="val 50000"/>
              <a:gd name="adj2" fmla="val 49219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967CE98A-F9CA-F994-4F90-AA4480CEEB24}"/>
              </a:ext>
            </a:extLst>
          </p:cNvPr>
          <p:cNvGraphicFramePr>
            <a:graphicFrameLocks/>
          </p:cNvGraphicFramePr>
          <p:nvPr/>
        </p:nvGraphicFramePr>
        <p:xfrm>
          <a:off x="3562350" y="735013"/>
          <a:ext cx="496888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1898" imgH="251377" progId="Equation.3">
                  <p:embed/>
                </p:oleObj>
              </mc:Choice>
              <mc:Fallback>
                <p:oleObj name="Equation" r:id="rId4" imgW="441898" imgH="251377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735013"/>
                        <a:ext cx="496888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8">
            <a:extLst>
              <a:ext uri="{FF2B5EF4-FFF2-40B4-BE49-F238E27FC236}">
                <a16:creationId xmlns:a16="http://schemas.microsoft.com/office/drawing/2014/main" id="{A3F49EF7-7843-617D-0216-1500F4599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88" y="714375"/>
            <a:ext cx="617537" cy="327025"/>
          </a:xfrm>
          <a:prstGeom prst="rightArrow">
            <a:avLst>
              <a:gd name="adj1" fmla="val 50000"/>
              <a:gd name="adj2" fmla="val 47209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4172BEF5-A950-E8F2-48D1-21D594B6D4FF}"/>
              </a:ext>
            </a:extLst>
          </p:cNvPr>
          <p:cNvGraphicFramePr>
            <a:graphicFrameLocks/>
          </p:cNvGraphicFramePr>
          <p:nvPr/>
        </p:nvGraphicFramePr>
        <p:xfrm>
          <a:off x="5429250" y="428625"/>
          <a:ext cx="1081088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028607" imgH="769592" progId="Equation.3">
                  <p:embed/>
                </p:oleObj>
              </mc:Choice>
              <mc:Fallback>
                <p:oleObj name="公式" r:id="rId6" imgW="1028607" imgH="769592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428625"/>
                        <a:ext cx="1081088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10">
            <a:extLst>
              <a:ext uri="{FF2B5EF4-FFF2-40B4-BE49-F238E27FC236}">
                <a16:creationId xmlns:a16="http://schemas.microsoft.com/office/drawing/2014/main" id="{DE402331-98FC-DC9E-80F3-AE3B491DC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708025"/>
            <a:ext cx="611187" cy="338138"/>
          </a:xfrm>
          <a:prstGeom prst="rightArrow">
            <a:avLst>
              <a:gd name="adj1" fmla="val 50000"/>
              <a:gd name="adj2" fmla="val 45188"/>
            </a:avLst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26628938-D29B-5717-3B76-8D2B046BB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5786438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u="sng">
                <a:solidFill>
                  <a:srgbClr val="FFFF00"/>
                </a:solidFill>
                <a:ea typeface="楷体_GB2312" pitchFamily="49" charset="-122"/>
              </a:rPr>
              <a:t>电场能量</a:t>
            </a:r>
            <a:endParaRPr lang="zh-CN" altLang="en-US" b="1">
              <a:solidFill>
                <a:srgbClr val="FFFF00"/>
              </a:solidFill>
              <a:ea typeface="楷体_GB2312" pitchFamily="49" charset="-122"/>
            </a:endParaRPr>
          </a:p>
        </p:txBody>
      </p:sp>
      <p:graphicFrame>
        <p:nvGraphicFramePr>
          <p:cNvPr id="17" name="Object 8">
            <a:extLst>
              <a:ext uri="{FF2B5EF4-FFF2-40B4-BE49-F238E27FC236}">
                <a16:creationId xmlns:a16="http://schemas.microsoft.com/office/drawing/2014/main" id="{8F2F8126-9F8D-017B-370F-2D8B8B34A8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5643563"/>
          <a:ext cx="4343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00387" imgH="426942" progId="Equation.3">
                  <p:embed/>
                </p:oleObj>
              </mc:Choice>
              <mc:Fallback>
                <p:oleObj name="公式" r:id="rId8" imgW="1600387" imgH="42694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5643563"/>
                        <a:ext cx="4343400" cy="10668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1523E202-3A88-5951-F570-B9B978B75045}"/>
              </a:ext>
            </a:extLst>
          </p:cNvPr>
          <p:cNvGraphicFramePr>
            <a:graphicFrameLocks/>
          </p:cNvGraphicFramePr>
          <p:nvPr/>
        </p:nvGraphicFramePr>
        <p:xfrm>
          <a:off x="3143250" y="4643438"/>
          <a:ext cx="222091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71669" imgH="769592" progId="Equation.3">
                  <p:embed/>
                </p:oleObj>
              </mc:Choice>
              <mc:Fallback>
                <p:oleObj name="Equation" r:id="rId10" imgW="2171669" imgH="769592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643438"/>
                        <a:ext cx="222091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8">
            <a:extLst>
              <a:ext uri="{FF2B5EF4-FFF2-40B4-BE49-F238E27FC236}">
                <a16:creationId xmlns:a16="http://schemas.microsoft.com/office/drawing/2014/main" id="{590F9D2F-143C-77ED-5B6D-8E9A8CD7E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4857750"/>
            <a:ext cx="2490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电场能量密度</a:t>
            </a:r>
          </a:p>
        </p:txBody>
      </p:sp>
      <p:sp>
        <p:nvSpPr>
          <p:cNvPr id="20" name="Text Box 89">
            <a:extLst>
              <a:ext uri="{FF2B5EF4-FFF2-40B4-BE49-F238E27FC236}">
                <a16:creationId xmlns:a16="http://schemas.microsoft.com/office/drawing/2014/main" id="{315C1852-2051-0446-5354-6B48F4E8A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598613"/>
            <a:ext cx="373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(1) </a:t>
            </a:r>
            <a:r>
              <a:rPr lang="zh-CN" altLang="en-US" b="1">
                <a:solidFill>
                  <a:schemeClr val="bg1"/>
                </a:solidFill>
              </a:rPr>
              <a:t>平行板电容器</a:t>
            </a:r>
          </a:p>
        </p:txBody>
      </p:sp>
      <p:graphicFrame>
        <p:nvGraphicFramePr>
          <p:cNvPr id="21" name="Object 90">
            <a:extLst>
              <a:ext uri="{FF2B5EF4-FFF2-40B4-BE49-F238E27FC236}">
                <a16:creationId xmlns:a16="http://schemas.microsoft.com/office/drawing/2014/main" id="{0FFC97DC-DD73-D945-E489-0380FD21A1EA}"/>
              </a:ext>
            </a:extLst>
          </p:cNvPr>
          <p:cNvGraphicFramePr>
            <a:graphicFrameLocks/>
          </p:cNvGraphicFramePr>
          <p:nvPr/>
        </p:nvGraphicFramePr>
        <p:xfrm>
          <a:off x="3643313" y="1357313"/>
          <a:ext cx="117951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27636" imgH="769592" progId="Equation.3">
                  <p:embed/>
                </p:oleObj>
              </mc:Choice>
              <mc:Fallback>
                <p:oleObj name="公式" r:id="rId12" imgW="1127636" imgH="769592" progId="Equation.3">
                  <p:embed/>
                  <p:pic>
                    <p:nvPicPr>
                      <p:cNvPr id="0" name="Object 90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1357313"/>
                        <a:ext cx="1179512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7">
            <a:extLst>
              <a:ext uri="{FF2B5EF4-FFF2-40B4-BE49-F238E27FC236}">
                <a16:creationId xmlns:a16="http://schemas.microsoft.com/office/drawing/2014/main" id="{7AAD3B61-C660-CD75-F89E-C5E0924F9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242887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(2) </a:t>
            </a:r>
            <a:r>
              <a:rPr lang="zh-CN" altLang="en-US" b="1">
                <a:solidFill>
                  <a:schemeClr val="bg1"/>
                </a:solidFill>
              </a:rPr>
              <a:t>球形电容器</a:t>
            </a:r>
          </a:p>
        </p:txBody>
      </p:sp>
      <p:graphicFrame>
        <p:nvGraphicFramePr>
          <p:cNvPr id="23" name="Object 11">
            <a:extLst>
              <a:ext uri="{FF2B5EF4-FFF2-40B4-BE49-F238E27FC236}">
                <a16:creationId xmlns:a16="http://schemas.microsoft.com/office/drawing/2014/main" id="{55F907EE-4358-27B3-FBA1-D5A8E155BE47}"/>
              </a:ext>
            </a:extLst>
          </p:cNvPr>
          <p:cNvGraphicFramePr>
            <a:graphicFrameLocks/>
          </p:cNvGraphicFramePr>
          <p:nvPr/>
        </p:nvGraphicFramePr>
        <p:xfrm>
          <a:off x="3286125" y="2286000"/>
          <a:ext cx="27924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43449" imgH="860866" progId="Equation.DSMT4">
                  <p:embed/>
                </p:oleObj>
              </mc:Choice>
              <mc:Fallback>
                <p:oleObj name="Equation" r:id="rId14" imgW="2743449" imgH="860866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2286000"/>
                        <a:ext cx="27924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49">
            <a:extLst>
              <a:ext uri="{FF2B5EF4-FFF2-40B4-BE49-F238E27FC236}">
                <a16:creationId xmlns:a16="http://schemas.microsoft.com/office/drawing/2014/main" id="{26EAA4F5-9EE5-8B4A-3E8B-F804DFFF7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3500438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(3) </a:t>
            </a:r>
            <a:r>
              <a:rPr lang="zh-CN" altLang="en-US" b="1">
                <a:solidFill>
                  <a:schemeClr val="bg1"/>
                </a:solidFill>
              </a:rPr>
              <a:t>柱形电容器</a:t>
            </a:r>
          </a:p>
        </p:txBody>
      </p:sp>
      <p:graphicFrame>
        <p:nvGraphicFramePr>
          <p:cNvPr id="25" name="Object 12">
            <a:extLst>
              <a:ext uri="{FF2B5EF4-FFF2-40B4-BE49-F238E27FC236}">
                <a16:creationId xmlns:a16="http://schemas.microsoft.com/office/drawing/2014/main" id="{47330BCE-115E-CEC9-0928-6A207FBD733F}"/>
              </a:ext>
            </a:extLst>
          </p:cNvPr>
          <p:cNvGraphicFramePr>
            <a:graphicFrameLocks/>
          </p:cNvGraphicFramePr>
          <p:nvPr/>
        </p:nvGraphicFramePr>
        <p:xfrm>
          <a:off x="3643313" y="3357563"/>
          <a:ext cx="2246312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94560" imgH="1295289" progId="Equation.3">
                  <p:embed/>
                </p:oleObj>
              </mc:Choice>
              <mc:Fallback>
                <p:oleObj name="Equation" r:id="rId16" imgW="2194560" imgH="1295289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3313" y="3357563"/>
                        <a:ext cx="2246312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1" grpId="0" animBg="1"/>
      <p:bldP spid="13" grpId="0" animBg="1"/>
      <p:bldP spid="15" grpId="0" animBg="1"/>
      <p:bldP spid="16" grpId="0" autoUpdateAnimBg="0"/>
      <p:bldP spid="19" grpId="0" autoUpdateAnimBg="0"/>
      <p:bldP spid="20" grpId="0" autoUpdateAnimBg="0"/>
      <p:bldP spid="22" grpId="0" autoUpdateAnimBg="0"/>
      <p:bldP spid="24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5D69B4E-49A1-472D-F1FD-C3826EC81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" y="877888"/>
            <a:ext cx="83550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外电场</a:t>
            </a:r>
            <a:r>
              <a:rPr lang="en-US" altLang="zh-CN" b="1" i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baseline="-25000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="1">
                <a:solidFill>
                  <a:srgbClr val="00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↑</a:t>
            </a:r>
            <a:r>
              <a:rPr lang="en-US" altLang="zh-CN" sz="3600" b="1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b="1">
                <a:solidFill>
                  <a:srgbClr val="00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极化</a:t>
            </a:r>
            <a:r>
              <a:rPr lang="zh-CN" altLang="en-US" sz="2800">
                <a:solidFill>
                  <a:srgbClr val="FFFF00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2800">
                <a:solidFill>
                  <a:srgbClr val="FFFF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´</a:t>
            </a:r>
            <a:r>
              <a:rPr lang="en-US" altLang="zh-CN" sz="2800" b="1">
                <a:solidFill>
                  <a:srgbClr val="00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↑ </a:t>
            </a:r>
            <a:r>
              <a:rPr lang="en-US" altLang="zh-CN" sz="3600" b="1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介质内电场</a:t>
            </a:r>
            <a:r>
              <a:rPr lang="zh-CN" altLang="en-US" b="1">
                <a:solidFill>
                  <a:srgbClr val="00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>
                <a:solidFill>
                  <a:srgbClr val="00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↑ </a:t>
            </a:r>
            <a:r>
              <a:rPr lang="en-US" altLang="zh-CN" sz="3600" b="1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击穿。</a:t>
            </a:r>
          </a:p>
        </p:txBody>
      </p:sp>
      <p:sp>
        <p:nvSpPr>
          <p:cNvPr id="89107" name="Rectangle 19">
            <a:extLst>
              <a:ext uri="{FF2B5EF4-FFF2-40B4-BE49-F238E27FC236}">
                <a16:creationId xmlns:a16="http://schemas.microsoft.com/office/drawing/2014/main" id="{8C90F4C5-41FD-77F1-7565-3826BD70A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400"/>
            <a:ext cx="476250" cy="831850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89130" name="Rectangle 42">
            <a:extLst>
              <a:ext uri="{FF2B5EF4-FFF2-40B4-BE49-F238E27FC236}">
                <a16:creationId xmlns:a16="http://schemas.microsoft.com/office/drawing/2014/main" id="{70FA92AB-9C4B-8F76-B813-7901DBC2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115888"/>
            <a:ext cx="628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对极性分子物质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是否有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位移极化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?</a:t>
            </a:r>
          </a:p>
        </p:txBody>
      </p:sp>
      <p:sp>
        <p:nvSpPr>
          <p:cNvPr id="89132" name="Rectangle 44">
            <a:extLst>
              <a:ext uri="{FF2B5EF4-FFF2-40B4-BE49-F238E27FC236}">
                <a16:creationId xmlns:a16="http://schemas.microsoft.com/office/drawing/2014/main" id="{530C01CD-C798-3A4C-0075-0A4C083EB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573088"/>
            <a:ext cx="561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位移极化、</a:t>
            </a:r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</a:rPr>
              <a:t>取向极化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各有什么特点？</a:t>
            </a:r>
            <a:endParaRPr lang="zh-CN" altLang="en-US" b="1">
              <a:solidFill>
                <a:srgbClr val="00FF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52" name="Picture 10" descr="http://a4.att.hudong.com/57/10/01300000044935120162108330517_s.jpg">
            <a:extLst>
              <a:ext uri="{FF2B5EF4-FFF2-40B4-BE49-F238E27FC236}">
                <a16:creationId xmlns:a16="http://schemas.microsoft.com/office/drawing/2014/main" id="{A86BC122-3672-559E-24FE-0C9F58A13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700213"/>
            <a:ext cx="31623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18" descr="http://a2.att.hudong.com/69/13/01000000000000119081398167369.jpg">
            <a:extLst>
              <a:ext uri="{FF2B5EF4-FFF2-40B4-BE49-F238E27FC236}">
                <a16:creationId xmlns:a16="http://schemas.microsoft.com/office/drawing/2014/main" id="{2589A720-D679-B88D-5CA7-864E3E815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700213"/>
            <a:ext cx="3168650" cy="221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16" descr="http://a1.att.hudong.com/63/13/01000000000000119081398158663.jpg">
            <a:extLst>
              <a:ext uri="{FF2B5EF4-FFF2-40B4-BE49-F238E27FC236}">
                <a16:creationId xmlns:a16="http://schemas.microsoft.com/office/drawing/2014/main" id="{E826E9E0-ED75-7A66-D294-43A3780D7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022725"/>
            <a:ext cx="3024188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6" descr="http://wiki.cdstm.cn/uploads/201208/00110_01288_00003.jpg">
            <a:extLst>
              <a:ext uri="{FF2B5EF4-FFF2-40B4-BE49-F238E27FC236}">
                <a16:creationId xmlns:a16="http://schemas.microsoft.com/office/drawing/2014/main" id="{B8414688-3120-0A38-DE77-F78A04637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025900"/>
            <a:ext cx="295275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/>
      <p:bldP spid="89107" grpId="0" animBg="1" autoUpdateAnimBg="0"/>
      <p:bldP spid="89130" grpId="0" autoUpdateAnimBg="0"/>
      <p:bldP spid="8913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Text Box 2">
            <a:extLst>
              <a:ext uri="{FF2B5EF4-FFF2-40B4-BE49-F238E27FC236}">
                <a16:creationId xmlns:a16="http://schemas.microsoft.com/office/drawing/2014/main" id="{3573E8F9-79E9-0E8B-CA5A-932B77304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662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三</a:t>
            </a:r>
            <a:r>
              <a:rPr lang="en-US" altLang="zh-CN" b="1">
                <a:solidFill>
                  <a:schemeClr val="bg1"/>
                </a:solidFill>
                <a:ea typeface="楷体_GB2312" pitchFamily="49" charset="-122"/>
              </a:rPr>
              <a:t>. 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介质中的电场    束缚电荷面密度</a:t>
            </a:r>
          </a:p>
        </p:txBody>
      </p:sp>
      <p:sp>
        <p:nvSpPr>
          <p:cNvPr id="284675" name="Text Box 3">
            <a:extLst>
              <a:ext uri="{FF2B5EF4-FFF2-40B4-BE49-F238E27FC236}">
                <a16:creationId xmlns:a16="http://schemas.microsoft.com/office/drawing/2014/main" id="{F1891217-A308-80BC-FD72-5E43C3142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85800"/>
            <a:ext cx="510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0000"/>
                        <a:invGamma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电介质极化的宏观表现</a:t>
            </a:r>
          </a:p>
        </p:txBody>
      </p:sp>
      <p:sp>
        <p:nvSpPr>
          <p:cNvPr id="284676" name="Text Box 4">
            <a:extLst>
              <a:ext uri="{FF2B5EF4-FFF2-40B4-BE49-F238E27FC236}">
                <a16:creationId xmlns:a16="http://schemas.microsoft.com/office/drawing/2014/main" id="{AD03A94D-D608-9C9B-F098-C095789F1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96975"/>
            <a:ext cx="76327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/>
                    </a:gs>
                    <a:gs pos="100000">
                      <a:schemeClr val="bg2">
                        <a:gamma/>
                        <a:shade val="60000"/>
                        <a:invGamma/>
                      </a:scheme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在垂直于外电场的端面上出现极化电荷，其面密度的大小反映介质极化的程度 </a:t>
            </a:r>
          </a:p>
        </p:txBody>
      </p:sp>
      <p:sp>
        <p:nvSpPr>
          <p:cNvPr id="284677" name="Rectangle 5">
            <a:extLst>
              <a:ext uri="{FF2B5EF4-FFF2-40B4-BE49-F238E27FC236}">
                <a16:creationId xmlns:a16="http://schemas.microsoft.com/office/drawing/2014/main" id="{90D5784D-DD25-0C9E-388A-C972A40CC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989138"/>
            <a:ext cx="2897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rgbClr val="FF9900"/>
                </a:solidFill>
              </a:rPr>
              <a:t>电</a:t>
            </a:r>
            <a:r>
              <a:rPr lang="zh-CN" altLang="en-US" b="1">
                <a:solidFill>
                  <a:srgbClr val="FF9900"/>
                </a:solidFill>
                <a:latin typeface="宋体" panose="02010600030101010101" pitchFamily="2" charset="-122"/>
              </a:rPr>
              <a:t>极化强度</a:t>
            </a:r>
          </a:p>
        </p:txBody>
      </p:sp>
      <p:sp>
        <p:nvSpPr>
          <p:cNvPr id="284678" name="Rectangle 6">
            <a:extLst>
              <a:ext uri="{FF2B5EF4-FFF2-40B4-BE49-F238E27FC236}">
                <a16:creationId xmlns:a16="http://schemas.microsoft.com/office/drawing/2014/main" id="{0EC18246-AAE6-075B-2317-67AE45CF4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2495550"/>
            <a:ext cx="79994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电偶极子排列的有序程度反映了介质被极化的程度</a:t>
            </a:r>
            <a:r>
              <a:rPr lang="en-US" altLang="zh-CN" b="1">
                <a:solidFill>
                  <a:schemeClr val="bg1"/>
                </a:solidFill>
              </a:rPr>
              <a:t>, </a:t>
            </a:r>
            <a:r>
              <a:rPr lang="zh-CN" altLang="en-US" b="1">
                <a:solidFill>
                  <a:schemeClr val="bg1"/>
                </a:solidFill>
              </a:rPr>
              <a:t>排列愈有序，说明极化愈强烈。</a:t>
            </a:r>
          </a:p>
        </p:txBody>
      </p:sp>
      <p:sp>
        <p:nvSpPr>
          <p:cNvPr id="284679" name="Freeform 7">
            <a:extLst>
              <a:ext uri="{FF2B5EF4-FFF2-40B4-BE49-F238E27FC236}">
                <a16:creationId xmlns:a16="http://schemas.microsoft.com/office/drawing/2014/main" id="{46B3854A-04E1-389F-B67B-3FDBAA8D3DF4}"/>
              </a:ext>
            </a:extLst>
          </p:cNvPr>
          <p:cNvSpPr>
            <a:spLocks/>
          </p:cNvSpPr>
          <p:nvPr/>
        </p:nvSpPr>
        <p:spPr bwMode="auto">
          <a:xfrm>
            <a:off x="6513513" y="3970338"/>
            <a:ext cx="2052637" cy="1187450"/>
          </a:xfrm>
          <a:custGeom>
            <a:avLst/>
            <a:gdLst>
              <a:gd name="T0" fmla="*/ 7 w 1293"/>
              <a:gd name="T1" fmla="*/ 468 h 748"/>
              <a:gd name="T2" fmla="*/ 98 w 1293"/>
              <a:gd name="T3" fmla="*/ 287 h 748"/>
              <a:gd name="T4" fmla="*/ 280 w 1293"/>
              <a:gd name="T5" fmla="*/ 106 h 748"/>
              <a:gd name="T6" fmla="*/ 642 w 1293"/>
              <a:gd name="T7" fmla="*/ 15 h 748"/>
              <a:gd name="T8" fmla="*/ 960 w 1293"/>
              <a:gd name="T9" fmla="*/ 15 h 748"/>
              <a:gd name="T10" fmla="*/ 1232 w 1293"/>
              <a:gd name="T11" fmla="*/ 106 h 748"/>
              <a:gd name="T12" fmla="*/ 1232 w 1293"/>
              <a:gd name="T13" fmla="*/ 423 h 748"/>
              <a:gd name="T14" fmla="*/ 869 w 1293"/>
              <a:gd name="T15" fmla="*/ 695 h 748"/>
              <a:gd name="T16" fmla="*/ 370 w 1293"/>
              <a:gd name="T17" fmla="*/ 741 h 748"/>
              <a:gd name="T18" fmla="*/ 53 w 1293"/>
              <a:gd name="T19" fmla="*/ 650 h 748"/>
              <a:gd name="T20" fmla="*/ 7 w 1293"/>
              <a:gd name="T21" fmla="*/ 468 h 7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293" h="748">
                <a:moveTo>
                  <a:pt x="7" y="468"/>
                </a:moveTo>
                <a:cubicBezTo>
                  <a:pt x="14" y="408"/>
                  <a:pt x="53" y="347"/>
                  <a:pt x="98" y="287"/>
                </a:cubicBezTo>
                <a:cubicBezTo>
                  <a:pt x="143" y="227"/>
                  <a:pt x="189" y="151"/>
                  <a:pt x="280" y="106"/>
                </a:cubicBezTo>
                <a:cubicBezTo>
                  <a:pt x="371" y="61"/>
                  <a:pt x="529" y="30"/>
                  <a:pt x="642" y="15"/>
                </a:cubicBezTo>
                <a:cubicBezTo>
                  <a:pt x="755" y="0"/>
                  <a:pt x="862" y="0"/>
                  <a:pt x="960" y="15"/>
                </a:cubicBezTo>
                <a:cubicBezTo>
                  <a:pt x="1058" y="30"/>
                  <a:pt x="1187" y="38"/>
                  <a:pt x="1232" y="106"/>
                </a:cubicBezTo>
                <a:cubicBezTo>
                  <a:pt x="1277" y="174"/>
                  <a:pt x="1293" y="325"/>
                  <a:pt x="1232" y="423"/>
                </a:cubicBezTo>
                <a:cubicBezTo>
                  <a:pt x="1171" y="521"/>
                  <a:pt x="1013" y="642"/>
                  <a:pt x="869" y="695"/>
                </a:cubicBezTo>
                <a:cubicBezTo>
                  <a:pt x="725" y="748"/>
                  <a:pt x="506" y="748"/>
                  <a:pt x="370" y="741"/>
                </a:cubicBezTo>
                <a:cubicBezTo>
                  <a:pt x="234" y="734"/>
                  <a:pt x="106" y="703"/>
                  <a:pt x="53" y="650"/>
                </a:cubicBezTo>
                <a:cubicBezTo>
                  <a:pt x="0" y="597"/>
                  <a:pt x="0" y="528"/>
                  <a:pt x="7" y="468"/>
                </a:cubicBezTo>
                <a:close/>
              </a:path>
            </a:pathLst>
          </a:custGeom>
          <a:gradFill rotWithShape="1">
            <a:gsLst>
              <a:gs pos="0">
                <a:srgbClr val="66CCFF">
                  <a:alpha val="77000"/>
                </a:srgbClr>
              </a:gs>
              <a:gs pos="100000">
                <a:srgbClr val="66CCFF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4680" name="Object 8">
            <a:extLst>
              <a:ext uri="{FF2B5EF4-FFF2-40B4-BE49-F238E27FC236}">
                <a16:creationId xmlns:a16="http://schemas.microsoft.com/office/drawing/2014/main" id="{E56DA283-0946-DD16-81A6-DEF1BA607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15350" y="3789363"/>
          <a:ext cx="277813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9360" imgH="368280" progId="Equation.3">
                  <p:embed/>
                </p:oleObj>
              </mc:Choice>
              <mc:Fallback>
                <p:oleObj name="公式" r:id="rId2" imgW="279360" imgH="368280" progId="Equation.3">
                  <p:embed/>
                  <p:pic>
                    <p:nvPicPr>
                      <p:cNvPr id="284680" name="Object 8">
                        <a:extLst>
                          <a:ext uri="{FF2B5EF4-FFF2-40B4-BE49-F238E27FC236}">
                            <a16:creationId xmlns:a16="http://schemas.microsoft.com/office/drawing/2014/main" id="{E56DA283-0946-DD16-81A6-DEF1BA607D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5350" y="3789363"/>
                        <a:ext cx="277813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4681" name="Group 9">
            <a:extLst>
              <a:ext uri="{FF2B5EF4-FFF2-40B4-BE49-F238E27FC236}">
                <a16:creationId xmlns:a16="http://schemas.microsoft.com/office/drawing/2014/main" id="{C4A4CD66-4601-B8E7-9CDB-83BCB873D0F4}"/>
              </a:ext>
            </a:extLst>
          </p:cNvPr>
          <p:cNvGrpSpPr>
            <a:grpSpLocks/>
          </p:cNvGrpSpPr>
          <p:nvPr/>
        </p:nvGrpSpPr>
        <p:grpSpPr bwMode="auto">
          <a:xfrm>
            <a:off x="7023100" y="4191000"/>
            <a:ext cx="1143000" cy="762000"/>
            <a:chOff x="4176" y="1392"/>
            <a:chExt cx="720" cy="480"/>
          </a:xfrm>
        </p:grpSpPr>
        <p:sp>
          <p:nvSpPr>
            <p:cNvPr id="284682" name="Line 10">
              <a:extLst>
                <a:ext uri="{FF2B5EF4-FFF2-40B4-BE49-F238E27FC236}">
                  <a16:creationId xmlns:a16="http://schemas.microsoft.com/office/drawing/2014/main" id="{34E288B0-F61D-679E-D216-F059B5A5C6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1392"/>
              <a:ext cx="288" cy="144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683" name="Line 11">
              <a:extLst>
                <a:ext uri="{FF2B5EF4-FFF2-40B4-BE49-F238E27FC236}">
                  <a16:creationId xmlns:a16="http://schemas.microsoft.com/office/drawing/2014/main" id="{037F4E31-1163-944B-CAC6-6E0795A80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488"/>
              <a:ext cx="240" cy="144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684" name="Line 12">
              <a:extLst>
                <a:ext uri="{FF2B5EF4-FFF2-40B4-BE49-F238E27FC236}">
                  <a16:creationId xmlns:a16="http://schemas.microsoft.com/office/drawing/2014/main" id="{E5EB3023-34CF-AD9C-E4B1-D6FE60EC08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488"/>
              <a:ext cx="144" cy="24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685" name="Line 13">
              <a:extLst>
                <a:ext uri="{FF2B5EF4-FFF2-40B4-BE49-F238E27FC236}">
                  <a16:creationId xmlns:a16="http://schemas.microsoft.com/office/drawing/2014/main" id="{F827FE02-E92E-90F5-D4AE-E34DE8991D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1632"/>
              <a:ext cx="96" cy="19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686" name="Line 14">
              <a:extLst>
                <a:ext uri="{FF2B5EF4-FFF2-40B4-BE49-F238E27FC236}">
                  <a16:creationId xmlns:a16="http://schemas.microsoft.com/office/drawing/2014/main" id="{9ECA14C6-588A-F0BD-A726-73F1ED92B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680"/>
              <a:ext cx="0" cy="19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687" name="Line 15">
              <a:extLst>
                <a:ext uri="{FF2B5EF4-FFF2-40B4-BE49-F238E27FC236}">
                  <a16:creationId xmlns:a16="http://schemas.microsoft.com/office/drawing/2014/main" id="{4C1ED7DD-4AB7-1813-00CB-540BC541E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1536"/>
              <a:ext cx="240" cy="144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84688" name="Object 16">
            <a:extLst>
              <a:ext uri="{FF2B5EF4-FFF2-40B4-BE49-F238E27FC236}">
                <a16:creationId xmlns:a16="http://schemas.microsoft.com/office/drawing/2014/main" id="{3F1D42D9-A616-A0A7-BF16-F43D3B18F5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1750" y="3644900"/>
          <a:ext cx="525463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20560" imgH="304560" progId="Equation.3">
                  <p:embed/>
                </p:oleObj>
              </mc:Choice>
              <mc:Fallback>
                <p:oleObj name="公式" r:id="rId4" imgW="520560" imgH="304560" progId="Equation.3">
                  <p:embed/>
                  <p:pic>
                    <p:nvPicPr>
                      <p:cNvPr id="284688" name="Object 16">
                        <a:extLst>
                          <a:ext uri="{FF2B5EF4-FFF2-40B4-BE49-F238E27FC236}">
                            <a16:creationId xmlns:a16="http://schemas.microsoft.com/office/drawing/2014/main" id="{3F1D42D9-A616-A0A7-BF16-F43D3B18F5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0" y="3644900"/>
                        <a:ext cx="525463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9" name="AutoShape 17">
            <a:extLst>
              <a:ext uri="{FF2B5EF4-FFF2-40B4-BE49-F238E27FC236}">
                <a16:creationId xmlns:a16="http://schemas.microsoft.com/office/drawing/2014/main" id="{101F1733-380B-64A8-F1C1-E31383298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4650" y="3141663"/>
            <a:ext cx="2819400" cy="831850"/>
          </a:xfrm>
          <a:prstGeom prst="wedgeRectCallout">
            <a:avLst>
              <a:gd name="adj1" fmla="val 48421"/>
              <a:gd name="adj2" fmla="val 102292"/>
            </a:avLst>
          </a:prstGeom>
          <a:gradFill rotWithShape="1">
            <a:gsLst>
              <a:gs pos="0">
                <a:srgbClr val="800080">
                  <a:alpha val="58000"/>
                </a:srgbClr>
              </a:gs>
              <a:gs pos="100000">
                <a:srgbClr val="80008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宏观上无限小微观上无限大的体积元</a:t>
            </a:r>
            <a:endParaRPr lang="zh-CN" altLang="en-US" sz="3200" b="1"/>
          </a:p>
        </p:txBody>
      </p:sp>
      <p:sp>
        <p:nvSpPr>
          <p:cNvPr id="284690" name="AutoShape 18">
            <a:extLst>
              <a:ext uri="{FF2B5EF4-FFF2-40B4-BE49-F238E27FC236}">
                <a16:creationId xmlns:a16="http://schemas.microsoft.com/office/drawing/2014/main" id="{9FEE129E-0395-C87A-52BD-1926D6E39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7563" y="4437063"/>
            <a:ext cx="1765300" cy="831850"/>
          </a:xfrm>
          <a:prstGeom prst="wedgeRectCallout">
            <a:avLst>
              <a:gd name="adj1" fmla="val -81296"/>
              <a:gd name="adj2" fmla="val -39120"/>
            </a:avLst>
          </a:prstGeom>
          <a:solidFill>
            <a:srgbClr val="800080">
              <a:alpha val="52000"/>
            </a:srgbClr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</a:rPr>
              <a:t>每个分子的电偶极矩</a:t>
            </a:r>
          </a:p>
        </p:txBody>
      </p:sp>
      <p:graphicFrame>
        <p:nvGraphicFramePr>
          <p:cNvPr id="284691" name="Object 19">
            <a:extLst>
              <a:ext uri="{FF2B5EF4-FFF2-40B4-BE49-F238E27FC236}">
                <a16:creationId xmlns:a16="http://schemas.microsoft.com/office/drawing/2014/main" id="{982CD6F3-7E3A-E786-5AC3-4424A538FB0E}"/>
              </a:ext>
            </a:extLst>
          </p:cNvPr>
          <p:cNvGraphicFramePr>
            <a:graphicFrameLocks/>
          </p:cNvGraphicFramePr>
          <p:nvPr/>
        </p:nvGraphicFramePr>
        <p:xfrm>
          <a:off x="2179638" y="4294188"/>
          <a:ext cx="2008187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14400" imgH="520560" progId="Equation.3">
                  <p:embed/>
                </p:oleObj>
              </mc:Choice>
              <mc:Fallback>
                <p:oleObj name="公式" r:id="rId6" imgW="914400" imgH="520560" progId="Equation.3">
                  <p:embed/>
                  <p:pic>
                    <p:nvPicPr>
                      <p:cNvPr id="284691" name="Object 19">
                        <a:extLst>
                          <a:ext uri="{FF2B5EF4-FFF2-40B4-BE49-F238E27FC236}">
                            <a16:creationId xmlns:a16="http://schemas.microsoft.com/office/drawing/2014/main" id="{982CD6F3-7E3A-E786-5AC3-4424A538FB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4294188"/>
                        <a:ext cx="2008187" cy="114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66FF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92" name="Rectangle 20">
            <a:extLst>
              <a:ext uri="{FF2B5EF4-FFF2-40B4-BE49-F238E27FC236}">
                <a16:creationId xmlns:a16="http://schemas.microsoft.com/office/drawing/2014/main" id="{046BC2B6-E7D8-3CC6-19F8-F8A89F6BF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450" y="462915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b="1">
                <a:solidFill>
                  <a:schemeClr val="bg1"/>
                </a:solidFill>
              </a:rPr>
              <a:t>定义</a:t>
            </a:r>
          </a:p>
        </p:txBody>
      </p:sp>
      <p:graphicFrame>
        <p:nvGraphicFramePr>
          <p:cNvPr id="284693" name="Object 21">
            <a:extLst>
              <a:ext uri="{FF2B5EF4-FFF2-40B4-BE49-F238E27FC236}">
                <a16:creationId xmlns:a16="http://schemas.microsoft.com/office/drawing/2014/main" id="{548EF125-0FDA-E223-0599-8F7EE0B7FA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2032000"/>
          <a:ext cx="2778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9360" imgH="368280" progId="Equation.3">
                  <p:embed/>
                </p:oleObj>
              </mc:Choice>
              <mc:Fallback>
                <p:oleObj name="公式" r:id="rId2" imgW="279360" imgH="368280" progId="Equation.3">
                  <p:embed/>
                  <p:pic>
                    <p:nvPicPr>
                      <p:cNvPr id="284693" name="Object 21">
                        <a:extLst>
                          <a:ext uri="{FF2B5EF4-FFF2-40B4-BE49-F238E27FC236}">
                            <a16:creationId xmlns:a16="http://schemas.microsoft.com/office/drawing/2014/main" id="{548EF125-0FDA-E223-0599-8F7EE0B7FA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032000"/>
                        <a:ext cx="27781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284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28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84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84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4" grpId="0" autoUpdateAnimBg="0"/>
      <p:bldP spid="284675" grpId="0" autoUpdateAnimBg="0"/>
      <p:bldP spid="284676" grpId="0" autoUpdateAnimBg="0"/>
      <p:bldP spid="284678" grpId="0" autoUpdateAnimBg="0"/>
      <p:bldP spid="284689" grpId="0" animBg="1" autoUpdateAnimBg="0"/>
      <p:bldP spid="284690" grpId="0" animBg="1" autoUpdateAnimBg="0"/>
      <p:bldP spid="28469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Text Box 2">
            <a:extLst>
              <a:ext uri="{FF2B5EF4-FFF2-40B4-BE49-F238E27FC236}">
                <a16:creationId xmlns:a16="http://schemas.microsoft.com/office/drawing/2014/main" id="{97212A78-99C4-BB60-364E-0E1900486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电介质的极化对电场的影响</a:t>
            </a:r>
          </a:p>
        </p:txBody>
      </p:sp>
      <p:sp>
        <p:nvSpPr>
          <p:cNvPr id="283651" name="Text Box 3">
            <a:extLst>
              <a:ext uri="{FF2B5EF4-FFF2-40B4-BE49-F238E27FC236}">
                <a16:creationId xmlns:a16="http://schemas.microsoft.com/office/drawing/2014/main" id="{1A3812BF-ADD1-4B43-CB79-5E70050A7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85800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平行板电容器为例</a:t>
            </a:r>
          </a:p>
        </p:txBody>
      </p:sp>
      <p:sp>
        <p:nvSpPr>
          <p:cNvPr id="283652" name="Rectangle 4">
            <a:extLst>
              <a:ext uri="{FF2B5EF4-FFF2-40B4-BE49-F238E27FC236}">
                <a16:creationId xmlns:a16="http://schemas.microsoft.com/office/drawing/2014/main" id="{B0905D35-AB1E-6BF3-34A6-EF7981931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620713"/>
            <a:ext cx="381000" cy="2819400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005E76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4EE8300E-0517-0826-1608-054717B97ABE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620713"/>
            <a:ext cx="1295400" cy="2819400"/>
            <a:chOff x="1824" y="2064"/>
            <a:chExt cx="576" cy="1776"/>
          </a:xfrm>
        </p:grpSpPr>
        <p:sp>
          <p:nvSpPr>
            <p:cNvPr id="283654" name="Rectangle 6">
              <a:extLst>
                <a:ext uri="{FF2B5EF4-FFF2-40B4-BE49-F238E27FC236}">
                  <a16:creationId xmlns:a16="http://schemas.microsoft.com/office/drawing/2014/main" id="{1AC4C812-7E89-6AA7-7565-DD72AA5A7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64"/>
              <a:ext cx="576" cy="17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000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283655" name="Text Box 7">
              <a:extLst>
                <a:ext uri="{FF2B5EF4-FFF2-40B4-BE49-F238E27FC236}">
                  <a16:creationId xmlns:a16="http://schemas.microsoft.com/office/drawing/2014/main" id="{70541F85-7669-DF49-D85C-EC2698071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311"/>
              <a:ext cx="219" cy="120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000"/>
                    <a:invGamma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b="1">
                  <a:solidFill>
                    <a:srgbClr val="FFFF00"/>
                  </a:solidFill>
                  <a:ea typeface="楷体_GB2312" pitchFamily="49" charset="-122"/>
                </a:rPr>
                <a:t>电</a:t>
              </a:r>
            </a:p>
            <a:p>
              <a:pPr eaLnBrk="1" hangingPunct="1">
                <a:defRPr/>
              </a:pPr>
              <a:endParaRPr lang="zh-CN" altLang="en-US" b="1">
                <a:solidFill>
                  <a:srgbClr val="FFFF00"/>
                </a:solidFill>
                <a:ea typeface="楷体_GB2312" pitchFamily="49" charset="-122"/>
              </a:endParaRPr>
            </a:p>
            <a:p>
              <a:pPr eaLnBrk="1" hangingPunct="1">
                <a:defRPr/>
              </a:pPr>
              <a:r>
                <a:rPr lang="zh-CN" altLang="en-US" b="1">
                  <a:solidFill>
                    <a:srgbClr val="FFFF00"/>
                  </a:solidFill>
                  <a:ea typeface="楷体_GB2312" pitchFamily="49" charset="-122"/>
                </a:rPr>
                <a:t>介</a:t>
              </a:r>
            </a:p>
            <a:p>
              <a:pPr eaLnBrk="1" hangingPunct="1">
                <a:defRPr/>
              </a:pPr>
              <a:endParaRPr lang="zh-CN" altLang="en-US" b="1">
                <a:solidFill>
                  <a:srgbClr val="FFFF00"/>
                </a:solidFill>
                <a:ea typeface="楷体_GB2312" pitchFamily="49" charset="-122"/>
              </a:endParaRPr>
            </a:p>
            <a:p>
              <a:pPr eaLnBrk="1" hangingPunct="1">
                <a:defRPr/>
              </a:pPr>
              <a:r>
                <a:rPr lang="zh-CN" altLang="en-US" b="1">
                  <a:solidFill>
                    <a:srgbClr val="FFFF00"/>
                  </a:solidFill>
                  <a:ea typeface="楷体_GB2312" pitchFamily="49" charset="-122"/>
                </a:rPr>
                <a:t>质</a:t>
              </a:r>
            </a:p>
          </p:txBody>
        </p:sp>
      </p:grpSp>
      <p:graphicFrame>
        <p:nvGraphicFramePr>
          <p:cNvPr id="283656" name="Object 8">
            <a:extLst>
              <a:ext uri="{FF2B5EF4-FFF2-40B4-BE49-F238E27FC236}">
                <a16:creationId xmlns:a16="http://schemas.microsoft.com/office/drawing/2014/main" id="{8C8155A8-5E66-401C-5404-1431F804AD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163513"/>
          <a:ext cx="50958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4456" imgH="99254" progId="Equation.3">
                  <p:embed/>
                </p:oleObj>
              </mc:Choice>
              <mc:Fallback>
                <p:oleObj name="公式" r:id="rId2" imgW="114456" imgH="9925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3513"/>
                        <a:ext cx="509588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7" name="Object 9">
            <a:extLst>
              <a:ext uri="{FF2B5EF4-FFF2-40B4-BE49-F238E27FC236}">
                <a16:creationId xmlns:a16="http://schemas.microsoft.com/office/drawing/2014/main" id="{9D009C25-8AC6-31CA-8947-1C1C030D48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239713"/>
          <a:ext cx="6858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8413" imgH="99254" progId="Equation.3">
                  <p:embed/>
                </p:oleObj>
              </mc:Choice>
              <mc:Fallback>
                <p:oleObj name="公式" r:id="rId4" imgW="228413" imgH="9925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239713"/>
                        <a:ext cx="6858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58" name="Object 10">
            <a:extLst>
              <a:ext uri="{FF2B5EF4-FFF2-40B4-BE49-F238E27FC236}">
                <a16:creationId xmlns:a16="http://schemas.microsoft.com/office/drawing/2014/main" id="{714370AE-DFAE-5388-A019-85332A10A6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219200"/>
          <a:ext cx="21224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85738" imgH="190528" progId="Equation.3">
                  <p:embed/>
                </p:oleObj>
              </mc:Choice>
              <mc:Fallback>
                <p:oleObj name="公式" r:id="rId6" imgW="685738" imgH="19052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19200"/>
                        <a:ext cx="21224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59" name="Text Box 11">
            <a:extLst>
              <a:ext uri="{FF2B5EF4-FFF2-40B4-BE49-F238E27FC236}">
                <a16:creationId xmlns:a16="http://schemas.microsoft.com/office/drawing/2014/main" id="{1E417CD9-08CE-42BD-ED3B-028091295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19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由自由电荷建立的电场</a:t>
            </a:r>
          </a:p>
        </p:txBody>
      </p:sp>
      <p:sp>
        <p:nvSpPr>
          <p:cNvPr id="283660" name="Line 12">
            <a:extLst>
              <a:ext uri="{FF2B5EF4-FFF2-40B4-BE49-F238E27FC236}">
                <a16:creationId xmlns:a16="http://schemas.microsoft.com/office/drawing/2014/main" id="{5030F1A5-1EE6-E4F7-8628-BF96C8F9A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2373313"/>
            <a:ext cx="1295400" cy="0"/>
          </a:xfrm>
          <a:prstGeom prst="line">
            <a:avLst/>
          </a:prstGeom>
          <a:noFill/>
          <a:ln w="476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3661" name="Object 13">
            <a:extLst>
              <a:ext uri="{FF2B5EF4-FFF2-40B4-BE49-F238E27FC236}">
                <a16:creationId xmlns:a16="http://schemas.microsoft.com/office/drawing/2014/main" id="{E3A8E057-4853-1025-CD3E-7FEEB829A4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0638" y="1722438"/>
          <a:ext cx="6445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702" imgH="190528" progId="Equation.3">
                  <p:embed/>
                </p:oleObj>
              </mc:Choice>
              <mc:Fallback>
                <p:oleObj name="Equation" r:id="rId8" imgW="167702" imgH="19052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0638" y="1722438"/>
                        <a:ext cx="6445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2" name="Text Box 14">
            <a:extLst>
              <a:ext uri="{FF2B5EF4-FFF2-40B4-BE49-F238E27FC236}">
                <a16:creationId xmlns:a16="http://schemas.microsoft.com/office/drawing/2014/main" id="{3E1AC346-3BD3-4334-8273-FFF412A8D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由束缚电荷建立的电场</a:t>
            </a:r>
          </a:p>
        </p:txBody>
      </p:sp>
      <p:graphicFrame>
        <p:nvGraphicFramePr>
          <p:cNvPr id="283663" name="Object 15">
            <a:extLst>
              <a:ext uri="{FF2B5EF4-FFF2-40B4-BE49-F238E27FC236}">
                <a16:creationId xmlns:a16="http://schemas.microsoft.com/office/drawing/2014/main" id="{B6273CD7-899C-DA8C-9A8A-6956CD99E8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828800"/>
          <a:ext cx="20462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62847" imgH="190528" progId="Equation.3">
                  <p:embed/>
                </p:oleObj>
              </mc:Choice>
              <mc:Fallback>
                <p:oleObj name="公式" r:id="rId10" imgW="662847" imgH="190528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828800"/>
                        <a:ext cx="20462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64" name="AutoShape 16">
            <a:extLst>
              <a:ext uri="{FF2B5EF4-FFF2-40B4-BE49-F238E27FC236}">
                <a16:creationId xmlns:a16="http://schemas.microsoft.com/office/drawing/2014/main" id="{0AE24622-E6CB-6E27-D3FF-E9CAA6F6DC91}"/>
              </a:ext>
            </a:extLst>
          </p:cNvPr>
          <p:cNvSpPr>
            <a:spLocks/>
          </p:cNvSpPr>
          <p:nvPr/>
        </p:nvSpPr>
        <p:spPr bwMode="auto">
          <a:xfrm>
            <a:off x="228600" y="1219200"/>
            <a:ext cx="457200" cy="1143000"/>
          </a:xfrm>
          <a:prstGeom prst="leftBrace">
            <a:avLst>
              <a:gd name="adj1" fmla="val 20833"/>
              <a:gd name="adj2" fmla="val 50000"/>
            </a:avLst>
          </a:prstGeom>
          <a:noFill/>
          <a:ln w="4127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3665" name="Line 17">
            <a:extLst>
              <a:ext uri="{FF2B5EF4-FFF2-40B4-BE49-F238E27FC236}">
                <a16:creationId xmlns:a16="http://schemas.microsoft.com/office/drawing/2014/main" id="{625269D7-74DB-8CCE-201E-B185C73C40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1535113"/>
            <a:ext cx="1295400" cy="0"/>
          </a:xfrm>
          <a:prstGeom prst="line">
            <a:avLst/>
          </a:prstGeom>
          <a:noFill/>
          <a:ln w="539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3666" name="Object 18">
            <a:extLst>
              <a:ext uri="{FF2B5EF4-FFF2-40B4-BE49-F238E27FC236}">
                <a16:creationId xmlns:a16="http://schemas.microsoft.com/office/drawing/2014/main" id="{34823457-2874-0789-EA81-6978EB89BE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904875"/>
          <a:ext cx="5953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7702" imgH="129679" progId="Equation.3">
                  <p:embed/>
                </p:oleObj>
              </mc:Choice>
              <mc:Fallback>
                <p:oleObj name="Equation" r:id="rId12" imgW="167702" imgH="12967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904875"/>
                        <a:ext cx="5953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7" name="Object 19">
            <a:extLst>
              <a:ext uri="{FF2B5EF4-FFF2-40B4-BE49-F238E27FC236}">
                <a16:creationId xmlns:a16="http://schemas.microsoft.com/office/drawing/2014/main" id="{12725B0C-D034-9061-A538-3A4B7850F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3440113"/>
          <a:ext cx="8382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51304" imgH="137160" progId="Equation.3">
                  <p:embed/>
                </p:oleObj>
              </mc:Choice>
              <mc:Fallback>
                <p:oleObj name="公式" r:id="rId14" imgW="251304" imgH="1371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440113"/>
                        <a:ext cx="83820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8" name="Object 20">
            <a:extLst>
              <a:ext uri="{FF2B5EF4-FFF2-40B4-BE49-F238E27FC236}">
                <a16:creationId xmlns:a16="http://schemas.microsoft.com/office/drawing/2014/main" id="{AA0B9FE0-40CE-B59B-41E1-C103A8EC4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3440113"/>
          <a:ext cx="59531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7347" imgH="137160" progId="Equation.3">
                  <p:embed/>
                </p:oleObj>
              </mc:Choice>
              <mc:Fallback>
                <p:oleObj name="公式" r:id="rId16" imgW="137347" imgH="13716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3440113"/>
                        <a:ext cx="59531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9" name="Object 21">
            <a:extLst>
              <a:ext uri="{FF2B5EF4-FFF2-40B4-BE49-F238E27FC236}">
                <a16:creationId xmlns:a16="http://schemas.microsoft.com/office/drawing/2014/main" id="{8B37BD13-BA14-76E6-DA74-9BD7D3889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819400"/>
          <a:ext cx="3733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56547" imgH="396018" progId="Equation.3">
                  <p:embed/>
                </p:oleObj>
              </mc:Choice>
              <mc:Fallback>
                <p:oleObj name="公式" r:id="rId18" imgW="1356547" imgH="396018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819400"/>
                        <a:ext cx="3733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0" name="Text Box 22">
            <a:extLst>
              <a:ext uri="{FF2B5EF4-FFF2-40B4-BE49-F238E27FC236}">
                <a16:creationId xmlns:a16="http://schemas.microsoft.com/office/drawing/2014/main" id="{D69A9B93-9D68-366D-B492-326945D02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438400"/>
            <a:ext cx="518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ea typeface="楷体_GB2312" pitchFamily="49" charset="-122"/>
              </a:rPr>
              <a:t>•  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电介质内部任意一点的场强</a:t>
            </a:r>
          </a:p>
        </p:txBody>
      </p:sp>
      <p:graphicFrame>
        <p:nvGraphicFramePr>
          <p:cNvPr id="283671" name="Object 23">
            <a:extLst>
              <a:ext uri="{FF2B5EF4-FFF2-40B4-BE49-F238E27FC236}">
                <a16:creationId xmlns:a16="http://schemas.microsoft.com/office/drawing/2014/main" id="{35C0EC4F-DDA5-E476-B5FD-634CCC1CBA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343400"/>
          <a:ext cx="28194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20171" imgH="403999" progId="Equation.3">
                  <p:embed/>
                </p:oleObj>
              </mc:Choice>
              <mc:Fallback>
                <p:oleObj name="公式" r:id="rId20" imgW="1120171" imgH="40399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343400"/>
                        <a:ext cx="28194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2" name="Text Box 24">
            <a:extLst>
              <a:ext uri="{FF2B5EF4-FFF2-40B4-BE49-F238E27FC236}">
                <a16:creationId xmlns:a16="http://schemas.microsoft.com/office/drawing/2014/main" id="{0F4D7D79-5A5B-3B3C-BE42-5F84D26C7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810000"/>
            <a:ext cx="1905000" cy="457200"/>
          </a:xfrm>
          <a:prstGeom prst="rect">
            <a:avLst/>
          </a:prstGeom>
          <a:solidFill>
            <a:srgbClr val="0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实验结果：</a:t>
            </a:r>
          </a:p>
        </p:txBody>
      </p:sp>
      <p:graphicFrame>
        <p:nvGraphicFramePr>
          <p:cNvPr id="283673" name="Object 25">
            <a:extLst>
              <a:ext uri="{FF2B5EF4-FFF2-40B4-BE49-F238E27FC236}">
                <a16:creationId xmlns:a16="http://schemas.microsoft.com/office/drawing/2014/main" id="{66D8AFB4-561C-8473-8E6B-F6D1175663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8100" y="4343400"/>
          <a:ext cx="1409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34433" imgH="396018" progId="Equation.3">
                  <p:embed/>
                </p:oleObj>
              </mc:Choice>
              <mc:Fallback>
                <p:oleObj name="公式" r:id="rId22" imgW="434433" imgH="396018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4343400"/>
                        <a:ext cx="1409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4" name="AutoShape 26">
            <a:extLst>
              <a:ext uri="{FF2B5EF4-FFF2-40B4-BE49-F238E27FC236}">
                <a16:creationId xmlns:a16="http://schemas.microsoft.com/office/drawing/2014/main" id="{BE813245-C7A5-4ACB-7CCB-0992041E8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648200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83675" name="Object 27">
            <a:extLst>
              <a:ext uri="{FF2B5EF4-FFF2-40B4-BE49-F238E27FC236}">
                <a16:creationId xmlns:a16="http://schemas.microsoft.com/office/drawing/2014/main" id="{4EF7DA1D-9C9C-DF29-54D0-962E240741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4343400"/>
          <a:ext cx="27432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14649" imgH="441905" progId="Equation.3">
                  <p:embed/>
                </p:oleObj>
              </mc:Choice>
              <mc:Fallback>
                <p:oleObj name="公式" r:id="rId24" imgW="914649" imgH="44190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343400"/>
                        <a:ext cx="2743200" cy="11430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6" name="Text Box 28">
            <a:extLst>
              <a:ext uri="{FF2B5EF4-FFF2-40B4-BE49-F238E27FC236}">
                <a16:creationId xmlns:a16="http://schemas.microsoft.com/office/drawing/2014/main" id="{D1C9F34B-BDE9-FA63-5B5D-2C837CD66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562600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</a:rPr>
              <a:t>四</a:t>
            </a:r>
            <a:r>
              <a:rPr lang="en-US" altLang="zh-CN" b="1" dirty="0">
                <a:solidFill>
                  <a:schemeClr val="bg1"/>
                </a:solidFill>
                <a:ea typeface="楷体_GB2312" pitchFamily="49" charset="-122"/>
              </a:rPr>
              <a:t>.   </a:t>
            </a:r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</a:rPr>
              <a:t>含电介质的高斯定理     电位移矢量</a:t>
            </a:r>
          </a:p>
        </p:txBody>
      </p:sp>
      <p:grpSp>
        <p:nvGrpSpPr>
          <p:cNvPr id="3" name="Group 29">
            <a:extLst>
              <a:ext uri="{FF2B5EF4-FFF2-40B4-BE49-F238E27FC236}">
                <a16:creationId xmlns:a16="http://schemas.microsoft.com/office/drawing/2014/main" id="{67884B4C-BF91-203C-C809-E82B52C69F59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696913"/>
            <a:ext cx="228600" cy="2514600"/>
            <a:chOff x="4128" y="528"/>
            <a:chExt cx="144" cy="1584"/>
          </a:xfrm>
        </p:grpSpPr>
        <p:grpSp>
          <p:nvGrpSpPr>
            <p:cNvPr id="21546" name="Group 30">
              <a:extLst>
                <a:ext uri="{FF2B5EF4-FFF2-40B4-BE49-F238E27FC236}">
                  <a16:creationId xmlns:a16="http://schemas.microsoft.com/office/drawing/2014/main" id="{6FC73559-CBEF-89AE-B81B-B1281929D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528"/>
              <a:ext cx="144" cy="144"/>
              <a:chOff x="3840" y="3744"/>
              <a:chExt cx="192" cy="192"/>
            </a:xfrm>
          </p:grpSpPr>
          <p:sp>
            <p:nvSpPr>
              <p:cNvPr id="21565" name="Line 31">
                <a:extLst>
                  <a:ext uri="{FF2B5EF4-FFF2-40B4-BE49-F238E27FC236}">
                    <a16:creationId xmlns:a16="http://schemas.microsoft.com/office/drawing/2014/main" id="{19E2D437-DCE8-97F4-7015-4794B4EF55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66" name="Line 32">
                <a:extLst>
                  <a:ext uri="{FF2B5EF4-FFF2-40B4-BE49-F238E27FC236}">
                    <a16:creationId xmlns:a16="http://schemas.microsoft.com/office/drawing/2014/main" id="{EB5DAF8A-B5B2-A15E-F608-58F4202DC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47" name="Group 33">
              <a:extLst>
                <a:ext uri="{FF2B5EF4-FFF2-40B4-BE49-F238E27FC236}">
                  <a16:creationId xmlns:a16="http://schemas.microsoft.com/office/drawing/2014/main" id="{955B3D38-2356-3730-EE21-A6AC997471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768"/>
              <a:ext cx="144" cy="144"/>
              <a:chOff x="3840" y="3744"/>
              <a:chExt cx="192" cy="192"/>
            </a:xfrm>
          </p:grpSpPr>
          <p:sp>
            <p:nvSpPr>
              <p:cNvPr id="21563" name="Line 34">
                <a:extLst>
                  <a:ext uri="{FF2B5EF4-FFF2-40B4-BE49-F238E27FC236}">
                    <a16:creationId xmlns:a16="http://schemas.microsoft.com/office/drawing/2014/main" id="{A1A92EF8-550E-FDC4-5130-6982E0E41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64" name="Line 35">
                <a:extLst>
                  <a:ext uri="{FF2B5EF4-FFF2-40B4-BE49-F238E27FC236}">
                    <a16:creationId xmlns:a16="http://schemas.microsoft.com/office/drawing/2014/main" id="{70F4DA1A-DA26-770C-87BC-ADC192B2FE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48" name="Group 36">
              <a:extLst>
                <a:ext uri="{FF2B5EF4-FFF2-40B4-BE49-F238E27FC236}">
                  <a16:creationId xmlns:a16="http://schemas.microsoft.com/office/drawing/2014/main" id="{EF8E3053-F4D8-D949-0CB6-DB5973D909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008"/>
              <a:ext cx="144" cy="144"/>
              <a:chOff x="3840" y="3744"/>
              <a:chExt cx="192" cy="192"/>
            </a:xfrm>
          </p:grpSpPr>
          <p:sp>
            <p:nvSpPr>
              <p:cNvPr id="21561" name="Line 37">
                <a:extLst>
                  <a:ext uri="{FF2B5EF4-FFF2-40B4-BE49-F238E27FC236}">
                    <a16:creationId xmlns:a16="http://schemas.microsoft.com/office/drawing/2014/main" id="{043273A4-D43B-502D-4D01-5702F2423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62" name="Line 38">
                <a:extLst>
                  <a:ext uri="{FF2B5EF4-FFF2-40B4-BE49-F238E27FC236}">
                    <a16:creationId xmlns:a16="http://schemas.microsoft.com/office/drawing/2014/main" id="{8B2C1313-D336-589C-1DF0-1D74FA2FF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49" name="Group 39">
              <a:extLst>
                <a:ext uri="{FF2B5EF4-FFF2-40B4-BE49-F238E27FC236}">
                  <a16:creationId xmlns:a16="http://schemas.microsoft.com/office/drawing/2014/main" id="{C599EA1C-C702-930D-E5E9-95AF2D986C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248"/>
              <a:ext cx="144" cy="144"/>
              <a:chOff x="3840" y="3744"/>
              <a:chExt cx="192" cy="192"/>
            </a:xfrm>
          </p:grpSpPr>
          <p:sp>
            <p:nvSpPr>
              <p:cNvPr id="21559" name="Line 40">
                <a:extLst>
                  <a:ext uri="{FF2B5EF4-FFF2-40B4-BE49-F238E27FC236}">
                    <a16:creationId xmlns:a16="http://schemas.microsoft.com/office/drawing/2014/main" id="{12FF8117-A0C0-0C39-0A72-7D9227A5F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60" name="Line 41">
                <a:extLst>
                  <a:ext uri="{FF2B5EF4-FFF2-40B4-BE49-F238E27FC236}">
                    <a16:creationId xmlns:a16="http://schemas.microsoft.com/office/drawing/2014/main" id="{68F00BF2-B771-1195-8C2F-5D56613CD4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50" name="Group 42">
              <a:extLst>
                <a:ext uri="{FF2B5EF4-FFF2-40B4-BE49-F238E27FC236}">
                  <a16:creationId xmlns:a16="http://schemas.microsoft.com/office/drawing/2014/main" id="{8D1CB6B4-E9CD-F07E-81C8-BA7BBC7328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968"/>
              <a:ext cx="144" cy="144"/>
              <a:chOff x="3840" y="3744"/>
              <a:chExt cx="192" cy="192"/>
            </a:xfrm>
          </p:grpSpPr>
          <p:sp>
            <p:nvSpPr>
              <p:cNvPr id="21557" name="Line 43">
                <a:extLst>
                  <a:ext uri="{FF2B5EF4-FFF2-40B4-BE49-F238E27FC236}">
                    <a16:creationId xmlns:a16="http://schemas.microsoft.com/office/drawing/2014/main" id="{55C021D4-EEEA-5880-0C6E-575B5CF72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58" name="Line 44">
                <a:extLst>
                  <a:ext uri="{FF2B5EF4-FFF2-40B4-BE49-F238E27FC236}">
                    <a16:creationId xmlns:a16="http://schemas.microsoft.com/office/drawing/2014/main" id="{57CF6BD2-1568-4132-785E-BAE8BA35BF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51" name="Group 45">
              <a:extLst>
                <a:ext uri="{FF2B5EF4-FFF2-40B4-BE49-F238E27FC236}">
                  <a16:creationId xmlns:a16="http://schemas.microsoft.com/office/drawing/2014/main" id="{CFE42966-3790-0F75-FC43-6773246782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728"/>
              <a:ext cx="144" cy="144"/>
              <a:chOff x="3840" y="3744"/>
              <a:chExt cx="192" cy="192"/>
            </a:xfrm>
          </p:grpSpPr>
          <p:sp>
            <p:nvSpPr>
              <p:cNvPr id="21555" name="Line 46">
                <a:extLst>
                  <a:ext uri="{FF2B5EF4-FFF2-40B4-BE49-F238E27FC236}">
                    <a16:creationId xmlns:a16="http://schemas.microsoft.com/office/drawing/2014/main" id="{FEAE75ED-6B9A-716D-F4C9-74D578D91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56" name="Line 47">
                <a:extLst>
                  <a:ext uri="{FF2B5EF4-FFF2-40B4-BE49-F238E27FC236}">
                    <a16:creationId xmlns:a16="http://schemas.microsoft.com/office/drawing/2014/main" id="{91B9F54C-115F-8571-E0D3-42A0BC2875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52" name="Group 48">
              <a:extLst>
                <a:ext uri="{FF2B5EF4-FFF2-40B4-BE49-F238E27FC236}">
                  <a16:creationId xmlns:a16="http://schemas.microsoft.com/office/drawing/2014/main" id="{90C8285C-43C6-B8A7-F5FD-A2FA2B9A05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488"/>
              <a:ext cx="144" cy="144"/>
              <a:chOff x="3840" y="3744"/>
              <a:chExt cx="192" cy="192"/>
            </a:xfrm>
          </p:grpSpPr>
          <p:sp>
            <p:nvSpPr>
              <p:cNvPr id="21553" name="Line 49">
                <a:extLst>
                  <a:ext uri="{FF2B5EF4-FFF2-40B4-BE49-F238E27FC236}">
                    <a16:creationId xmlns:a16="http://schemas.microsoft.com/office/drawing/2014/main" id="{466B5C99-DB56-4229-2BC6-5169B468FC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54" name="Line 50">
                <a:extLst>
                  <a:ext uri="{FF2B5EF4-FFF2-40B4-BE49-F238E27FC236}">
                    <a16:creationId xmlns:a16="http://schemas.microsoft.com/office/drawing/2014/main" id="{E4EA8368-2237-C3C9-7A48-C7CA9B976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83699" name="Rectangle 51">
            <a:extLst>
              <a:ext uri="{FF2B5EF4-FFF2-40B4-BE49-F238E27FC236}">
                <a16:creationId xmlns:a16="http://schemas.microsoft.com/office/drawing/2014/main" id="{CE1074B5-F517-05E9-0890-430249E84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20713"/>
            <a:ext cx="381000" cy="2819400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005E76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11" name="Group 52">
            <a:extLst>
              <a:ext uri="{FF2B5EF4-FFF2-40B4-BE49-F238E27FC236}">
                <a16:creationId xmlns:a16="http://schemas.microsoft.com/office/drawing/2014/main" id="{8DB71E4E-FADA-A628-D2EB-A24AEF86548C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773113"/>
            <a:ext cx="228600" cy="2362200"/>
            <a:chOff x="5088" y="576"/>
            <a:chExt cx="144" cy="1488"/>
          </a:xfrm>
        </p:grpSpPr>
        <p:sp>
          <p:nvSpPr>
            <p:cNvPr id="21539" name="Line 53">
              <a:extLst>
                <a:ext uri="{FF2B5EF4-FFF2-40B4-BE49-F238E27FC236}">
                  <a16:creationId xmlns:a16="http://schemas.microsoft.com/office/drawing/2014/main" id="{289D2E0D-B300-AEF3-6AE4-A5EC49A09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81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0" name="Line 54">
              <a:extLst>
                <a:ext uri="{FF2B5EF4-FFF2-40B4-BE49-F238E27FC236}">
                  <a16:creationId xmlns:a16="http://schemas.microsoft.com/office/drawing/2014/main" id="{7727B8E4-506E-8EF7-24E5-428B88E6C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57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1" name="Line 55">
              <a:extLst>
                <a:ext uri="{FF2B5EF4-FFF2-40B4-BE49-F238E27FC236}">
                  <a16:creationId xmlns:a16="http://schemas.microsoft.com/office/drawing/2014/main" id="{4F5EEDF7-620E-DFFC-0F2E-AD1FA12FB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58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2" name="Line 56">
              <a:extLst>
                <a:ext uri="{FF2B5EF4-FFF2-40B4-BE49-F238E27FC236}">
                  <a16:creationId xmlns:a16="http://schemas.microsoft.com/office/drawing/2014/main" id="{9391E2D4-7922-80EA-0A1C-F7CF69512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34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3" name="Line 57">
              <a:extLst>
                <a:ext uri="{FF2B5EF4-FFF2-40B4-BE49-F238E27FC236}">
                  <a16:creationId xmlns:a16="http://schemas.microsoft.com/office/drawing/2014/main" id="{18EC3A12-A702-8532-B097-550EF8A87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05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4" name="Line 58">
              <a:extLst>
                <a:ext uri="{FF2B5EF4-FFF2-40B4-BE49-F238E27FC236}">
                  <a16:creationId xmlns:a16="http://schemas.microsoft.com/office/drawing/2014/main" id="{E31CF7A3-140D-DE89-7E92-669E63017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06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5" name="Line 59">
              <a:extLst>
                <a:ext uri="{FF2B5EF4-FFF2-40B4-BE49-F238E27FC236}">
                  <a16:creationId xmlns:a16="http://schemas.microsoft.com/office/drawing/2014/main" id="{61BA457E-574F-23EC-F98A-CC73F506FF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82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3708" name="Text Box 60">
            <a:extLst>
              <a:ext uri="{FF2B5EF4-FFF2-40B4-BE49-F238E27FC236}">
                <a16:creationId xmlns:a16="http://schemas.microsoft.com/office/drawing/2014/main" id="{94AA6B5E-B7A6-6943-AAF3-50B6D463F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0960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电介质在电场中</a:t>
            </a:r>
          </a:p>
        </p:txBody>
      </p:sp>
      <p:sp>
        <p:nvSpPr>
          <p:cNvPr id="283709" name="Text Box 61">
            <a:extLst>
              <a:ext uri="{FF2B5EF4-FFF2-40B4-BE49-F238E27FC236}">
                <a16:creationId xmlns:a16="http://schemas.microsoft.com/office/drawing/2014/main" id="{57ECE357-15D1-7548-EBF9-75D94E428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6096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产生束缚电荷</a:t>
            </a:r>
          </a:p>
        </p:txBody>
      </p:sp>
      <p:sp>
        <p:nvSpPr>
          <p:cNvPr id="283710" name="Text Box 62">
            <a:extLst>
              <a:ext uri="{FF2B5EF4-FFF2-40B4-BE49-F238E27FC236}">
                <a16:creationId xmlns:a16="http://schemas.microsoft.com/office/drawing/2014/main" id="{DF67AEA2-67E0-B7AC-5EB7-CC7FCDAC4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60960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影响原电场分布</a:t>
            </a:r>
          </a:p>
        </p:txBody>
      </p:sp>
      <p:sp>
        <p:nvSpPr>
          <p:cNvPr id="283711" name="AutoShape 63">
            <a:extLst>
              <a:ext uri="{FF2B5EF4-FFF2-40B4-BE49-F238E27FC236}">
                <a16:creationId xmlns:a16="http://schemas.microsoft.com/office/drawing/2014/main" id="{7C08A263-F17C-C5D9-6797-4B807BBE7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61722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3712" name="AutoShape 64">
            <a:extLst>
              <a:ext uri="{FF2B5EF4-FFF2-40B4-BE49-F238E27FC236}">
                <a16:creationId xmlns:a16="http://schemas.microsoft.com/office/drawing/2014/main" id="{91B1C294-9C24-3C4E-D70E-04644E63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61722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283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"/>
                                        <p:tgtEl>
                                          <p:spTgt spid="283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8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8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300"/>
                                        <p:tgtEl>
                                          <p:spTgt spid="283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300"/>
                                        <p:tgtEl>
                                          <p:spTgt spid="283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0" dur="500"/>
                                        <p:tgtEl>
                                          <p:spTgt spid="28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5" dur="300"/>
                                        <p:tgtEl>
                                          <p:spTgt spid="28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8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300"/>
                                        <p:tgtEl>
                                          <p:spTgt spid="28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28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83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83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1" dur="500"/>
                                        <p:tgtEl>
                                          <p:spTgt spid="28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0" fill="hold"/>
                                        <p:tgtEl>
                                          <p:spTgt spid="283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0" fill="hold"/>
                                        <p:tgtEl>
                                          <p:spTgt spid="283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300"/>
                                        <p:tgtEl>
                                          <p:spTgt spid="28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300" fill="hold"/>
                                        <p:tgtEl>
                                          <p:spTgt spid="283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00" fill="hold"/>
                                        <p:tgtEl>
                                          <p:spTgt spid="283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8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300" fill="hold"/>
                                        <p:tgtEl>
                                          <p:spTgt spid="283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300" fill="hold"/>
                                        <p:tgtEl>
                                          <p:spTgt spid="283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8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300" fill="hold"/>
                                        <p:tgtEl>
                                          <p:spTgt spid="283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300" fill="hold"/>
                                        <p:tgtEl>
                                          <p:spTgt spid="283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0" grpId="0" autoUpdateAnimBg="0"/>
      <p:bldP spid="283651" grpId="0" autoUpdateAnimBg="0"/>
      <p:bldP spid="283652" grpId="0" animBg="1"/>
      <p:bldP spid="283659" grpId="0" build="p" autoUpdateAnimBg="0"/>
      <p:bldP spid="283662" grpId="0" build="p" autoUpdateAnimBg="0"/>
      <p:bldP spid="283664" grpId="0" animBg="1"/>
      <p:bldP spid="283670" grpId="0" autoUpdateAnimBg="0"/>
      <p:bldP spid="283672" grpId="0" animBg="1" autoUpdateAnimBg="0"/>
      <p:bldP spid="283674" grpId="0" animBg="1"/>
      <p:bldP spid="283676" grpId="0" autoUpdateAnimBg="0"/>
      <p:bldP spid="283699" grpId="0" animBg="1"/>
      <p:bldP spid="283708" grpId="0" autoUpdateAnimBg="0"/>
      <p:bldP spid="283709" grpId="0" autoUpdateAnimBg="0"/>
      <p:bldP spid="283710" grpId="0" autoUpdateAnimBg="0"/>
      <p:bldP spid="283711" grpId="0" animBg="1"/>
      <p:bldP spid="2837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2626" name="Object 2">
            <a:extLst>
              <a:ext uri="{FF2B5EF4-FFF2-40B4-BE49-F238E27FC236}">
                <a16:creationId xmlns:a16="http://schemas.microsoft.com/office/drawing/2014/main" id="{4D3EF448-3FFC-6F9A-1F05-7F4F22A74C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5938" y="320675"/>
          <a:ext cx="2286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469" imgH="441905" progId="Equation.DSMT4">
                  <p:embed/>
                </p:oleObj>
              </mc:Choice>
              <mc:Fallback>
                <p:oleObj name="Equation" r:id="rId2" imgW="952469" imgH="44190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320675"/>
                        <a:ext cx="2286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27" name="Text Box 3">
            <a:extLst>
              <a:ext uri="{FF2B5EF4-FFF2-40B4-BE49-F238E27FC236}">
                <a16:creationId xmlns:a16="http://schemas.microsoft.com/office/drawing/2014/main" id="{F0F64E5E-5263-D02E-3B60-D2ADE7D76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36563"/>
            <a:ext cx="14811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solidFill>
                  <a:srgbClr val="00FFFF"/>
                </a:solidFill>
                <a:latin typeface="宋体" panose="02010600030101010101" pitchFamily="2" charset="-122"/>
              </a:rPr>
              <a:t>无电介质时</a:t>
            </a:r>
          </a:p>
        </p:txBody>
      </p:sp>
      <p:sp>
        <p:nvSpPr>
          <p:cNvPr id="282628" name="Text Box 4">
            <a:extLst>
              <a:ext uri="{FF2B5EF4-FFF2-40B4-BE49-F238E27FC236}">
                <a16:creationId xmlns:a16="http://schemas.microsoft.com/office/drawing/2014/main" id="{B440FBA6-89A8-394D-C6B4-50B9E4E54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392238"/>
            <a:ext cx="3886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solidFill>
                  <a:srgbClr val="00FFFF"/>
                </a:solidFill>
                <a:latin typeface="宋体" panose="02010600030101010101" pitchFamily="2" charset="-122"/>
              </a:rPr>
              <a:t>加入电介质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: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F8ACE646-61FE-5022-C691-86C21FA97557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54025"/>
            <a:ext cx="2057400" cy="3798888"/>
            <a:chOff x="4272" y="192"/>
            <a:chExt cx="1296" cy="2393"/>
          </a:xfrm>
        </p:grpSpPr>
        <p:sp>
          <p:nvSpPr>
            <p:cNvPr id="22551" name="Rectangle 6">
              <a:extLst>
                <a:ext uri="{FF2B5EF4-FFF2-40B4-BE49-F238E27FC236}">
                  <a16:creationId xmlns:a16="http://schemas.microsoft.com/office/drawing/2014/main" id="{AB0E2D05-E3C3-1E14-FB29-AA4E2E435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480"/>
              <a:ext cx="240" cy="1776"/>
            </a:xfrm>
            <a:prstGeom prst="rect">
              <a:avLst/>
            </a:prstGeom>
            <a:gradFill rotWithShape="0">
              <a:gsLst>
                <a:gs pos="0">
                  <a:srgbClr val="00CCFF"/>
                </a:gs>
                <a:gs pos="100000">
                  <a:srgbClr val="005E76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2552" name="Group 7">
              <a:extLst>
                <a:ext uri="{FF2B5EF4-FFF2-40B4-BE49-F238E27FC236}">
                  <a16:creationId xmlns:a16="http://schemas.microsoft.com/office/drawing/2014/main" id="{CA231F04-2687-F9CA-246E-5B1C67AF4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480"/>
              <a:ext cx="816" cy="1776"/>
              <a:chOff x="1824" y="2064"/>
              <a:chExt cx="576" cy="1776"/>
            </a:xfrm>
          </p:grpSpPr>
          <p:sp>
            <p:nvSpPr>
              <p:cNvPr id="282632" name="Rectangle 8">
                <a:extLst>
                  <a:ext uri="{FF2B5EF4-FFF2-40B4-BE49-F238E27FC236}">
                    <a16:creationId xmlns:a16="http://schemas.microsoft.com/office/drawing/2014/main" id="{A5AF3FD6-B009-0EC3-94EB-85C1AFB8E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576" cy="1776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60000"/>
                      <a:invGamma/>
                    </a:scheme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2633" name="Text Box 9">
                <a:extLst>
                  <a:ext uri="{FF2B5EF4-FFF2-40B4-BE49-F238E27FC236}">
                    <a16:creationId xmlns:a16="http://schemas.microsoft.com/office/drawing/2014/main" id="{ECDBC3F0-7D64-ED9B-CF61-30E8DE47F7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311"/>
                <a:ext cx="220" cy="1221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60000"/>
                      <a:invGamma/>
                    </a:schemeClr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b="1">
                    <a:solidFill>
                      <a:srgbClr val="FFFF00"/>
                    </a:solidFill>
                    <a:ea typeface="楷体_GB2312" pitchFamily="49" charset="-122"/>
                  </a:rPr>
                  <a:t>电</a:t>
                </a:r>
              </a:p>
              <a:p>
                <a:pPr eaLnBrk="1" hangingPunct="1">
                  <a:defRPr/>
                </a:pPr>
                <a:endParaRPr lang="zh-CN" altLang="en-US" b="1">
                  <a:solidFill>
                    <a:srgbClr val="FFFF00"/>
                  </a:solidFill>
                  <a:ea typeface="楷体_GB2312" pitchFamily="49" charset="-122"/>
                </a:endParaRPr>
              </a:p>
              <a:p>
                <a:pPr eaLnBrk="1" hangingPunct="1">
                  <a:defRPr/>
                </a:pPr>
                <a:r>
                  <a:rPr lang="zh-CN" altLang="en-US" b="1">
                    <a:solidFill>
                      <a:srgbClr val="FFFF00"/>
                    </a:solidFill>
                    <a:ea typeface="楷体_GB2312" pitchFamily="49" charset="-122"/>
                  </a:rPr>
                  <a:t>介</a:t>
                </a:r>
              </a:p>
              <a:p>
                <a:pPr eaLnBrk="1" hangingPunct="1">
                  <a:defRPr/>
                </a:pPr>
                <a:endParaRPr lang="zh-CN" altLang="en-US" b="1">
                  <a:solidFill>
                    <a:srgbClr val="FFFF00"/>
                  </a:solidFill>
                  <a:ea typeface="楷体_GB2312" pitchFamily="49" charset="-122"/>
                </a:endParaRPr>
              </a:p>
              <a:p>
                <a:pPr eaLnBrk="1" hangingPunct="1">
                  <a:defRPr/>
                </a:pPr>
                <a:r>
                  <a:rPr lang="zh-CN" altLang="en-US" b="1">
                    <a:solidFill>
                      <a:srgbClr val="FFFF00"/>
                    </a:solidFill>
                    <a:ea typeface="楷体_GB2312" pitchFamily="49" charset="-122"/>
                  </a:rPr>
                  <a:t>质</a:t>
                </a:r>
              </a:p>
            </p:txBody>
          </p:sp>
        </p:grpSp>
        <p:graphicFrame>
          <p:nvGraphicFramePr>
            <p:cNvPr id="22553" name="Object 10">
              <a:extLst>
                <a:ext uri="{FF2B5EF4-FFF2-40B4-BE49-F238E27FC236}">
                  <a16:creationId xmlns:a16="http://schemas.microsoft.com/office/drawing/2014/main" id="{CA237995-A0AF-9F55-4287-EEC251718E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192"/>
            <a:ext cx="321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14456" imgH="99254" progId="Equation.3">
                    <p:embed/>
                  </p:oleObj>
                </mc:Choice>
                <mc:Fallback>
                  <p:oleObj name="公式" r:id="rId4" imgW="114456" imgH="99254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92"/>
                          <a:ext cx="321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4" name="Object 11">
              <a:extLst>
                <a:ext uri="{FF2B5EF4-FFF2-40B4-BE49-F238E27FC236}">
                  <a16:creationId xmlns:a16="http://schemas.microsoft.com/office/drawing/2014/main" id="{21CA8730-8ECC-8B85-A039-CBDC4F3BA3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192"/>
            <a:ext cx="432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28413" imgH="99254" progId="Equation.3">
                    <p:embed/>
                  </p:oleObj>
                </mc:Choice>
                <mc:Fallback>
                  <p:oleObj name="公式" r:id="rId6" imgW="228413" imgH="99254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192"/>
                          <a:ext cx="432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5" name="Line 12">
              <a:extLst>
                <a:ext uri="{FF2B5EF4-FFF2-40B4-BE49-F238E27FC236}">
                  <a16:creationId xmlns:a16="http://schemas.microsoft.com/office/drawing/2014/main" id="{9532910E-A6F7-54B8-5615-7D110CEB1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584"/>
              <a:ext cx="816" cy="0"/>
            </a:xfrm>
            <a:prstGeom prst="line">
              <a:avLst/>
            </a:prstGeom>
            <a:noFill/>
            <a:ln w="476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56" name="Object 13">
              <a:extLst>
                <a:ext uri="{FF2B5EF4-FFF2-40B4-BE49-F238E27FC236}">
                  <a16:creationId xmlns:a16="http://schemas.microsoft.com/office/drawing/2014/main" id="{CC1FC625-4774-91D8-D8AF-3559C91362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1152"/>
            <a:ext cx="43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75167" imgH="213471" progId="Equation.3">
                    <p:embed/>
                  </p:oleObj>
                </mc:Choice>
                <mc:Fallback>
                  <p:oleObj name="公式" r:id="rId8" imgW="175167" imgH="213471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152"/>
                          <a:ext cx="432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7" name="Line 14">
              <a:extLst>
                <a:ext uri="{FF2B5EF4-FFF2-40B4-BE49-F238E27FC236}">
                  <a16:creationId xmlns:a16="http://schemas.microsoft.com/office/drawing/2014/main" id="{0E44F45E-0D76-34F9-11B0-B80E3A7B93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1104"/>
              <a:ext cx="816" cy="0"/>
            </a:xfrm>
            <a:prstGeom prst="line">
              <a:avLst/>
            </a:prstGeom>
            <a:noFill/>
            <a:ln w="53975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58" name="Object 15">
              <a:extLst>
                <a:ext uri="{FF2B5EF4-FFF2-40B4-BE49-F238E27FC236}">
                  <a16:creationId xmlns:a16="http://schemas.microsoft.com/office/drawing/2014/main" id="{6B086F9C-4CCA-513D-2B3E-41236E450D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672"/>
            <a:ext cx="375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67702" imgH="167585" progId="Equation.3">
                    <p:embed/>
                  </p:oleObj>
                </mc:Choice>
                <mc:Fallback>
                  <p:oleObj name="公式" r:id="rId10" imgW="167702" imgH="16758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672"/>
                          <a:ext cx="375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9" name="Object 16">
              <a:extLst>
                <a:ext uri="{FF2B5EF4-FFF2-40B4-BE49-F238E27FC236}">
                  <a16:creationId xmlns:a16="http://schemas.microsoft.com/office/drawing/2014/main" id="{60260756-5282-0F33-A776-E9446A8BDB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2256"/>
            <a:ext cx="528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51304" imgH="137160" progId="Equation.3">
                    <p:embed/>
                  </p:oleObj>
                </mc:Choice>
                <mc:Fallback>
                  <p:oleObj name="公式" r:id="rId12" imgW="251304" imgH="13716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256"/>
                          <a:ext cx="528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0" name="Object 17">
              <a:extLst>
                <a:ext uri="{FF2B5EF4-FFF2-40B4-BE49-F238E27FC236}">
                  <a16:creationId xmlns:a16="http://schemas.microsoft.com/office/drawing/2014/main" id="{749941A1-34FA-A06F-C1A6-B168E7E638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" y="2256"/>
            <a:ext cx="375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37347" imgH="137160" progId="Equation.3">
                    <p:embed/>
                  </p:oleObj>
                </mc:Choice>
                <mc:Fallback>
                  <p:oleObj name="公式" r:id="rId14" imgW="137347" imgH="13716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256"/>
                          <a:ext cx="375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61" name="Group 18">
              <a:extLst>
                <a:ext uri="{FF2B5EF4-FFF2-40B4-BE49-F238E27FC236}">
                  <a16:creationId xmlns:a16="http://schemas.microsoft.com/office/drawing/2014/main" id="{E2E425F5-7BAC-735D-95F2-EEEEB8C08C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528"/>
              <a:ext cx="144" cy="144"/>
              <a:chOff x="3840" y="3744"/>
              <a:chExt cx="192" cy="192"/>
            </a:xfrm>
          </p:grpSpPr>
          <p:sp>
            <p:nvSpPr>
              <p:cNvPr id="22589" name="Line 19">
                <a:extLst>
                  <a:ext uri="{FF2B5EF4-FFF2-40B4-BE49-F238E27FC236}">
                    <a16:creationId xmlns:a16="http://schemas.microsoft.com/office/drawing/2014/main" id="{ED4F6662-54BE-D42B-D8AF-3722C7B47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0" name="Line 20">
                <a:extLst>
                  <a:ext uri="{FF2B5EF4-FFF2-40B4-BE49-F238E27FC236}">
                    <a16:creationId xmlns:a16="http://schemas.microsoft.com/office/drawing/2014/main" id="{D77C80CA-7B44-B1B0-6A20-89C65A075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62" name="Group 21">
              <a:extLst>
                <a:ext uri="{FF2B5EF4-FFF2-40B4-BE49-F238E27FC236}">
                  <a16:creationId xmlns:a16="http://schemas.microsoft.com/office/drawing/2014/main" id="{D1CB016C-4119-4307-E17E-F295334747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768"/>
              <a:ext cx="144" cy="144"/>
              <a:chOff x="3840" y="3744"/>
              <a:chExt cx="192" cy="192"/>
            </a:xfrm>
          </p:grpSpPr>
          <p:sp>
            <p:nvSpPr>
              <p:cNvPr id="22587" name="Line 22">
                <a:extLst>
                  <a:ext uri="{FF2B5EF4-FFF2-40B4-BE49-F238E27FC236}">
                    <a16:creationId xmlns:a16="http://schemas.microsoft.com/office/drawing/2014/main" id="{6644076D-4565-AE38-DFEA-52B86650E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8" name="Line 23">
                <a:extLst>
                  <a:ext uri="{FF2B5EF4-FFF2-40B4-BE49-F238E27FC236}">
                    <a16:creationId xmlns:a16="http://schemas.microsoft.com/office/drawing/2014/main" id="{618282F4-9400-432F-AB83-D54561EF6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63" name="Group 24">
              <a:extLst>
                <a:ext uri="{FF2B5EF4-FFF2-40B4-BE49-F238E27FC236}">
                  <a16:creationId xmlns:a16="http://schemas.microsoft.com/office/drawing/2014/main" id="{8FF67408-51A6-07B5-0F00-693F398730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008"/>
              <a:ext cx="144" cy="144"/>
              <a:chOff x="3840" y="3744"/>
              <a:chExt cx="192" cy="192"/>
            </a:xfrm>
          </p:grpSpPr>
          <p:sp>
            <p:nvSpPr>
              <p:cNvPr id="22585" name="Line 25">
                <a:extLst>
                  <a:ext uri="{FF2B5EF4-FFF2-40B4-BE49-F238E27FC236}">
                    <a16:creationId xmlns:a16="http://schemas.microsoft.com/office/drawing/2014/main" id="{CD876AB8-F54F-D33B-2E43-4A52736A1C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6" name="Line 26">
                <a:extLst>
                  <a:ext uri="{FF2B5EF4-FFF2-40B4-BE49-F238E27FC236}">
                    <a16:creationId xmlns:a16="http://schemas.microsoft.com/office/drawing/2014/main" id="{37BA638D-4CE6-869F-3CC9-E22D7D53D6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64" name="Group 27">
              <a:extLst>
                <a:ext uri="{FF2B5EF4-FFF2-40B4-BE49-F238E27FC236}">
                  <a16:creationId xmlns:a16="http://schemas.microsoft.com/office/drawing/2014/main" id="{0CA6BB27-9670-53B1-443C-60B18F855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248"/>
              <a:ext cx="144" cy="144"/>
              <a:chOff x="3840" y="3744"/>
              <a:chExt cx="192" cy="192"/>
            </a:xfrm>
          </p:grpSpPr>
          <p:sp>
            <p:nvSpPr>
              <p:cNvPr id="22583" name="Line 28">
                <a:extLst>
                  <a:ext uri="{FF2B5EF4-FFF2-40B4-BE49-F238E27FC236}">
                    <a16:creationId xmlns:a16="http://schemas.microsoft.com/office/drawing/2014/main" id="{900A8D41-F9C1-A364-42C5-73BFDE616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4" name="Line 29">
                <a:extLst>
                  <a:ext uri="{FF2B5EF4-FFF2-40B4-BE49-F238E27FC236}">
                    <a16:creationId xmlns:a16="http://schemas.microsoft.com/office/drawing/2014/main" id="{25B43053-5371-A9CF-1799-9330B4AB9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65" name="Line 30">
              <a:extLst>
                <a:ext uri="{FF2B5EF4-FFF2-40B4-BE49-F238E27FC236}">
                  <a16:creationId xmlns:a16="http://schemas.microsoft.com/office/drawing/2014/main" id="{F592FCBF-00EA-9009-B19D-C12450E70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62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566" name="Group 31">
              <a:extLst>
                <a:ext uri="{FF2B5EF4-FFF2-40B4-BE49-F238E27FC236}">
                  <a16:creationId xmlns:a16="http://schemas.microsoft.com/office/drawing/2014/main" id="{C1FE8124-EB6C-E0B3-7050-16A5797F6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968"/>
              <a:ext cx="144" cy="144"/>
              <a:chOff x="3840" y="3744"/>
              <a:chExt cx="192" cy="192"/>
            </a:xfrm>
          </p:grpSpPr>
          <p:sp>
            <p:nvSpPr>
              <p:cNvPr id="22581" name="Line 32">
                <a:extLst>
                  <a:ext uri="{FF2B5EF4-FFF2-40B4-BE49-F238E27FC236}">
                    <a16:creationId xmlns:a16="http://schemas.microsoft.com/office/drawing/2014/main" id="{E8324059-5B32-E93D-0221-42372DA109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2" name="Line 33">
                <a:extLst>
                  <a:ext uri="{FF2B5EF4-FFF2-40B4-BE49-F238E27FC236}">
                    <a16:creationId xmlns:a16="http://schemas.microsoft.com/office/drawing/2014/main" id="{1589D485-26FC-A095-4D80-6447131F85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67" name="Group 34">
              <a:extLst>
                <a:ext uri="{FF2B5EF4-FFF2-40B4-BE49-F238E27FC236}">
                  <a16:creationId xmlns:a16="http://schemas.microsoft.com/office/drawing/2014/main" id="{6C729228-6D8D-D8AF-3D05-81BEEBC78D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728"/>
              <a:ext cx="144" cy="144"/>
              <a:chOff x="3840" y="3744"/>
              <a:chExt cx="192" cy="192"/>
            </a:xfrm>
          </p:grpSpPr>
          <p:sp>
            <p:nvSpPr>
              <p:cNvPr id="22579" name="Line 35">
                <a:extLst>
                  <a:ext uri="{FF2B5EF4-FFF2-40B4-BE49-F238E27FC236}">
                    <a16:creationId xmlns:a16="http://schemas.microsoft.com/office/drawing/2014/main" id="{82DCEB14-D735-A89B-4313-17BE1EC575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0" name="Line 36">
                <a:extLst>
                  <a:ext uri="{FF2B5EF4-FFF2-40B4-BE49-F238E27FC236}">
                    <a16:creationId xmlns:a16="http://schemas.microsoft.com/office/drawing/2014/main" id="{F4D515A1-D227-4522-17F7-340FC04F6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68" name="Group 37">
              <a:extLst>
                <a:ext uri="{FF2B5EF4-FFF2-40B4-BE49-F238E27FC236}">
                  <a16:creationId xmlns:a16="http://schemas.microsoft.com/office/drawing/2014/main" id="{8348596E-A63D-4E2F-723F-740E83A40B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488"/>
              <a:ext cx="144" cy="144"/>
              <a:chOff x="3840" y="3744"/>
              <a:chExt cx="192" cy="192"/>
            </a:xfrm>
          </p:grpSpPr>
          <p:sp>
            <p:nvSpPr>
              <p:cNvPr id="22577" name="Line 38">
                <a:extLst>
                  <a:ext uri="{FF2B5EF4-FFF2-40B4-BE49-F238E27FC236}">
                    <a16:creationId xmlns:a16="http://schemas.microsoft.com/office/drawing/2014/main" id="{70A5962F-09AC-19B5-FFED-6F679D75B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840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8" name="Line 39">
                <a:extLst>
                  <a:ext uri="{FF2B5EF4-FFF2-40B4-BE49-F238E27FC236}">
                    <a16:creationId xmlns:a16="http://schemas.microsoft.com/office/drawing/2014/main" id="{949A031B-C653-491A-8FE6-14FF0BB87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744"/>
                <a:ext cx="0" cy="192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69" name="Rectangle 40">
              <a:extLst>
                <a:ext uri="{FF2B5EF4-FFF2-40B4-BE49-F238E27FC236}">
                  <a16:creationId xmlns:a16="http://schemas.microsoft.com/office/drawing/2014/main" id="{33EF2277-C7C8-AC28-148C-7D2BA247A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480"/>
              <a:ext cx="240" cy="1776"/>
            </a:xfrm>
            <a:prstGeom prst="rect">
              <a:avLst/>
            </a:prstGeom>
            <a:gradFill rotWithShape="0">
              <a:gsLst>
                <a:gs pos="0">
                  <a:srgbClr val="00CCFF"/>
                </a:gs>
                <a:gs pos="100000">
                  <a:srgbClr val="005E76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70" name="Line 41">
              <a:extLst>
                <a:ext uri="{FF2B5EF4-FFF2-40B4-BE49-F238E27FC236}">
                  <a16:creationId xmlns:a16="http://schemas.microsoft.com/office/drawing/2014/main" id="{8E55CB2D-0241-8A45-EA00-FBE3A0408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81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1" name="Line 42">
              <a:extLst>
                <a:ext uri="{FF2B5EF4-FFF2-40B4-BE49-F238E27FC236}">
                  <a16:creationId xmlns:a16="http://schemas.microsoft.com/office/drawing/2014/main" id="{EF521E0C-C8F1-4D22-88BB-198A98983D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57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2" name="Line 43">
              <a:extLst>
                <a:ext uri="{FF2B5EF4-FFF2-40B4-BE49-F238E27FC236}">
                  <a16:creationId xmlns:a16="http://schemas.microsoft.com/office/drawing/2014/main" id="{FD4E078F-48EA-BEE4-41A5-40E49A7BD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58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3" name="Line 44">
              <a:extLst>
                <a:ext uri="{FF2B5EF4-FFF2-40B4-BE49-F238E27FC236}">
                  <a16:creationId xmlns:a16="http://schemas.microsoft.com/office/drawing/2014/main" id="{72126638-09C7-039A-A364-EC4BF34F8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34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4" name="Line 45">
              <a:extLst>
                <a:ext uri="{FF2B5EF4-FFF2-40B4-BE49-F238E27FC236}">
                  <a16:creationId xmlns:a16="http://schemas.microsoft.com/office/drawing/2014/main" id="{0F4678B9-3604-9118-7EF8-35B4F24E5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056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5" name="Line 46">
              <a:extLst>
                <a:ext uri="{FF2B5EF4-FFF2-40B4-BE49-F238E27FC236}">
                  <a16:creationId xmlns:a16="http://schemas.microsoft.com/office/drawing/2014/main" id="{D547C432-6CD8-694D-F534-A3E079901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206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6" name="Line 47">
              <a:extLst>
                <a:ext uri="{FF2B5EF4-FFF2-40B4-BE49-F238E27FC236}">
                  <a16:creationId xmlns:a16="http://schemas.microsoft.com/office/drawing/2014/main" id="{D407A270-82FC-2BC8-59C5-12221CBC2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8" y="1824"/>
              <a:ext cx="14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2672" name="Rectangle 48">
            <a:extLst>
              <a:ext uri="{FF2B5EF4-FFF2-40B4-BE49-F238E27FC236}">
                <a16:creationId xmlns:a16="http://schemas.microsoft.com/office/drawing/2014/main" id="{134A6AE3-FFE6-29ED-1E08-9584D24E1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597025"/>
            <a:ext cx="609600" cy="1524000"/>
          </a:xfrm>
          <a:prstGeom prst="rect">
            <a:avLst/>
          </a:prstGeom>
          <a:noFill/>
          <a:ln w="22225">
            <a:solidFill>
              <a:schemeClr val="bg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82673" name="Object 49">
            <a:extLst>
              <a:ext uri="{FF2B5EF4-FFF2-40B4-BE49-F238E27FC236}">
                <a16:creationId xmlns:a16="http://schemas.microsoft.com/office/drawing/2014/main" id="{F89797C3-D654-A9EE-7548-647D280C5F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987425"/>
          <a:ext cx="40163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9029" imgH="137160" progId="Equation.3">
                  <p:embed/>
                </p:oleObj>
              </mc:Choice>
              <mc:Fallback>
                <p:oleObj name="公式" r:id="rId16" imgW="99029" imgH="13716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987425"/>
                        <a:ext cx="401638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50">
            <a:extLst>
              <a:ext uri="{FF2B5EF4-FFF2-40B4-BE49-F238E27FC236}">
                <a16:creationId xmlns:a16="http://schemas.microsoft.com/office/drawing/2014/main" id="{53D59825-23DA-8076-779B-48CC5A74F9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4975" y="3292475"/>
          <a:ext cx="3286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76138" imgH="175066" progId="Equation.3">
                  <p:embed/>
                </p:oleObj>
              </mc:Choice>
              <mc:Fallback>
                <p:oleObj name="公式" r:id="rId18" imgW="76138" imgH="175066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3292475"/>
                        <a:ext cx="3286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75" name="Object 51">
            <a:extLst>
              <a:ext uri="{FF2B5EF4-FFF2-40B4-BE49-F238E27FC236}">
                <a16:creationId xmlns:a16="http://schemas.microsoft.com/office/drawing/2014/main" id="{BD2CA121-5DB6-A924-663D-18057C2A05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450" y="1830388"/>
          <a:ext cx="1498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80216" imgH="343149" progId="Equation.DSMT4">
                  <p:embed/>
                </p:oleObj>
              </mc:Choice>
              <mc:Fallback>
                <p:oleObj name="Equation" r:id="rId20" imgW="480216" imgH="343149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1830388"/>
                        <a:ext cx="1498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76" name="AutoShape 52">
            <a:extLst>
              <a:ext uri="{FF2B5EF4-FFF2-40B4-BE49-F238E27FC236}">
                <a16:creationId xmlns:a16="http://schemas.microsoft.com/office/drawing/2014/main" id="{56DAF966-EF7F-0FEA-2A2E-95BAC1929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30225"/>
            <a:ext cx="1524000" cy="914400"/>
          </a:xfrm>
          <a:prstGeom prst="wedgeRectCallout">
            <a:avLst>
              <a:gd name="adj1" fmla="val 85833"/>
              <a:gd name="adj2" fmla="val 134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i="1">
                <a:ea typeface="楷体_GB2312" pitchFamily="49" charset="-122"/>
              </a:rPr>
              <a:t>做一圆柱形高斯面</a:t>
            </a:r>
          </a:p>
        </p:txBody>
      </p:sp>
      <p:graphicFrame>
        <p:nvGraphicFramePr>
          <p:cNvPr id="282677" name="Object 53">
            <a:extLst>
              <a:ext uri="{FF2B5EF4-FFF2-40B4-BE49-F238E27FC236}">
                <a16:creationId xmlns:a16="http://schemas.microsoft.com/office/drawing/2014/main" id="{011FCDA2-1409-DEBB-3115-3B98B296E3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0" y="1677988"/>
          <a:ext cx="29241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975360" imgH="396018" progId="Equation.3">
                  <p:embed/>
                </p:oleObj>
              </mc:Choice>
              <mc:Fallback>
                <p:oleObj name="公式" r:id="rId22" imgW="975360" imgH="396018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1677988"/>
                        <a:ext cx="292417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78" name="Object 54">
            <a:extLst>
              <a:ext uri="{FF2B5EF4-FFF2-40B4-BE49-F238E27FC236}">
                <a16:creationId xmlns:a16="http://schemas.microsoft.com/office/drawing/2014/main" id="{CEE37F36-3FA6-A813-4805-5AB04329C4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2535238"/>
          <a:ext cx="429101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524249" imgH="472329" progId="Equation.3">
                  <p:embed/>
                </p:oleObj>
              </mc:Choice>
              <mc:Fallback>
                <p:oleObj name="公式" r:id="rId24" imgW="1524249" imgH="472329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535238"/>
                        <a:ext cx="4291012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79" name="Object 55">
            <a:extLst>
              <a:ext uri="{FF2B5EF4-FFF2-40B4-BE49-F238E27FC236}">
                <a16:creationId xmlns:a16="http://schemas.microsoft.com/office/drawing/2014/main" id="{485DF3B6-747A-AE2D-42C7-202CB6B631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4938" y="2678113"/>
          <a:ext cx="137160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34433" imgH="396018" progId="Equation.3">
                  <p:embed/>
                </p:oleObj>
              </mc:Choice>
              <mc:Fallback>
                <p:oleObj name="公式" r:id="rId26" imgW="434433" imgH="396018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2678113"/>
                        <a:ext cx="1371600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80" name="AutoShape 56">
            <a:extLst>
              <a:ext uri="{FF2B5EF4-FFF2-40B4-BE49-F238E27FC236}">
                <a16:creationId xmlns:a16="http://schemas.microsoft.com/office/drawing/2014/main" id="{6FD602FD-61FE-90E1-DB66-E8F9A6279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1677988"/>
            <a:ext cx="1066800" cy="838200"/>
          </a:xfrm>
          <a:prstGeom prst="wedgeRectCallout">
            <a:avLst>
              <a:gd name="adj1" fmla="val -2866"/>
              <a:gd name="adj2" fmla="val 99759"/>
            </a:avLst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i="1">
                <a:ea typeface="楷体_GB2312" pitchFamily="49" charset="-122"/>
              </a:rPr>
              <a:t>自由</a:t>
            </a:r>
          </a:p>
          <a:p>
            <a:pPr eaLnBrk="1" hangingPunct="1"/>
            <a:r>
              <a:rPr lang="zh-CN" altLang="en-US" b="1" i="1">
                <a:ea typeface="楷体_GB2312" pitchFamily="49" charset="-122"/>
              </a:rPr>
              <a:t>电荷</a:t>
            </a:r>
          </a:p>
        </p:txBody>
      </p:sp>
      <p:sp>
        <p:nvSpPr>
          <p:cNvPr id="282681" name="AutoShape 57">
            <a:extLst>
              <a:ext uri="{FF2B5EF4-FFF2-40B4-BE49-F238E27FC236}">
                <a16:creationId xmlns:a16="http://schemas.microsoft.com/office/drawing/2014/main" id="{1892CEED-F579-8AF9-AD2D-34CBD2891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3892550"/>
            <a:ext cx="762000" cy="457200"/>
          </a:xfrm>
          <a:prstGeom prst="rightArrow">
            <a:avLst>
              <a:gd name="adj1" fmla="val 50000"/>
              <a:gd name="adj2" fmla="val 416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82682" name="Object 58">
            <a:extLst>
              <a:ext uri="{FF2B5EF4-FFF2-40B4-BE49-F238E27FC236}">
                <a16:creationId xmlns:a16="http://schemas.microsoft.com/office/drawing/2014/main" id="{7CC314F6-B535-77CA-AEE7-0310B13A2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3749675"/>
          <a:ext cx="40322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524249" imgH="343149" progId="Equation.DSMT4">
                  <p:embed/>
                </p:oleObj>
              </mc:Choice>
              <mc:Fallback>
                <p:oleObj name="Equation" r:id="rId28" imgW="1524249" imgH="343149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3749675"/>
                        <a:ext cx="4032250" cy="990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83" name="Object 59">
            <a:extLst>
              <a:ext uri="{FF2B5EF4-FFF2-40B4-BE49-F238E27FC236}">
                <a16:creationId xmlns:a16="http://schemas.microsoft.com/office/drawing/2014/main" id="{DDFEC1AD-6478-ACB2-17C1-7CBDB3F9D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035550"/>
          <a:ext cx="4046538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333656" imgH="251377" progId="Equation.DSMT4">
                  <p:embed/>
                </p:oleObj>
              </mc:Choice>
              <mc:Fallback>
                <p:oleObj name="Equation" r:id="rId30" imgW="1333656" imgH="251377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35550"/>
                        <a:ext cx="4046538" cy="7604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84" name="AutoShape 60">
            <a:extLst>
              <a:ext uri="{FF2B5EF4-FFF2-40B4-BE49-F238E27FC236}">
                <a16:creationId xmlns:a16="http://schemas.microsoft.com/office/drawing/2014/main" id="{0DD9E701-EC2F-AFD6-78A0-395D59E15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5178425"/>
            <a:ext cx="762000" cy="533400"/>
          </a:xfrm>
          <a:prstGeom prst="rightArrow">
            <a:avLst>
              <a:gd name="adj1" fmla="val 50000"/>
              <a:gd name="adj2" fmla="val 35714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2685" name="Text Box 61">
            <a:extLst>
              <a:ext uri="{FF2B5EF4-FFF2-40B4-BE49-F238E27FC236}">
                <a16:creationId xmlns:a16="http://schemas.microsoft.com/office/drawing/2014/main" id="{FF9D7C9F-B0D8-F227-CB55-A1ED8F2A1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500563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定义：</a:t>
            </a:r>
          </a:p>
        </p:txBody>
      </p:sp>
      <p:graphicFrame>
        <p:nvGraphicFramePr>
          <p:cNvPr id="282687" name="Object 63">
            <a:extLst>
              <a:ext uri="{FF2B5EF4-FFF2-40B4-BE49-F238E27FC236}">
                <a16:creationId xmlns:a16="http://schemas.microsoft.com/office/drawing/2014/main" id="{770EF1FF-465C-73DE-FB18-E46F3E62FB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0813" y="5000625"/>
          <a:ext cx="19827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32491" imgH="205989" progId="Equation.DSMT4">
                  <p:embed/>
                </p:oleObj>
              </mc:Choice>
              <mc:Fallback>
                <p:oleObj name="Equation" r:id="rId32" imgW="632491" imgH="205989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5000625"/>
                        <a:ext cx="1982787" cy="69215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90" name="AutoShape 66">
            <a:extLst>
              <a:ext uri="{FF2B5EF4-FFF2-40B4-BE49-F238E27FC236}">
                <a16:creationId xmlns:a16="http://schemas.microsoft.com/office/drawing/2014/main" id="{8854974C-3B4B-A3D0-11D0-F6B8EAFF1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5178425"/>
            <a:ext cx="381000" cy="381000"/>
          </a:xfrm>
          <a:prstGeom prst="star5">
            <a:avLst/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67" name="Rectangle 91">
            <a:extLst>
              <a:ext uri="{FF2B5EF4-FFF2-40B4-BE49-F238E27FC236}">
                <a16:creationId xmlns:a16="http://schemas.microsoft.com/office/drawing/2014/main" id="{82A0E091-FFBE-3C59-C87B-D131BDD1C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6035675"/>
            <a:ext cx="79089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Symbol" panose="05050102010706020507" pitchFamily="18" charset="2"/>
              <a:buChar char="·"/>
            </a:pP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通过高斯面的</a:t>
            </a:r>
            <a:r>
              <a:rPr lang="zh-CN" altLang="en-US" b="1">
                <a:solidFill>
                  <a:srgbClr val="FF3300"/>
                </a:solidFill>
                <a:latin typeface="宋体" panose="02010600030101010101" pitchFamily="2" charset="-122"/>
              </a:rPr>
              <a:t>电位移通量</a:t>
            </a:r>
            <a:r>
              <a:rPr lang="zh-CN" altLang="en-US" b="1">
                <a:solidFill>
                  <a:schemeClr val="accent1"/>
                </a:solidFill>
                <a:latin typeface="宋体" panose="02010600030101010101" pitchFamily="2" charset="-122"/>
              </a:rPr>
              <a:t>等于高斯面所包围的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自由电荷的代数和，</a:t>
            </a:r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</a:rPr>
              <a:t>与极化电荷及高斯面外电荷无关。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2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0" fill="hold"/>
                                        <p:tgtEl>
                                          <p:spTgt spid="282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0" fill="hold"/>
                                        <p:tgtEl>
                                          <p:spTgt spid="282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3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300"/>
                                        <p:tgtEl>
                                          <p:spTgt spid="28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2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2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282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282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28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2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1" dur="300"/>
                                        <p:tgtEl>
                                          <p:spTgt spid="28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2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8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0" fill="hold"/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0" fill="hold"/>
                                        <p:tgtEl>
                                          <p:spTgt spid="282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 autoUpdateAnimBg="0"/>
      <p:bldP spid="282628" grpId="0" autoUpdateAnimBg="0"/>
      <p:bldP spid="282672" grpId="0" animBg="1"/>
      <p:bldP spid="282676" grpId="0" animBg="1" autoUpdateAnimBg="0"/>
      <p:bldP spid="282680" grpId="0" animBg="1" autoUpdateAnimBg="0"/>
      <p:bldP spid="282681" grpId="0" animBg="1"/>
      <p:bldP spid="282684" grpId="0" animBg="1"/>
      <p:bldP spid="282685" grpId="0" autoUpdateAnimBg="0"/>
      <p:bldP spid="6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605" name="Object 2">
            <a:extLst>
              <a:ext uri="{FF2B5EF4-FFF2-40B4-BE49-F238E27FC236}">
                <a16:creationId xmlns:a16="http://schemas.microsoft.com/office/drawing/2014/main" id="{C041314D-87BE-C256-F61C-3A5BC41CDE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7100" y="3959225"/>
          <a:ext cx="31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6731" imgH="381055" progId="Equation.3">
                  <p:embed/>
                </p:oleObj>
              </mc:Choice>
              <mc:Fallback>
                <p:oleObj name="公式" r:id="rId2" imgW="266731" imgH="38105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3959225"/>
                        <a:ext cx="31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6" name="Text Box 6">
            <a:extLst>
              <a:ext uri="{FF2B5EF4-FFF2-40B4-BE49-F238E27FC236}">
                <a16:creationId xmlns:a16="http://schemas.microsoft.com/office/drawing/2014/main" id="{F1EABFC1-32B7-523D-9DA5-D28025B9E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933825"/>
            <a:ext cx="489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</a:rPr>
              <a:t>(3) </a:t>
            </a:r>
            <a:r>
              <a:rPr lang="zh-CN" altLang="en-US" b="1">
                <a:solidFill>
                  <a:schemeClr val="bg1"/>
                </a:solidFill>
              </a:rPr>
              <a:t>解题的思路</a:t>
            </a:r>
            <a:r>
              <a:rPr lang="en-US" altLang="zh-CN" b="1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281607" name="Text Box 7">
            <a:extLst>
              <a:ext uri="{FF2B5EF4-FFF2-40B4-BE49-F238E27FC236}">
                <a16:creationId xmlns:a16="http://schemas.microsoft.com/office/drawing/2014/main" id="{E2F1A7E1-5E4B-C188-DF1C-36CA98DF1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3405188"/>
            <a:ext cx="2774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(2) </a:t>
            </a:r>
            <a:r>
              <a:rPr lang="zh-CN" altLang="en-US" b="1">
                <a:solidFill>
                  <a:schemeClr val="bg1"/>
                </a:solidFill>
              </a:rPr>
              <a:t>各向同性电介质</a:t>
            </a:r>
            <a:endParaRPr lang="zh-CN" altLang="en-US" b="1"/>
          </a:p>
        </p:txBody>
      </p:sp>
      <p:graphicFrame>
        <p:nvGraphicFramePr>
          <p:cNvPr id="281608" name="Object 3">
            <a:extLst>
              <a:ext uri="{FF2B5EF4-FFF2-40B4-BE49-F238E27FC236}">
                <a16:creationId xmlns:a16="http://schemas.microsoft.com/office/drawing/2014/main" id="{14DBC1D7-0AF5-54A0-B30A-53021AEF51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390900"/>
          <a:ext cx="15144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47613" imgH="418961" progId="Equation.3">
                  <p:embed/>
                </p:oleObj>
              </mc:Choice>
              <mc:Fallback>
                <p:oleObj name="公式" r:id="rId4" imgW="1447613" imgH="41896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390900"/>
                        <a:ext cx="15144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9" name="AutoShape 9">
            <a:extLst>
              <a:ext uri="{FF2B5EF4-FFF2-40B4-BE49-F238E27FC236}">
                <a16:creationId xmlns:a16="http://schemas.microsoft.com/office/drawing/2014/main" id="{7AE9BEC1-660E-760A-945A-FB6DF77DF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868863"/>
            <a:ext cx="4392612" cy="576262"/>
          </a:xfrm>
          <a:prstGeom prst="wedgeRectCallout">
            <a:avLst>
              <a:gd name="adj1" fmla="val 12810"/>
              <a:gd name="adj2" fmla="val -134023"/>
            </a:avLst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rect">
              <a:fillToRect l="50000" t="50000" r="50000" b="50000"/>
            </a:path>
          </a:gradFill>
          <a:ln w="3175">
            <a:solidFill>
              <a:srgbClr val="FFCC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b="1">
                <a:solidFill>
                  <a:schemeClr val="bg1"/>
                </a:solidFill>
                <a:latin typeface="Arial" panose="020B0604020202020204" pitchFamily="34" charset="0"/>
              </a:rPr>
              <a:t>自由电荷的分布具有对称性</a:t>
            </a:r>
          </a:p>
        </p:txBody>
      </p:sp>
      <p:graphicFrame>
        <p:nvGraphicFramePr>
          <p:cNvPr id="281610" name="Object 4">
            <a:extLst>
              <a:ext uri="{FF2B5EF4-FFF2-40B4-BE49-F238E27FC236}">
                <a16:creationId xmlns:a16="http://schemas.microsoft.com/office/drawing/2014/main" id="{9E000B0E-470D-2A5A-D53F-528E97CDFA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3933825"/>
          <a:ext cx="7350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85738" imgH="327688" progId="Equation.3">
                  <p:embed/>
                </p:oleObj>
              </mc:Choice>
              <mc:Fallback>
                <p:oleObj name="公式" r:id="rId6" imgW="685738" imgH="32768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933825"/>
                        <a:ext cx="7350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1" name="Object 5">
            <a:extLst>
              <a:ext uri="{FF2B5EF4-FFF2-40B4-BE49-F238E27FC236}">
                <a16:creationId xmlns:a16="http://schemas.microsoft.com/office/drawing/2014/main" id="{D4FA4FC7-6C2A-D52A-2CC8-CA4DAEFED3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3933825"/>
          <a:ext cx="7112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55382" imgH="327688" progId="Equation.3">
                  <p:embed/>
                </p:oleObj>
              </mc:Choice>
              <mc:Fallback>
                <p:oleObj name="公式" r:id="rId8" imgW="655382" imgH="32768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933825"/>
                        <a:ext cx="7112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5" name="AutoShape 15">
            <a:extLst>
              <a:ext uri="{FF2B5EF4-FFF2-40B4-BE49-F238E27FC236}">
                <a16:creationId xmlns:a16="http://schemas.microsoft.com/office/drawing/2014/main" id="{3F97EA33-D8F7-D93F-1240-5BD44CBB7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797425"/>
            <a:ext cx="3168650" cy="612775"/>
          </a:xfrm>
          <a:prstGeom prst="wedgeRectCallout">
            <a:avLst>
              <a:gd name="adj1" fmla="val -74000"/>
              <a:gd name="adj2" fmla="val -134199"/>
            </a:avLst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rect">
              <a:fillToRect l="50000" t="50000" r="50000" b="50000"/>
            </a:path>
          </a:gradFill>
          <a:ln w="3175">
            <a:solidFill>
              <a:srgbClr val="FFCC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</a:rPr>
              <a:t>各向同性均匀电介质</a:t>
            </a:r>
          </a:p>
        </p:txBody>
      </p:sp>
      <p:graphicFrame>
        <p:nvGraphicFramePr>
          <p:cNvPr id="281616" name="Object 6">
            <a:extLst>
              <a:ext uri="{FF2B5EF4-FFF2-40B4-BE49-F238E27FC236}">
                <a16:creationId xmlns:a16="http://schemas.microsoft.com/office/drawing/2014/main" id="{34969BD1-6A33-E23D-2DDF-55203A943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390900"/>
          <a:ext cx="7921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47918" imgH="327688" progId="Equation.3">
                  <p:embed/>
                </p:oleObj>
              </mc:Choice>
              <mc:Fallback>
                <p:oleObj name="公式" r:id="rId10" imgW="647918" imgH="32768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390900"/>
                        <a:ext cx="792163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444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7" name="Object 7">
            <a:extLst>
              <a:ext uri="{FF2B5EF4-FFF2-40B4-BE49-F238E27FC236}">
                <a16:creationId xmlns:a16="http://schemas.microsoft.com/office/drawing/2014/main" id="{627CB0A3-92CD-E5B9-968F-F05D307DB8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781300"/>
          <a:ext cx="10795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18036" imgH="236414" progId="Equation.DSMT4">
                  <p:embed/>
                </p:oleObj>
              </mc:Choice>
              <mc:Fallback>
                <p:oleObj name="Equation" r:id="rId12" imgW="518036" imgH="23641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81300"/>
                        <a:ext cx="10795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8" name="Object 8">
            <a:extLst>
              <a:ext uri="{FF2B5EF4-FFF2-40B4-BE49-F238E27FC236}">
                <a16:creationId xmlns:a16="http://schemas.microsoft.com/office/drawing/2014/main" id="{43D7EDB0-2240-2A64-3C05-27F8FF6728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205038"/>
          <a:ext cx="10795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03107" imgH="236414" progId="Equation.DSMT4">
                  <p:embed/>
                </p:oleObj>
              </mc:Choice>
              <mc:Fallback>
                <p:oleObj name="Equation" r:id="rId14" imgW="503107" imgH="23641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05038"/>
                        <a:ext cx="10795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9" name="Text Box 19">
            <a:extLst>
              <a:ext uri="{FF2B5EF4-FFF2-40B4-BE49-F238E27FC236}">
                <a16:creationId xmlns:a16="http://schemas.microsoft.com/office/drawing/2014/main" id="{D0944AE8-1B88-73A0-EDFD-262FD0F30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1989138"/>
            <a:ext cx="655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不仅与高斯面内包围的自由电荷有关，而且与极化电荷有关 </a:t>
            </a:r>
          </a:p>
        </p:txBody>
      </p:sp>
      <p:sp>
        <p:nvSpPr>
          <p:cNvPr id="281620" name="Text Box 20">
            <a:extLst>
              <a:ext uri="{FF2B5EF4-FFF2-40B4-BE49-F238E27FC236}">
                <a16:creationId xmlns:a16="http://schemas.microsoft.com/office/drawing/2014/main" id="{2F073062-28AF-AEE7-4A0C-DCDED3BF1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813050"/>
            <a:ext cx="516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只与包围在高斯面内的自由电荷有关 </a:t>
            </a:r>
          </a:p>
        </p:txBody>
      </p:sp>
      <p:sp>
        <p:nvSpPr>
          <p:cNvPr id="281621" name="Text Box 21">
            <a:extLst>
              <a:ext uri="{FF2B5EF4-FFF2-40B4-BE49-F238E27FC236}">
                <a16:creationId xmlns:a16="http://schemas.microsoft.com/office/drawing/2014/main" id="{FFACE3B5-3A82-AA06-1691-57EE7247B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179638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(1)</a:t>
            </a:r>
            <a:endParaRPr lang="en-US" altLang="zh-CN" b="1"/>
          </a:p>
        </p:txBody>
      </p:sp>
      <p:sp>
        <p:nvSpPr>
          <p:cNvPr id="281636" name="Text Box 36">
            <a:extLst>
              <a:ext uri="{FF2B5EF4-FFF2-40B4-BE49-F238E27FC236}">
                <a16:creationId xmlns:a16="http://schemas.microsoft.com/office/drawing/2014/main" id="{277D948A-57BA-6098-5349-1378E50F9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Gauss’s Law in Dielectrics</a:t>
            </a:r>
          </a:p>
        </p:txBody>
      </p:sp>
      <p:graphicFrame>
        <p:nvGraphicFramePr>
          <p:cNvPr id="281637" name="Object 9">
            <a:extLst>
              <a:ext uri="{FF2B5EF4-FFF2-40B4-BE49-F238E27FC236}">
                <a16:creationId xmlns:a16="http://schemas.microsoft.com/office/drawing/2014/main" id="{E107727E-59EB-7CA6-38B6-F2A716944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038" y="763588"/>
          <a:ext cx="4046537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18229" imgH="236414" progId="Equation.DSMT4">
                  <p:embed/>
                </p:oleObj>
              </mc:Choice>
              <mc:Fallback>
                <p:oleObj name="Equation" r:id="rId16" imgW="1318229" imgH="23641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763588"/>
                        <a:ext cx="4046537" cy="7604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38" name="Text Box 38">
            <a:extLst>
              <a:ext uri="{FF2B5EF4-FFF2-40B4-BE49-F238E27FC236}">
                <a16:creationId xmlns:a16="http://schemas.microsoft.com/office/drawing/2014/main" id="{F895EB00-92A3-E408-BA79-45189537A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22275"/>
            <a:ext cx="38862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      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通过任意封闭曲面的电位移通量 </a:t>
            </a:r>
            <a:r>
              <a:rPr lang="en-US" altLang="zh-CN" b="1">
                <a:solidFill>
                  <a:schemeClr val="hlink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该封闭面包围自由电荷的代数和。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300"/>
                                        <p:tgtEl>
                                          <p:spTgt spid="28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300"/>
                                        <p:tgtEl>
                                          <p:spTgt spid="28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8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8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8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8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8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8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8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6" grpId="0" autoUpdateAnimBg="0"/>
      <p:bldP spid="281607" grpId="0" autoUpdateAnimBg="0"/>
      <p:bldP spid="281609" grpId="0" animBg="1"/>
      <p:bldP spid="281615" grpId="0" animBg="1"/>
      <p:bldP spid="281619" grpId="0" autoUpdateAnimBg="0"/>
      <p:bldP spid="281620" grpId="0" autoUpdateAnimBg="0"/>
      <p:bldP spid="281621" grpId="0" autoUpdateAnimBg="0"/>
      <p:bldP spid="281636" grpId="0" autoUpdateAnimBg="0"/>
      <p:bldP spid="28163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2" name="Object 2">
            <a:extLst>
              <a:ext uri="{FF2B5EF4-FFF2-40B4-BE49-F238E27FC236}">
                <a16:creationId xmlns:a16="http://schemas.microsoft.com/office/drawing/2014/main" id="{199A5639-CAE4-101F-BCC4-78AE37DE81ED}"/>
              </a:ext>
            </a:extLst>
          </p:cNvPr>
          <p:cNvGraphicFramePr>
            <a:graphicFrameLocks/>
          </p:cNvGraphicFramePr>
          <p:nvPr/>
        </p:nvGraphicFramePr>
        <p:xfrm>
          <a:off x="747713" y="839788"/>
          <a:ext cx="2960687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1498" imgH="327688" progId="Equation.3">
                  <p:embed/>
                </p:oleObj>
              </mc:Choice>
              <mc:Fallback>
                <p:oleObj name="Equation" r:id="rId2" imgW="1051498" imgH="327688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839788"/>
                        <a:ext cx="2960687" cy="7604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3" name="Text Box 3">
            <a:extLst>
              <a:ext uri="{FF2B5EF4-FFF2-40B4-BE49-F238E27FC236}">
                <a16:creationId xmlns:a16="http://schemas.microsoft.com/office/drawing/2014/main" id="{70E645ED-6B60-86CE-DEC0-C7A7081E9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09563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比较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E5BAC00-70CB-81EC-0F73-E65E3EAB6C69}"/>
              </a:ext>
            </a:extLst>
          </p:cNvPr>
          <p:cNvGrpSpPr>
            <a:grpSpLocks/>
          </p:cNvGrpSpPr>
          <p:nvPr/>
        </p:nvGrpSpPr>
        <p:grpSpPr bwMode="auto">
          <a:xfrm>
            <a:off x="3863975" y="242888"/>
            <a:ext cx="5029200" cy="2667000"/>
            <a:chOff x="2352" y="816"/>
            <a:chExt cx="3168" cy="2122"/>
          </a:xfrm>
        </p:grpSpPr>
        <p:graphicFrame>
          <p:nvGraphicFramePr>
            <p:cNvPr id="24606" name="Object 15">
              <a:extLst>
                <a:ext uri="{FF2B5EF4-FFF2-40B4-BE49-F238E27FC236}">
                  <a16:creationId xmlns:a16="http://schemas.microsoft.com/office/drawing/2014/main" id="{62BC6284-2F0B-EA8E-E7A7-993FBA4B5D2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57" y="1765"/>
            <a:ext cx="396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5167" imgH="121698" progId="Equation.3">
                    <p:embed/>
                  </p:oleObj>
                </mc:Choice>
                <mc:Fallback>
                  <p:oleObj name="Equation" r:id="rId4" imgW="175167" imgH="121698" progId="Equation.3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" y="1765"/>
                          <a:ext cx="396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607" name="Group 6">
              <a:extLst>
                <a:ext uri="{FF2B5EF4-FFF2-40B4-BE49-F238E27FC236}">
                  <a16:creationId xmlns:a16="http://schemas.microsoft.com/office/drawing/2014/main" id="{7E8330FB-A725-E24D-1813-E3D018A579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333"/>
              <a:ext cx="3168" cy="1094"/>
              <a:chOff x="2592" y="853"/>
              <a:chExt cx="3168" cy="1094"/>
            </a:xfrm>
          </p:grpSpPr>
          <p:sp>
            <p:nvSpPr>
              <p:cNvPr id="24655" name="Rectangle 7" descr="宽上对角线">
                <a:extLst>
                  <a:ext uri="{FF2B5EF4-FFF2-40B4-BE49-F238E27FC236}">
                    <a16:creationId xmlns:a16="http://schemas.microsoft.com/office/drawing/2014/main" id="{F3A67378-2098-28BA-5577-B7512D80D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904" y="101"/>
                <a:ext cx="965" cy="2657"/>
              </a:xfrm>
              <a:prstGeom prst="rect">
                <a:avLst/>
              </a:prstGeom>
              <a:blipFill dpi="0" rotWithShape="0">
                <a:blip r:embed="rId6"/>
                <a:srcRect/>
                <a:tile tx="0" ty="0" sx="100000" sy="100000" flip="none" algn="tl"/>
              </a:blip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zh-CN" sz="3600" b="1" i="1" baseline="-25000">
                  <a:solidFill>
                    <a:srgbClr val="0000CC"/>
                  </a:solidFill>
                </a:endParaRPr>
              </a:p>
            </p:txBody>
          </p:sp>
          <p:sp>
            <p:nvSpPr>
              <p:cNvPr id="24656" name="Rectangle 8">
                <a:extLst>
                  <a:ext uri="{FF2B5EF4-FFF2-40B4-BE49-F238E27FC236}">
                    <a16:creationId xmlns:a16="http://schemas.microsoft.com/office/drawing/2014/main" id="{6FA74CA2-DEE2-6E1A-4BAB-C686294AD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139"/>
                <a:ext cx="318" cy="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3600" b="1" i="1">
                    <a:solidFill>
                      <a:srgbClr val="0000CC"/>
                    </a:solidFill>
                    <a:sym typeface="Symbol" panose="05050102010706020507" pitchFamily="18" charset="2"/>
                  </a:rPr>
                  <a:t></a:t>
                </a:r>
                <a:r>
                  <a:rPr lang="en-US" altLang="zh-CN" sz="3600" b="1" i="1" baseline="-25000">
                    <a:solidFill>
                      <a:srgbClr val="0000CC"/>
                    </a:solidFill>
                    <a:sym typeface="Symbol" panose="05050102010706020507" pitchFamily="18" charset="2"/>
                  </a:rPr>
                  <a:t>r</a:t>
                </a:r>
              </a:p>
            </p:txBody>
          </p:sp>
          <p:grpSp>
            <p:nvGrpSpPr>
              <p:cNvPr id="24657" name="Group 9">
                <a:extLst>
                  <a:ext uri="{FF2B5EF4-FFF2-40B4-BE49-F238E27FC236}">
                    <a16:creationId xmlns:a16="http://schemas.microsoft.com/office/drawing/2014/main" id="{E591AA0C-27C5-AB34-DE69-D6D2D2543A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46" y="1659"/>
                <a:ext cx="2714" cy="288"/>
                <a:chOff x="1468" y="3607"/>
                <a:chExt cx="1720" cy="288"/>
              </a:xfrm>
            </p:grpSpPr>
            <p:sp>
              <p:nvSpPr>
                <p:cNvPr id="24670" name="Rectangle 10">
                  <a:extLst>
                    <a:ext uri="{FF2B5EF4-FFF2-40B4-BE49-F238E27FC236}">
                      <a16:creationId xmlns:a16="http://schemas.microsoft.com/office/drawing/2014/main" id="{AE2CC70E-BC2A-5CBA-BD23-537B1FB2F9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1418" y="3658"/>
                  <a:ext cx="284" cy="1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chemeClr val="tx2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71" name="Rectangle 11">
                  <a:extLst>
                    <a:ext uri="{FF2B5EF4-FFF2-40B4-BE49-F238E27FC236}">
                      <a16:creationId xmlns:a16="http://schemas.microsoft.com/office/drawing/2014/main" id="{703F512A-708E-8FF7-F1A3-2D9082E72A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1608" y="3660"/>
                  <a:ext cx="284" cy="1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chemeClr val="tx2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72" name="Rectangle 12">
                  <a:extLst>
                    <a:ext uri="{FF2B5EF4-FFF2-40B4-BE49-F238E27FC236}">
                      <a16:creationId xmlns:a16="http://schemas.microsoft.com/office/drawing/2014/main" id="{791A5431-5AD3-6294-2A1E-B398D836F3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1797" y="3660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chemeClr val="tx2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73" name="Rectangle 13">
                  <a:extLst>
                    <a:ext uri="{FF2B5EF4-FFF2-40B4-BE49-F238E27FC236}">
                      <a16:creationId xmlns:a16="http://schemas.microsoft.com/office/drawing/2014/main" id="{82F01D33-D575-D4FC-8419-51A4871DDC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1994" y="3658"/>
                  <a:ext cx="284" cy="1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chemeClr val="tx2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74" name="Rectangle 14">
                  <a:extLst>
                    <a:ext uri="{FF2B5EF4-FFF2-40B4-BE49-F238E27FC236}">
                      <a16:creationId xmlns:a16="http://schemas.microsoft.com/office/drawing/2014/main" id="{20E79354-3A42-B3B8-F22B-DBC35D182E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2193" y="3658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chemeClr val="tx2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75" name="Rectangle 15">
                  <a:extLst>
                    <a:ext uri="{FF2B5EF4-FFF2-40B4-BE49-F238E27FC236}">
                      <a16:creationId xmlns:a16="http://schemas.microsoft.com/office/drawing/2014/main" id="{1DDDD148-8F09-E2B7-BCAF-F5C7399F69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2385" y="3659"/>
                  <a:ext cx="284" cy="1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chemeClr val="tx2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76" name="Rectangle 16">
                  <a:extLst>
                    <a:ext uri="{FF2B5EF4-FFF2-40B4-BE49-F238E27FC236}">
                      <a16:creationId xmlns:a16="http://schemas.microsoft.com/office/drawing/2014/main" id="{07F2A55B-292D-C3BF-E4BC-3FB1769B56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2579" y="3659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chemeClr val="tx2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77" name="Rectangle 17">
                  <a:extLst>
                    <a:ext uri="{FF2B5EF4-FFF2-40B4-BE49-F238E27FC236}">
                      <a16:creationId xmlns:a16="http://schemas.microsoft.com/office/drawing/2014/main" id="{674B70CA-F45E-B003-9534-6BCBDBDDC3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2769" y="3659"/>
                  <a:ext cx="284" cy="1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chemeClr val="tx2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78" name="Rectangle 18">
                  <a:extLst>
                    <a:ext uri="{FF2B5EF4-FFF2-40B4-BE49-F238E27FC236}">
                      <a16:creationId xmlns:a16="http://schemas.microsoft.com/office/drawing/2014/main" id="{33A8B3CA-8860-D1E5-8ED0-09DE8E13C2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2955" y="3660"/>
                  <a:ext cx="284" cy="1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chemeClr val="tx2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</p:grpSp>
          <p:grpSp>
            <p:nvGrpSpPr>
              <p:cNvPr id="24658" name="Group 19">
                <a:extLst>
                  <a:ext uri="{FF2B5EF4-FFF2-40B4-BE49-F238E27FC236}">
                    <a16:creationId xmlns:a16="http://schemas.microsoft.com/office/drawing/2014/main" id="{D7368958-A53D-F475-DD34-6F3E361478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9" y="853"/>
                <a:ext cx="2616" cy="367"/>
                <a:chOff x="1479" y="2874"/>
                <a:chExt cx="1650" cy="367"/>
              </a:xfrm>
            </p:grpSpPr>
            <p:sp>
              <p:nvSpPr>
                <p:cNvPr id="24661" name="Text Box 20">
                  <a:extLst>
                    <a:ext uri="{FF2B5EF4-FFF2-40B4-BE49-F238E27FC236}">
                      <a16:creationId xmlns:a16="http://schemas.microsoft.com/office/drawing/2014/main" id="{D1F4EABF-AF6F-3B5E-B57A-F00D062F49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79" y="2874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chemeClr val="tx2"/>
                      </a:solidFill>
                    </a:rPr>
                    <a:t>-</a:t>
                  </a:r>
                </a:p>
              </p:txBody>
            </p:sp>
            <p:sp>
              <p:nvSpPr>
                <p:cNvPr id="24662" name="Text Box 21">
                  <a:extLst>
                    <a:ext uri="{FF2B5EF4-FFF2-40B4-BE49-F238E27FC236}">
                      <a16:creationId xmlns:a16="http://schemas.microsoft.com/office/drawing/2014/main" id="{FC598BB9-93FC-5F76-5564-6BD884FAD4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70" y="2874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chemeClr val="tx2"/>
                      </a:solidFill>
                    </a:rPr>
                    <a:t>-</a:t>
                  </a:r>
                </a:p>
              </p:txBody>
            </p:sp>
            <p:sp>
              <p:nvSpPr>
                <p:cNvPr id="24663" name="Text Box 22">
                  <a:extLst>
                    <a:ext uri="{FF2B5EF4-FFF2-40B4-BE49-F238E27FC236}">
                      <a16:creationId xmlns:a16="http://schemas.microsoft.com/office/drawing/2014/main" id="{2FE672B0-FD0B-C28F-59FA-2124C0F32E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63" y="2874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chemeClr val="tx2"/>
                      </a:solidFill>
                    </a:rPr>
                    <a:t>-</a:t>
                  </a:r>
                </a:p>
              </p:txBody>
            </p:sp>
            <p:sp>
              <p:nvSpPr>
                <p:cNvPr id="24664" name="Text Box 23">
                  <a:extLst>
                    <a:ext uri="{FF2B5EF4-FFF2-40B4-BE49-F238E27FC236}">
                      <a16:creationId xmlns:a16="http://schemas.microsoft.com/office/drawing/2014/main" id="{53A5331A-D8BF-9C13-4B11-16F8C4E5A7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54" y="2874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chemeClr val="tx2"/>
                      </a:solidFill>
                    </a:rPr>
                    <a:t>-</a:t>
                  </a:r>
                </a:p>
              </p:txBody>
            </p:sp>
            <p:sp>
              <p:nvSpPr>
                <p:cNvPr id="24665" name="Text Box 24">
                  <a:extLst>
                    <a:ext uri="{FF2B5EF4-FFF2-40B4-BE49-F238E27FC236}">
                      <a16:creationId xmlns:a16="http://schemas.microsoft.com/office/drawing/2014/main" id="{DF5229B9-2742-42F2-08B1-DC3858321A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47" y="2874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chemeClr val="tx2"/>
                      </a:solidFill>
                    </a:rPr>
                    <a:t>-</a:t>
                  </a:r>
                </a:p>
              </p:txBody>
            </p:sp>
            <p:sp>
              <p:nvSpPr>
                <p:cNvPr id="24666" name="Text Box 25">
                  <a:extLst>
                    <a:ext uri="{FF2B5EF4-FFF2-40B4-BE49-F238E27FC236}">
                      <a16:creationId xmlns:a16="http://schemas.microsoft.com/office/drawing/2014/main" id="{B77263AD-EAAE-9A8D-1EE1-0A7BEC24ED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0" y="2874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chemeClr val="tx2"/>
                      </a:solidFill>
                    </a:rPr>
                    <a:t>-</a:t>
                  </a:r>
                </a:p>
              </p:txBody>
            </p:sp>
            <p:sp>
              <p:nvSpPr>
                <p:cNvPr id="24667" name="Text Box 26">
                  <a:extLst>
                    <a:ext uri="{FF2B5EF4-FFF2-40B4-BE49-F238E27FC236}">
                      <a16:creationId xmlns:a16="http://schemas.microsoft.com/office/drawing/2014/main" id="{7C991BBC-0CF1-6BED-1582-909CEC25FF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31" y="2874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chemeClr val="tx2"/>
                      </a:solidFill>
                    </a:rPr>
                    <a:t>-</a:t>
                  </a:r>
                </a:p>
              </p:txBody>
            </p:sp>
            <p:sp>
              <p:nvSpPr>
                <p:cNvPr id="24668" name="Text Box 27">
                  <a:extLst>
                    <a:ext uri="{FF2B5EF4-FFF2-40B4-BE49-F238E27FC236}">
                      <a16:creationId xmlns:a16="http://schemas.microsoft.com/office/drawing/2014/main" id="{C5CA72D3-010F-15D3-559E-3EBB801E87B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22" y="2874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chemeClr val="tx2"/>
                      </a:solidFill>
                    </a:rPr>
                    <a:t>-</a:t>
                  </a:r>
                </a:p>
              </p:txBody>
            </p:sp>
            <p:sp>
              <p:nvSpPr>
                <p:cNvPr id="24669" name="Text Box 28">
                  <a:extLst>
                    <a:ext uri="{FF2B5EF4-FFF2-40B4-BE49-F238E27FC236}">
                      <a16:creationId xmlns:a16="http://schemas.microsoft.com/office/drawing/2014/main" id="{0CAE3174-4AA8-DB6A-B1E2-CF1E0C4637D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15" y="2874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solidFill>
                        <a:schemeClr val="tx2"/>
                      </a:solidFill>
                    </a:rPr>
                    <a:t>-</a:t>
                  </a:r>
                </a:p>
              </p:txBody>
            </p:sp>
          </p:grpSp>
          <p:graphicFrame>
            <p:nvGraphicFramePr>
              <p:cNvPr id="24659" name="Object 19">
                <a:extLst>
                  <a:ext uri="{FF2B5EF4-FFF2-40B4-BE49-F238E27FC236}">
                    <a16:creationId xmlns:a16="http://schemas.microsoft.com/office/drawing/2014/main" id="{3177EC7B-3B1E-82CF-11D9-0D830AA82CE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92" y="1632"/>
              <a:ext cx="473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36376" imgH="121698" progId="Equation.3">
                      <p:embed/>
                    </p:oleObj>
                  </mc:Choice>
                  <mc:Fallback>
                    <p:oleObj name="Equation" r:id="rId7" imgW="236376" imgH="121698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1632"/>
                            <a:ext cx="473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CC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60" name="Object 20">
                <a:extLst>
                  <a:ext uri="{FF2B5EF4-FFF2-40B4-BE49-F238E27FC236}">
                    <a16:creationId xmlns:a16="http://schemas.microsoft.com/office/drawing/2014/main" id="{48A7F949-89D5-4F72-452E-7543AFE8FCE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92" y="883"/>
              <a:ext cx="452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228413" imgH="121698" progId="Equation.3">
                      <p:embed/>
                    </p:oleObj>
                  </mc:Choice>
                  <mc:Fallback>
                    <p:oleObj name="Equation" r:id="rId9" imgW="228413" imgH="121698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92" y="883"/>
                            <a:ext cx="452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CC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8" name="Group 31">
              <a:extLst>
                <a:ext uri="{FF2B5EF4-FFF2-40B4-BE49-F238E27FC236}">
                  <a16:creationId xmlns:a16="http://schemas.microsoft.com/office/drawing/2014/main" id="{0F045702-F7E6-42FB-27BD-D64B0CDF3F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3" y="1200"/>
              <a:ext cx="2649" cy="1413"/>
              <a:chOff x="48" y="720"/>
              <a:chExt cx="2649" cy="1413"/>
            </a:xfrm>
          </p:grpSpPr>
          <p:sp>
            <p:nvSpPr>
              <p:cNvPr id="24653" name="Rectangle 32">
                <a:extLst>
                  <a:ext uri="{FF2B5EF4-FFF2-40B4-BE49-F238E27FC236}">
                    <a16:creationId xmlns:a16="http://schemas.microsoft.com/office/drawing/2014/main" id="{5592AF02-6070-5B1C-A69C-D55755720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V="1">
                <a:off x="1269" y="-501"/>
                <a:ext cx="208" cy="2649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54" name="Rectangle 33">
                <a:extLst>
                  <a:ext uri="{FF2B5EF4-FFF2-40B4-BE49-F238E27FC236}">
                    <a16:creationId xmlns:a16="http://schemas.microsoft.com/office/drawing/2014/main" id="{4AC86408-B94F-7EE8-7E5B-E7E5B444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V="1">
                <a:off x="1269" y="704"/>
                <a:ext cx="208" cy="2649"/>
              </a:xfrm>
              <a:prstGeom prst="rect">
                <a:avLst/>
              </a:prstGeom>
              <a:solidFill>
                <a:schemeClr val="folHlink"/>
              </a:solidFill>
              <a:ln w="381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24609" name="Rectangle 34">
              <a:extLst>
                <a:ext uri="{FF2B5EF4-FFF2-40B4-BE49-F238E27FC236}">
                  <a16:creationId xmlns:a16="http://schemas.microsoft.com/office/drawing/2014/main" id="{1DD0D554-8085-9230-97CE-A355D12BD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1248"/>
              <a:ext cx="786" cy="487"/>
            </a:xfrm>
            <a:prstGeom prst="rect">
              <a:avLst/>
            </a:prstGeom>
            <a:noFill/>
            <a:ln w="57150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4610" name="Group 35">
              <a:extLst>
                <a:ext uri="{FF2B5EF4-FFF2-40B4-BE49-F238E27FC236}">
                  <a16:creationId xmlns:a16="http://schemas.microsoft.com/office/drawing/2014/main" id="{07983024-D82A-8FD8-026F-401AC0540F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816"/>
              <a:ext cx="2728" cy="2122"/>
              <a:chOff x="-5" y="336"/>
              <a:chExt cx="2728" cy="2122"/>
            </a:xfrm>
          </p:grpSpPr>
          <p:grpSp>
            <p:nvGrpSpPr>
              <p:cNvPr id="24612" name="Group 36">
                <a:extLst>
                  <a:ext uri="{FF2B5EF4-FFF2-40B4-BE49-F238E27FC236}">
                    <a16:creationId xmlns:a16="http://schemas.microsoft.com/office/drawing/2014/main" id="{D7846405-0ABF-AA46-4E63-20D8560CE1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5" y="725"/>
                <a:ext cx="2728" cy="289"/>
                <a:chOff x="3186" y="2610"/>
                <a:chExt cx="1724" cy="289"/>
              </a:xfrm>
            </p:grpSpPr>
            <p:sp>
              <p:nvSpPr>
                <p:cNvPr id="24636" name="Rectangle 37">
                  <a:extLst>
                    <a:ext uri="{FF2B5EF4-FFF2-40B4-BE49-F238E27FC236}">
                      <a16:creationId xmlns:a16="http://schemas.microsoft.com/office/drawing/2014/main" id="{556A169E-1C6E-7A00-12FD-D6332A77E3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135" y="2663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37" name="Rectangle 38">
                  <a:extLst>
                    <a:ext uri="{FF2B5EF4-FFF2-40B4-BE49-F238E27FC236}">
                      <a16:creationId xmlns:a16="http://schemas.microsoft.com/office/drawing/2014/main" id="{8D150AD8-11CF-4242-58C1-1B29EE73C8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232" y="2664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38" name="Rectangle 39">
                  <a:extLst>
                    <a:ext uri="{FF2B5EF4-FFF2-40B4-BE49-F238E27FC236}">
                      <a16:creationId xmlns:a16="http://schemas.microsoft.com/office/drawing/2014/main" id="{6132BC0A-3899-50E2-91F1-FB63510779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328" y="2664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39" name="Rectangle 40">
                  <a:extLst>
                    <a:ext uri="{FF2B5EF4-FFF2-40B4-BE49-F238E27FC236}">
                      <a16:creationId xmlns:a16="http://schemas.microsoft.com/office/drawing/2014/main" id="{AC87F8FA-2F6A-08C6-AE3F-1E1141FD1C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424" y="2664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40" name="Rectangle 41">
                  <a:extLst>
                    <a:ext uri="{FF2B5EF4-FFF2-40B4-BE49-F238E27FC236}">
                      <a16:creationId xmlns:a16="http://schemas.microsoft.com/office/drawing/2014/main" id="{EFAEF109-BAD3-6592-7228-723EF19FC4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520" y="2664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41" name="Rectangle 42">
                  <a:extLst>
                    <a:ext uri="{FF2B5EF4-FFF2-40B4-BE49-F238E27FC236}">
                      <a16:creationId xmlns:a16="http://schemas.microsoft.com/office/drawing/2014/main" id="{3586A4CD-5F74-B6C4-DA54-6C5BAB685B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617" y="2664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42" name="Rectangle 43">
                  <a:extLst>
                    <a:ext uri="{FF2B5EF4-FFF2-40B4-BE49-F238E27FC236}">
                      <a16:creationId xmlns:a16="http://schemas.microsoft.com/office/drawing/2014/main" id="{89CE5D61-AE5C-CB39-BA5F-731B97CA9B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713" y="2663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43" name="Rectangle 44">
                  <a:extLst>
                    <a:ext uri="{FF2B5EF4-FFF2-40B4-BE49-F238E27FC236}">
                      <a16:creationId xmlns:a16="http://schemas.microsoft.com/office/drawing/2014/main" id="{49F5461C-3F11-B25E-054C-BF380AE368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912" y="2663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44" name="Rectangle 45">
                  <a:extLst>
                    <a:ext uri="{FF2B5EF4-FFF2-40B4-BE49-F238E27FC236}">
                      <a16:creationId xmlns:a16="http://schemas.microsoft.com/office/drawing/2014/main" id="{1D9A4CF8-E17A-12DC-D464-014960860F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010" y="2664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45" name="Rectangle 46">
                  <a:extLst>
                    <a:ext uri="{FF2B5EF4-FFF2-40B4-BE49-F238E27FC236}">
                      <a16:creationId xmlns:a16="http://schemas.microsoft.com/office/drawing/2014/main" id="{DE439E18-1E8C-B2B8-142A-E62A3C6E90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104" y="2664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46" name="Rectangle 47">
                  <a:extLst>
                    <a:ext uri="{FF2B5EF4-FFF2-40B4-BE49-F238E27FC236}">
                      <a16:creationId xmlns:a16="http://schemas.microsoft.com/office/drawing/2014/main" id="{56EE50E7-4A1E-1CEE-90B8-43917442D0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202" y="2663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47" name="Rectangle 48">
                  <a:extLst>
                    <a:ext uri="{FF2B5EF4-FFF2-40B4-BE49-F238E27FC236}">
                      <a16:creationId xmlns:a16="http://schemas.microsoft.com/office/drawing/2014/main" id="{45901E19-FD98-E460-8605-4A904A203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299" y="2664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48" name="Rectangle 49">
                  <a:extLst>
                    <a:ext uri="{FF2B5EF4-FFF2-40B4-BE49-F238E27FC236}">
                      <a16:creationId xmlns:a16="http://schemas.microsoft.com/office/drawing/2014/main" id="{30DAD525-C90A-2B74-70BD-1E3AAB3C22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391" y="2664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49" name="Rectangle 50">
                  <a:extLst>
                    <a:ext uri="{FF2B5EF4-FFF2-40B4-BE49-F238E27FC236}">
                      <a16:creationId xmlns:a16="http://schemas.microsoft.com/office/drawing/2014/main" id="{6039D8C0-BA73-BEDF-A7AC-B604F8F522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489" y="2661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50" name="Rectangle 51">
                  <a:extLst>
                    <a:ext uri="{FF2B5EF4-FFF2-40B4-BE49-F238E27FC236}">
                      <a16:creationId xmlns:a16="http://schemas.microsoft.com/office/drawing/2014/main" id="{D4B51E2A-9B12-AC38-D159-2042F600E5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3802" y="2663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51" name="Rectangle 52">
                  <a:extLst>
                    <a:ext uri="{FF2B5EF4-FFF2-40B4-BE49-F238E27FC236}">
                      <a16:creationId xmlns:a16="http://schemas.microsoft.com/office/drawing/2014/main" id="{1FAC8B58-1937-9F8D-4128-65B20A5EDB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580" y="2663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4652" name="Rectangle 53">
                  <a:extLst>
                    <a:ext uri="{FF2B5EF4-FFF2-40B4-BE49-F238E27FC236}">
                      <a16:creationId xmlns:a16="http://schemas.microsoft.com/office/drawing/2014/main" id="{3F8EECF1-545C-2F31-1CBE-8730E57A72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4675" y="2664"/>
                  <a:ext cx="286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  <a:cs typeface="Times New Roman" panose="02020603050405020304" pitchFamily="18" charset="0"/>
                    </a:rPr>
                    <a:t>+</a:t>
                  </a:r>
                </a:p>
              </p:txBody>
            </p:sp>
          </p:grpSp>
          <p:grpSp>
            <p:nvGrpSpPr>
              <p:cNvPr id="24613" name="Group 54">
                <a:extLst>
                  <a:ext uri="{FF2B5EF4-FFF2-40B4-BE49-F238E27FC236}">
                    <a16:creationId xmlns:a16="http://schemas.microsoft.com/office/drawing/2014/main" id="{E5A9B272-9828-076A-22AF-099555CAB2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" y="1800"/>
                <a:ext cx="2610" cy="367"/>
                <a:chOff x="3795" y="1879"/>
                <a:chExt cx="1650" cy="367"/>
              </a:xfrm>
            </p:grpSpPr>
            <p:sp>
              <p:nvSpPr>
                <p:cNvPr id="24616" name="Text Box 55">
                  <a:extLst>
                    <a:ext uri="{FF2B5EF4-FFF2-40B4-BE49-F238E27FC236}">
                      <a16:creationId xmlns:a16="http://schemas.microsoft.com/office/drawing/2014/main" id="{357D3392-7D2F-04BA-3D38-42F30CC5F5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95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17" name="Text Box 56">
                  <a:extLst>
                    <a:ext uri="{FF2B5EF4-FFF2-40B4-BE49-F238E27FC236}">
                      <a16:creationId xmlns:a16="http://schemas.microsoft.com/office/drawing/2014/main" id="{6B7B7D0C-352C-E1A8-E6A6-24C636DC98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92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18" name="Text Box 57">
                  <a:extLst>
                    <a:ext uri="{FF2B5EF4-FFF2-40B4-BE49-F238E27FC236}">
                      <a16:creationId xmlns:a16="http://schemas.microsoft.com/office/drawing/2014/main" id="{04C6F0BE-8BC5-7BD8-5A22-BC5B0466CB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6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19" name="Text Box 58">
                  <a:extLst>
                    <a:ext uri="{FF2B5EF4-FFF2-40B4-BE49-F238E27FC236}">
                      <a16:creationId xmlns:a16="http://schemas.microsoft.com/office/drawing/2014/main" id="{79934167-4398-071D-7EE1-BC1373F328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083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20" name="Text Box 59">
                  <a:extLst>
                    <a:ext uri="{FF2B5EF4-FFF2-40B4-BE49-F238E27FC236}">
                      <a16:creationId xmlns:a16="http://schemas.microsoft.com/office/drawing/2014/main" id="{BA07C98B-2793-9460-5449-C908183E72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79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21" name="Text Box 60">
                  <a:extLst>
                    <a:ext uri="{FF2B5EF4-FFF2-40B4-BE49-F238E27FC236}">
                      <a16:creationId xmlns:a16="http://schemas.microsoft.com/office/drawing/2014/main" id="{18009FB7-74AA-9B50-06FD-D8F2D5F7FF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5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22" name="Text Box 61">
                  <a:extLst>
                    <a:ext uri="{FF2B5EF4-FFF2-40B4-BE49-F238E27FC236}">
                      <a16:creationId xmlns:a16="http://schemas.microsoft.com/office/drawing/2014/main" id="{CEEA47AF-90BE-8671-AB5B-CBB450F70F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1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23" name="Text Box 62">
                  <a:extLst>
                    <a:ext uri="{FF2B5EF4-FFF2-40B4-BE49-F238E27FC236}">
                      <a16:creationId xmlns:a16="http://schemas.microsoft.com/office/drawing/2014/main" id="{B61F8ED0-DB94-716D-E87B-C5668271DE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67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24" name="Text Box 63">
                  <a:extLst>
                    <a:ext uri="{FF2B5EF4-FFF2-40B4-BE49-F238E27FC236}">
                      <a16:creationId xmlns:a16="http://schemas.microsoft.com/office/drawing/2014/main" id="{06959995-E28E-3FA1-E800-8D2A94C323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4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25" name="Text Box 64">
                  <a:extLst>
                    <a:ext uri="{FF2B5EF4-FFF2-40B4-BE49-F238E27FC236}">
                      <a16:creationId xmlns:a16="http://schemas.microsoft.com/office/drawing/2014/main" id="{93F49D0D-505B-0257-D061-5A766D27F4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58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26" name="Text Box 65">
                  <a:extLst>
                    <a:ext uri="{FF2B5EF4-FFF2-40B4-BE49-F238E27FC236}">
                      <a16:creationId xmlns:a16="http://schemas.microsoft.com/office/drawing/2014/main" id="{9DE29233-E121-9AB6-0294-C9BC76E7CB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55" y="1879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27" name="Text Box 66">
                  <a:extLst>
                    <a:ext uri="{FF2B5EF4-FFF2-40B4-BE49-F238E27FC236}">
                      <a16:creationId xmlns:a16="http://schemas.microsoft.com/office/drawing/2014/main" id="{DFD676AB-7548-CFF4-2CA2-F5AF3B5CC1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51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28" name="Text Box 67">
                  <a:extLst>
                    <a:ext uri="{FF2B5EF4-FFF2-40B4-BE49-F238E27FC236}">
                      <a16:creationId xmlns:a16="http://schemas.microsoft.com/office/drawing/2014/main" id="{FDDBBBC4-39C3-9CDC-E461-5F853FD5D3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51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29" name="Text Box 68">
                  <a:extLst>
                    <a:ext uri="{FF2B5EF4-FFF2-40B4-BE49-F238E27FC236}">
                      <a16:creationId xmlns:a16="http://schemas.microsoft.com/office/drawing/2014/main" id="{577B091A-4E45-5EC3-3C3E-816711342B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51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30" name="Text Box 69">
                  <a:extLst>
                    <a:ext uri="{FF2B5EF4-FFF2-40B4-BE49-F238E27FC236}">
                      <a16:creationId xmlns:a16="http://schemas.microsoft.com/office/drawing/2014/main" id="{990D5C17-254F-6766-6148-1B928D3490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51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31" name="Text Box 70">
                  <a:extLst>
                    <a:ext uri="{FF2B5EF4-FFF2-40B4-BE49-F238E27FC236}">
                      <a16:creationId xmlns:a16="http://schemas.microsoft.com/office/drawing/2014/main" id="{B7AD0E3B-6A9F-3293-A6D0-522515B055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47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32" name="Text Box 71">
                  <a:extLst>
                    <a:ext uri="{FF2B5EF4-FFF2-40B4-BE49-F238E27FC236}">
                      <a16:creationId xmlns:a16="http://schemas.microsoft.com/office/drawing/2014/main" id="{D1B2A181-614E-2DAE-D998-7D0D0D288E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43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33" name="Text Box 72">
                  <a:extLst>
                    <a:ext uri="{FF2B5EF4-FFF2-40B4-BE49-F238E27FC236}">
                      <a16:creationId xmlns:a16="http://schemas.microsoft.com/office/drawing/2014/main" id="{E3C1AFFB-011D-AB12-9E45-CD83859EB0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40" y="1879"/>
                  <a:ext cx="114" cy="3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34" name="Text Box 73">
                  <a:extLst>
                    <a:ext uri="{FF2B5EF4-FFF2-40B4-BE49-F238E27FC236}">
                      <a16:creationId xmlns:a16="http://schemas.microsoft.com/office/drawing/2014/main" id="{2F094B43-DF9B-1AAA-698C-9C03F69862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35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  <p:sp>
              <p:nvSpPr>
                <p:cNvPr id="24635" name="Text Box 74">
                  <a:extLst>
                    <a:ext uri="{FF2B5EF4-FFF2-40B4-BE49-F238E27FC236}">
                      <a16:creationId xmlns:a16="http://schemas.microsoft.com/office/drawing/2014/main" id="{AB4FCF35-F0A5-C012-CAA1-51ABC48076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331" y="1879"/>
                  <a:ext cx="114" cy="3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b="1">
                      <a:solidFill>
                        <a:srgbClr val="FF0000"/>
                      </a:solidFill>
                    </a:rPr>
                    <a:t>-</a:t>
                  </a:r>
                </a:p>
              </p:txBody>
            </p:sp>
          </p:grpSp>
          <p:graphicFrame>
            <p:nvGraphicFramePr>
              <p:cNvPr id="24614" name="Object 17">
                <a:extLst>
                  <a:ext uri="{FF2B5EF4-FFF2-40B4-BE49-F238E27FC236}">
                    <a16:creationId xmlns:a16="http://schemas.microsoft.com/office/drawing/2014/main" id="{3B32C356-7D39-93E8-BF33-63ADA8BE5BF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42" y="336"/>
              <a:ext cx="494" cy="3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51304" imgH="175066" progId="Equation.3">
                      <p:embed/>
                    </p:oleObj>
                  </mc:Choice>
                  <mc:Fallback>
                    <p:oleObj name="Equation" r:id="rId11" imgW="251304" imgH="175066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42" y="336"/>
                            <a:ext cx="494" cy="3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CC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5" name="Object 18">
                <a:extLst>
                  <a:ext uri="{FF2B5EF4-FFF2-40B4-BE49-F238E27FC236}">
                    <a16:creationId xmlns:a16="http://schemas.microsoft.com/office/drawing/2014/main" id="{596326D7-0665-C847-B594-FE67E51DE3A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42" y="2112"/>
              <a:ext cx="494" cy="3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251304" imgH="175066" progId="Equation.3">
                      <p:embed/>
                    </p:oleObj>
                  </mc:Choice>
                  <mc:Fallback>
                    <p:oleObj name="Equation" r:id="rId13" imgW="251304" imgH="175066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42" y="2112"/>
                            <a:ext cx="494" cy="3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CC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4611" name="Object 16">
              <a:extLst>
                <a:ext uri="{FF2B5EF4-FFF2-40B4-BE49-F238E27FC236}">
                  <a16:creationId xmlns:a16="http://schemas.microsoft.com/office/drawing/2014/main" id="{7D6CB380-6DAC-6273-AE7B-489BDA8F4D7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57" y="1765"/>
            <a:ext cx="396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5167" imgH="121698" progId="Equation.3">
                    <p:embed/>
                  </p:oleObj>
                </mc:Choice>
                <mc:Fallback>
                  <p:oleObj name="Equation" r:id="rId4" imgW="175167" imgH="121698" progId="Equation.3">
                    <p:embed/>
                    <p:pic>
                      <p:nvPicPr>
                        <p:cNvPr id="0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" y="1765"/>
                          <a:ext cx="396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fol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38" name="Object 3">
            <a:extLst>
              <a:ext uri="{FF2B5EF4-FFF2-40B4-BE49-F238E27FC236}">
                <a16:creationId xmlns:a16="http://schemas.microsoft.com/office/drawing/2014/main" id="{A171B6E9-AF6F-2C0D-E8BA-397CD056C2D9}"/>
              </a:ext>
            </a:extLst>
          </p:cNvPr>
          <p:cNvGraphicFramePr>
            <a:graphicFrameLocks/>
          </p:cNvGraphicFramePr>
          <p:nvPr/>
        </p:nvGraphicFramePr>
        <p:xfrm>
          <a:off x="747713" y="1676400"/>
          <a:ext cx="29606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93396" imgH="388537" progId="Equation.3">
                  <p:embed/>
                </p:oleObj>
              </mc:Choice>
              <mc:Fallback>
                <p:oleObj name="Equation" r:id="rId16" imgW="1493396" imgH="388537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1676400"/>
                        <a:ext cx="2960687" cy="889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9" name="AutoShape 79">
            <a:extLst>
              <a:ext uri="{FF2B5EF4-FFF2-40B4-BE49-F238E27FC236}">
                <a16:creationId xmlns:a16="http://schemas.microsoft.com/office/drawing/2014/main" id="{635B7F15-D558-42C0-8CD5-50946515A09A}"/>
              </a:ext>
            </a:extLst>
          </p:cNvPr>
          <p:cNvSpPr>
            <a:spLocks/>
          </p:cNvSpPr>
          <p:nvPr/>
        </p:nvSpPr>
        <p:spPr bwMode="auto">
          <a:xfrm>
            <a:off x="395288" y="1023938"/>
            <a:ext cx="276225" cy="1360487"/>
          </a:xfrm>
          <a:prstGeom prst="leftBrace">
            <a:avLst>
              <a:gd name="adj1" fmla="val 41044"/>
              <a:gd name="adj2" fmla="val 50000"/>
            </a:avLst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" name="Group 80">
            <a:extLst>
              <a:ext uri="{FF2B5EF4-FFF2-40B4-BE49-F238E27FC236}">
                <a16:creationId xmlns:a16="http://schemas.microsoft.com/office/drawing/2014/main" id="{2A8B1E09-E256-C4DF-19D9-33E205D1CA83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757488"/>
            <a:ext cx="7897813" cy="1219200"/>
            <a:chOff x="336" y="2064"/>
            <a:chExt cx="4975" cy="768"/>
          </a:xfrm>
        </p:grpSpPr>
        <p:sp>
          <p:nvSpPr>
            <p:cNvPr id="24603" name="Text Box 81">
              <a:extLst>
                <a:ext uri="{FF2B5EF4-FFF2-40B4-BE49-F238E27FC236}">
                  <a16:creationId xmlns:a16="http://schemas.microsoft.com/office/drawing/2014/main" id="{12D41E2C-46D6-5A11-03E9-19AD5F918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141"/>
              <a:ext cx="4975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1"/>
                  </a:solidFill>
                  <a:latin typeface="宋体" panose="02010600030101010101" pitchFamily="2" charset="-122"/>
                </a:rPr>
                <a:t>例 </a:t>
              </a:r>
              <a:r>
                <a:rPr lang="zh-CN" altLang="en-US" b="1">
                  <a:solidFill>
                    <a:srgbClr val="00FFFF"/>
                  </a:solidFill>
                  <a:latin typeface="宋体" panose="02010600030101010101" pitchFamily="2" charset="-122"/>
                </a:rPr>
                <a:t> 两平行金属板之间</a:t>
              </a:r>
              <a:r>
                <a:rPr lang="zh-CN" altLang="en-US" b="1">
                  <a:solidFill>
                    <a:srgbClr val="FFFF00"/>
                  </a:solidFill>
                </a:rPr>
                <a:t>充满相对介电常数为</a:t>
              </a:r>
              <a:r>
                <a:rPr lang="zh-CN" altLang="en-US" b="1">
                  <a:solidFill>
                    <a:srgbClr val="00FFFF"/>
                  </a:solidFill>
                </a:rPr>
                <a:t>      的各向同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FFFF"/>
                  </a:solidFill>
                </a:rPr>
                <a:t>        性均匀电介质</a:t>
              </a:r>
              <a:r>
                <a:rPr lang="en-US" altLang="zh-CN" b="1">
                  <a:solidFill>
                    <a:srgbClr val="00FFFF"/>
                  </a:solidFill>
                  <a:latin typeface="宋体" panose="02010600030101010101" pitchFamily="2" charset="-122"/>
                </a:rPr>
                <a:t>,</a:t>
              </a:r>
              <a:r>
                <a:rPr lang="zh-CN" altLang="en-US" b="1">
                  <a:solidFill>
                    <a:srgbClr val="FFFF00"/>
                  </a:solidFill>
                  <a:latin typeface="宋体" panose="02010600030101010101" pitchFamily="2" charset="-122"/>
                </a:rPr>
                <a:t>金属板上的</a:t>
              </a:r>
              <a:r>
                <a:rPr lang="zh-CN" altLang="en-US" b="1">
                  <a:solidFill>
                    <a:schemeClr val="bg1"/>
                  </a:solidFill>
                  <a:latin typeface="宋体" panose="02010600030101010101" pitchFamily="2" charset="-122"/>
                </a:rPr>
                <a:t>自由电荷面密度</a:t>
              </a:r>
              <a:r>
                <a:rPr lang="zh-CN" altLang="en-US" b="1">
                  <a:solidFill>
                    <a:srgbClr val="00FFFF"/>
                  </a:solidFill>
                  <a:latin typeface="宋体" panose="02010600030101010101" pitchFamily="2" charset="-122"/>
                </a:rPr>
                <a:t>为    </a:t>
              </a:r>
              <a:r>
                <a:rPr lang="en-US" altLang="zh-CN" b="1">
                  <a:solidFill>
                    <a:srgbClr val="00FFFF"/>
                  </a:solidFill>
                  <a:latin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24604" name="Object 13">
              <a:extLst>
                <a:ext uri="{FF2B5EF4-FFF2-40B4-BE49-F238E27FC236}">
                  <a16:creationId xmlns:a16="http://schemas.microsoft.com/office/drawing/2014/main" id="{27208A51-D994-CDAE-3B54-224D605CA5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98" y="2415"/>
            <a:ext cx="346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7347" imgH="175066" progId="Equation.3">
                    <p:embed/>
                  </p:oleObj>
                </mc:Choice>
                <mc:Fallback>
                  <p:oleObj name="Equation" r:id="rId18" imgW="137347" imgH="175066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" y="2415"/>
                          <a:ext cx="346" cy="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05" name="Object 14">
              <a:extLst>
                <a:ext uri="{FF2B5EF4-FFF2-40B4-BE49-F238E27FC236}">
                  <a16:creationId xmlns:a16="http://schemas.microsoft.com/office/drawing/2014/main" id="{E44A5240-9262-BBF0-B6F4-156B1B74CE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75" y="2064"/>
            <a:ext cx="341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14456" imgH="160103" progId="Equation.3">
                    <p:embed/>
                  </p:oleObj>
                </mc:Choice>
                <mc:Fallback>
                  <p:oleObj name="Equation" r:id="rId20" imgW="114456" imgH="160103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2064"/>
                          <a:ext cx="341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44" name="Text Box 84">
            <a:extLst>
              <a:ext uri="{FF2B5EF4-FFF2-40B4-BE49-F238E27FC236}">
                <a16:creationId xmlns:a16="http://schemas.microsoft.com/office/drawing/2014/main" id="{6775E769-8F4C-08B9-41CC-5F8455207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900488"/>
            <a:ext cx="810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求 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两金属板之间的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电场强度</a:t>
            </a:r>
            <a:r>
              <a:rPr lang="zh-CN" altLang="en-US" b="1">
                <a:solidFill>
                  <a:srgbClr val="00FFFF"/>
                </a:solidFill>
                <a:latin typeface="宋体" panose="02010600030101010101" pitchFamily="2" charset="-122"/>
              </a:rPr>
              <a:t>和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介质表面的</a:t>
            </a:r>
            <a:r>
              <a:rPr lang="zh-CN" altLang="en-US" b="1">
                <a:solidFill>
                  <a:srgbClr val="FFCCFF"/>
                </a:solidFill>
                <a:latin typeface="宋体" panose="02010600030101010101" pitchFamily="2" charset="-122"/>
              </a:rPr>
              <a:t>束缚电荷面密度</a:t>
            </a:r>
            <a:r>
              <a:rPr lang="en-US" altLang="zh-CN" b="1">
                <a:solidFill>
                  <a:srgbClr val="00FFFF"/>
                </a:solidFill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92245" name="Rectangle 85">
            <a:extLst>
              <a:ext uri="{FF2B5EF4-FFF2-40B4-BE49-F238E27FC236}">
                <a16:creationId xmlns:a16="http://schemas.microsoft.com/office/drawing/2014/main" id="{8E26E0F7-900D-0EC4-BAB4-D282B8DBB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51196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92246" name="Object 4">
            <a:extLst>
              <a:ext uri="{FF2B5EF4-FFF2-40B4-BE49-F238E27FC236}">
                <a16:creationId xmlns:a16="http://schemas.microsoft.com/office/drawing/2014/main" id="{6947D674-F3E1-FA44-314E-C3E323D5A53E}"/>
              </a:ext>
            </a:extLst>
          </p:cNvPr>
          <p:cNvGraphicFramePr>
            <a:graphicFrameLocks/>
          </p:cNvGraphicFramePr>
          <p:nvPr/>
        </p:nvGraphicFramePr>
        <p:xfrm>
          <a:off x="1219200" y="5149850"/>
          <a:ext cx="23447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69838" imgH="175066" progId="Equation.3">
                  <p:embed/>
                </p:oleObj>
              </mc:Choice>
              <mc:Fallback>
                <p:oleObj name="Equation" r:id="rId22" imgW="769838" imgH="17506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49850"/>
                        <a:ext cx="234473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7" name="Object 5">
            <a:extLst>
              <a:ext uri="{FF2B5EF4-FFF2-40B4-BE49-F238E27FC236}">
                <a16:creationId xmlns:a16="http://schemas.microsoft.com/office/drawing/2014/main" id="{E0A40301-96C8-376C-A8F0-CE8A2174A3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6838" y="4433888"/>
          <a:ext cx="114776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95144" imgH="213471" progId="Equation.3">
                  <p:embed/>
                </p:oleObj>
              </mc:Choice>
              <mc:Fallback>
                <p:oleObj name="Equation" r:id="rId24" imgW="495144" imgH="21347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4433888"/>
                        <a:ext cx="1147762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8" name="Rectangle 88">
            <a:extLst>
              <a:ext uri="{FF2B5EF4-FFF2-40B4-BE49-F238E27FC236}">
                <a16:creationId xmlns:a16="http://schemas.microsoft.com/office/drawing/2014/main" id="{981403CE-560D-1DE4-991C-0A0104E7C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465638"/>
            <a:ext cx="86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分析</a:t>
            </a:r>
          </a:p>
        </p:txBody>
      </p:sp>
      <p:graphicFrame>
        <p:nvGraphicFramePr>
          <p:cNvPr id="92249" name="Object 6">
            <a:extLst>
              <a:ext uri="{FF2B5EF4-FFF2-40B4-BE49-F238E27FC236}">
                <a16:creationId xmlns:a16="http://schemas.microsoft.com/office/drawing/2014/main" id="{ED06F4AC-A2AB-A7DD-185D-94CE51F1C7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4465638"/>
          <a:ext cx="3476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4456" imgH="137160" progId="Equation.3">
                  <p:embed/>
                </p:oleObj>
              </mc:Choice>
              <mc:Fallback>
                <p:oleObj name="Equation" r:id="rId26" imgW="114456" imgH="1371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465638"/>
                        <a:ext cx="34766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0" name="AutoShape 90">
            <a:extLst>
              <a:ext uri="{FF2B5EF4-FFF2-40B4-BE49-F238E27FC236}">
                <a16:creationId xmlns:a16="http://schemas.microsoft.com/office/drawing/2014/main" id="{A0568B4A-076A-BFA0-EDFB-5AB787BD6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586288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251" name="Object 7">
            <a:extLst>
              <a:ext uri="{FF2B5EF4-FFF2-40B4-BE49-F238E27FC236}">
                <a16:creationId xmlns:a16="http://schemas.microsoft.com/office/drawing/2014/main" id="{F0722E8C-E7AE-FAC2-C13E-0A9642BA4E31}"/>
              </a:ext>
            </a:extLst>
          </p:cNvPr>
          <p:cNvGraphicFramePr>
            <a:graphicFrameLocks/>
          </p:cNvGraphicFramePr>
          <p:nvPr/>
        </p:nvGraphicFramePr>
        <p:xfrm>
          <a:off x="1174750" y="4433888"/>
          <a:ext cx="23304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051498" imgH="327688" progId="Equation.3">
                  <p:embed/>
                </p:oleObj>
              </mc:Choice>
              <mc:Fallback>
                <p:oleObj name="Equation" r:id="rId28" imgW="1051498" imgH="327688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0" y="4433888"/>
                        <a:ext cx="23304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2" name="AutoShape 92">
            <a:extLst>
              <a:ext uri="{FF2B5EF4-FFF2-40B4-BE49-F238E27FC236}">
                <a16:creationId xmlns:a16="http://schemas.microsoft.com/office/drawing/2014/main" id="{E5A65AFF-6D25-9F21-56FF-B10B11FA8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272088"/>
            <a:ext cx="584200" cy="273050"/>
          </a:xfrm>
          <a:prstGeom prst="rightArrow">
            <a:avLst>
              <a:gd name="adj1" fmla="val 50000"/>
              <a:gd name="adj2" fmla="val 5348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253" name="Object 8">
            <a:extLst>
              <a:ext uri="{FF2B5EF4-FFF2-40B4-BE49-F238E27FC236}">
                <a16:creationId xmlns:a16="http://schemas.microsoft.com/office/drawing/2014/main" id="{9802B942-9D35-B4A4-7594-489EBBF4D9C3}"/>
              </a:ext>
            </a:extLst>
          </p:cNvPr>
          <p:cNvGraphicFramePr>
            <a:graphicFrameLocks/>
          </p:cNvGraphicFramePr>
          <p:nvPr/>
        </p:nvGraphicFramePr>
        <p:xfrm>
          <a:off x="4419600" y="5157788"/>
          <a:ext cx="133508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19007" imgH="175066" progId="Equation.3">
                  <p:embed/>
                </p:oleObj>
              </mc:Choice>
              <mc:Fallback>
                <p:oleObj name="Equation" r:id="rId30" imgW="419007" imgH="175066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157788"/>
                        <a:ext cx="133508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4" name="Object 9">
            <a:extLst>
              <a:ext uri="{FF2B5EF4-FFF2-40B4-BE49-F238E27FC236}">
                <a16:creationId xmlns:a16="http://schemas.microsoft.com/office/drawing/2014/main" id="{5E8BD0FE-4E1D-639A-574A-B1CE4DD5CE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24650" y="4530725"/>
          <a:ext cx="209232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845976" imgH="388537" progId="Equation.3">
                  <p:embed/>
                </p:oleObj>
              </mc:Choice>
              <mc:Fallback>
                <p:oleObj name="Equation" r:id="rId32" imgW="845976" imgH="38853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650" y="4530725"/>
                        <a:ext cx="2092325" cy="96043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5" name="AutoShape 95">
            <a:extLst>
              <a:ext uri="{FF2B5EF4-FFF2-40B4-BE49-F238E27FC236}">
                <a16:creationId xmlns:a16="http://schemas.microsoft.com/office/drawing/2014/main" id="{E22B3691-939D-5785-CBC2-DF0F067F7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272088"/>
            <a:ext cx="611188" cy="273050"/>
          </a:xfrm>
          <a:prstGeom prst="rightArrow">
            <a:avLst>
              <a:gd name="adj1" fmla="val 50000"/>
              <a:gd name="adj2" fmla="val 5595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256" name="Object 10">
            <a:extLst>
              <a:ext uri="{FF2B5EF4-FFF2-40B4-BE49-F238E27FC236}">
                <a16:creationId xmlns:a16="http://schemas.microsoft.com/office/drawing/2014/main" id="{3B3E16D2-F534-12AE-6D47-D99079BB8158}"/>
              </a:ext>
            </a:extLst>
          </p:cNvPr>
          <p:cNvGraphicFramePr>
            <a:graphicFrameLocks/>
          </p:cNvGraphicFramePr>
          <p:nvPr/>
        </p:nvGraphicFramePr>
        <p:xfrm>
          <a:off x="323850" y="5718175"/>
          <a:ext cx="334803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493396" imgH="388537" progId="Equation.3">
                  <p:embed/>
                </p:oleObj>
              </mc:Choice>
              <mc:Fallback>
                <p:oleObj name="Equation" r:id="rId34" imgW="1493396" imgH="388537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718175"/>
                        <a:ext cx="3348038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7" name="AutoShape 97">
            <a:extLst>
              <a:ext uri="{FF2B5EF4-FFF2-40B4-BE49-F238E27FC236}">
                <a16:creationId xmlns:a16="http://schemas.microsoft.com/office/drawing/2014/main" id="{9D920C80-D706-2505-3D00-DB846C273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5975350"/>
            <a:ext cx="304800" cy="273050"/>
          </a:xfrm>
          <a:prstGeom prst="rightArrow">
            <a:avLst>
              <a:gd name="adj1" fmla="val 50000"/>
              <a:gd name="adj2" fmla="val 279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258" name="Object 11">
            <a:extLst>
              <a:ext uri="{FF2B5EF4-FFF2-40B4-BE49-F238E27FC236}">
                <a16:creationId xmlns:a16="http://schemas.microsoft.com/office/drawing/2014/main" id="{86124A8C-DB86-9415-7A17-B1AFF83BE1A4}"/>
              </a:ext>
            </a:extLst>
          </p:cNvPr>
          <p:cNvGraphicFramePr>
            <a:graphicFrameLocks/>
          </p:cNvGraphicFramePr>
          <p:nvPr/>
        </p:nvGraphicFramePr>
        <p:xfrm>
          <a:off x="4038600" y="5670550"/>
          <a:ext cx="22669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975360" imgH="381055" progId="Equation.3">
                  <p:embed/>
                </p:oleObj>
              </mc:Choice>
              <mc:Fallback>
                <p:oleObj name="Equation" r:id="rId36" imgW="975360" imgH="381055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670550"/>
                        <a:ext cx="22669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9" name="AutoShape 99">
            <a:extLst>
              <a:ext uri="{FF2B5EF4-FFF2-40B4-BE49-F238E27FC236}">
                <a16:creationId xmlns:a16="http://schemas.microsoft.com/office/drawing/2014/main" id="{59EC84B7-EFAC-A4BA-36AD-EDAB06AA3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300" y="5943600"/>
            <a:ext cx="304800" cy="273050"/>
          </a:xfrm>
          <a:prstGeom prst="rightArrow">
            <a:avLst>
              <a:gd name="adj1" fmla="val 50000"/>
              <a:gd name="adj2" fmla="val 279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260" name="Object 12">
            <a:extLst>
              <a:ext uri="{FF2B5EF4-FFF2-40B4-BE49-F238E27FC236}">
                <a16:creationId xmlns:a16="http://schemas.microsoft.com/office/drawing/2014/main" id="{E4003022-856A-AD43-0011-2B104DE02BFC}"/>
              </a:ext>
            </a:extLst>
          </p:cNvPr>
          <p:cNvGraphicFramePr>
            <a:graphicFrameLocks/>
          </p:cNvGraphicFramePr>
          <p:nvPr/>
        </p:nvGraphicFramePr>
        <p:xfrm>
          <a:off x="6724650" y="5565775"/>
          <a:ext cx="20828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914649" imgH="381055" progId="Equation.3">
                  <p:embed/>
                </p:oleObj>
              </mc:Choice>
              <mc:Fallback>
                <p:oleObj name="Equation" r:id="rId38" imgW="914649" imgH="381055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650" y="5565775"/>
                        <a:ext cx="2082800" cy="958850"/>
                      </a:xfrm>
                      <a:prstGeom prst="rect">
                        <a:avLst/>
                      </a:prstGeom>
                      <a:solidFill>
                        <a:srgbClr val="006699">
                          <a:alpha val="39999"/>
                        </a:srgbClr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1" name="AutoShape 101">
            <a:extLst>
              <a:ext uri="{FF2B5EF4-FFF2-40B4-BE49-F238E27FC236}">
                <a16:creationId xmlns:a16="http://schemas.microsoft.com/office/drawing/2014/main" id="{852461E0-248F-42A7-2D49-FF0414B2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611688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2262" name="Picture 102" descr="j0293240">
            <a:extLst>
              <a:ext uri="{FF2B5EF4-FFF2-40B4-BE49-F238E27FC236}">
                <a16:creationId xmlns:a16="http://schemas.microsoft.com/office/drawing/2014/main" id="{71B61553-09E5-C942-6D22-FAF515D24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9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9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9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2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92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autoUpdateAnimBg="0"/>
      <p:bldP spid="92239" grpId="0" animBg="1"/>
      <p:bldP spid="92244" grpId="0" autoUpdateAnimBg="0"/>
      <p:bldP spid="92245" grpId="0" autoUpdateAnimBg="0"/>
      <p:bldP spid="92248" grpId="0" autoUpdateAnimBg="0"/>
      <p:bldP spid="92250" grpId="0" animBg="1"/>
      <p:bldP spid="92252" grpId="0" animBg="1"/>
      <p:bldP spid="92255" grpId="0" animBg="1"/>
      <p:bldP spid="92257" grpId="0" animBg="1"/>
      <p:bldP spid="92259" grpId="0" animBg="1"/>
      <p:bldP spid="9226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AutoShape 2">
            <a:extLst>
              <a:ext uri="{FF2B5EF4-FFF2-40B4-BE49-F238E27FC236}">
                <a16:creationId xmlns:a16="http://schemas.microsoft.com/office/drawing/2014/main" id="{B04E11C8-FFBA-D062-AE45-4D29791DD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445125"/>
            <a:ext cx="2160588" cy="1008063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0579" name="Text Box 3">
            <a:extLst>
              <a:ext uri="{FF2B5EF4-FFF2-40B4-BE49-F238E27FC236}">
                <a16:creationId xmlns:a16="http://schemas.microsoft.com/office/drawing/2014/main" id="{753FE251-86FA-7582-1C4B-59FC7199C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57563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FF00"/>
                </a:solidFill>
                <a:latin typeface="宋体" panose="02010600030101010101" pitchFamily="2" charset="-122"/>
              </a:rPr>
              <a:t>五</a:t>
            </a:r>
            <a:r>
              <a:rPr lang="en-US" altLang="zh-CN" sz="2800" b="1" dirty="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 b="1" dirty="0">
                <a:solidFill>
                  <a:srgbClr val="FFFF00"/>
                </a:solidFill>
                <a:latin typeface="宋体" panose="02010600030101010101" pitchFamily="2" charset="-122"/>
              </a:rPr>
              <a:t>介质中的电场能量密度</a:t>
            </a:r>
          </a:p>
        </p:txBody>
      </p:sp>
      <p:graphicFrame>
        <p:nvGraphicFramePr>
          <p:cNvPr id="280580" name="Object 2">
            <a:extLst>
              <a:ext uri="{FF2B5EF4-FFF2-40B4-BE49-F238E27FC236}">
                <a16:creationId xmlns:a16="http://schemas.microsoft.com/office/drawing/2014/main" id="{56820AA1-9D61-C240-7333-FB8102342424}"/>
              </a:ext>
            </a:extLst>
          </p:cNvPr>
          <p:cNvGraphicFramePr>
            <a:graphicFrameLocks/>
          </p:cNvGraphicFramePr>
          <p:nvPr/>
        </p:nvGraphicFramePr>
        <p:xfrm>
          <a:off x="1763713" y="5445125"/>
          <a:ext cx="14859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2684" imgH="769592" progId="Equation.3">
                  <p:embed/>
                </p:oleObj>
              </mc:Choice>
              <mc:Fallback>
                <p:oleObj name="公式" r:id="rId2" imgW="1432684" imgH="769592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445125"/>
                        <a:ext cx="14859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1" name="Object 3">
            <a:extLst>
              <a:ext uri="{FF2B5EF4-FFF2-40B4-BE49-F238E27FC236}">
                <a16:creationId xmlns:a16="http://schemas.microsoft.com/office/drawing/2014/main" id="{2484636D-9A8B-8D70-FE65-42A4DD7129CB}"/>
              </a:ext>
            </a:extLst>
          </p:cNvPr>
          <p:cNvGraphicFramePr>
            <a:graphicFrameLocks/>
          </p:cNvGraphicFramePr>
          <p:nvPr/>
        </p:nvGraphicFramePr>
        <p:xfrm>
          <a:off x="1258888" y="4221163"/>
          <a:ext cx="16002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46642" imgH="769592" progId="Equation.3">
                  <p:embed/>
                </p:oleObj>
              </mc:Choice>
              <mc:Fallback>
                <p:oleObj name="公式" r:id="rId4" imgW="1546642" imgH="769592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221163"/>
                        <a:ext cx="16002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2" name="Object 4">
            <a:extLst>
              <a:ext uri="{FF2B5EF4-FFF2-40B4-BE49-F238E27FC236}">
                <a16:creationId xmlns:a16="http://schemas.microsoft.com/office/drawing/2014/main" id="{8697FD78-E2CE-7271-80B3-63A928CBB46F}"/>
              </a:ext>
            </a:extLst>
          </p:cNvPr>
          <p:cNvGraphicFramePr>
            <a:graphicFrameLocks/>
          </p:cNvGraphicFramePr>
          <p:nvPr/>
        </p:nvGraphicFramePr>
        <p:xfrm>
          <a:off x="2986088" y="4221163"/>
          <a:ext cx="222408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71669" imgH="769592" progId="Equation.3">
                  <p:embed/>
                </p:oleObj>
              </mc:Choice>
              <mc:Fallback>
                <p:oleObj name="公式" r:id="rId6" imgW="2171669" imgH="76959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4221163"/>
                        <a:ext cx="222408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3" name="Object 5">
            <a:extLst>
              <a:ext uri="{FF2B5EF4-FFF2-40B4-BE49-F238E27FC236}">
                <a16:creationId xmlns:a16="http://schemas.microsoft.com/office/drawing/2014/main" id="{EC6C2207-F3E3-D46D-83A4-ECBC5B098313}"/>
              </a:ext>
            </a:extLst>
          </p:cNvPr>
          <p:cNvGraphicFramePr>
            <a:graphicFrameLocks/>
          </p:cNvGraphicFramePr>
          <p:nvPr/>
        </p:nvGraphicFramePr>
        <p:xfrm>
          <a:off x="5219700" y="4221163"/>
          <a:ext cx="17383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83989" imgH="769592" progId="Equation.3">
                  <p:embed/>
                </p:oleObj>
              </mc:Choice>
              <mc:Fallback>
                <p:oleObj name="公式" r:id="rId8" imgW="1683989" imgH="769592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221163"/>
                        <a:ext cx="17383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4" name="Object 6">
            <a:extLst>
              <a:ext uri="{FF2B5EF4-FFF2-40B4-BE49-F238E27FC236}">
                <a16:creationId xmlns:a16="http://schemas.microsoft.com/office/drawing/2014/main" id="{B71F9D5E-8ECA-BE6B-0EFD-A5FD51A52FB6}"/>
              </a:ext>
            </a:extLst>
          </p:cNvPr>
          <p:cNvGraphicFramePr>
            <a:graphicFrameLocks/>
          </p:cNvGraphicFramePr>
          <p:nvPr/>
        </p:nvGraphicFramePr>
        <p:xfrm>
          <a:off x="4859338" y="5373688"/>
          <a:ext cx="34655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413760" imgH="769592" progId="Equation.3">
                  <p:embed/>
                </p:oleObj>
              </mc:Choice>
              <mc:Fallback>
                <p:oleObj name="公式" r:id="rId10" imgW="3413760" imgH="769592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373688"/>
                        <a:ext cx="3465512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5" name="Object 7">
            <a:extLst>
              <a:ext uri="{FF2B5EF4-FFF2-40B4-BE49-F238E27FC236}">
                <a16:creationId xmlns:a16="http://schemas.microsoft.com/office/drawing/2014/main" id="{E82D626A-8896-213B-87C5-50E954E424A2}"/>
              </a:ext>
            </a:extLst>
          </p:cNvPr>
          <p:cNvGraphicFramePr>
            <a:graphicFrameLocks/>
          </p:cNvGraphicFramePr>
          <p:nvPr/>
        </p:nvGraphicFramePr>
        <p:xfrm>
          <a:off x="971550" y="765175"/>
          <a:ext cx="247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22973" imgH="762111" progId="Equation.3">
                  <p:embed/>
                </p:oleObj>
              </mc:Choice>
              <mc:Fallback>
                <p:oleObj name="Equation" r:id="rId12" imgW="2422973" imgH="762111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765175"/>
                        <a:ext cx="2476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6" name="Object 8">
            <a:extLst>
              <a:ext uri="{FF2B5EF4-FFF2-40B4-BE49-F238E27FC236}">
                <a16:creationId xmlns:a16="http://schemas.microsoft.com/office/drawing/2014/main" id="{F52AB09B-4575-362C-4EF8-EF433D12E0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836613"/>
          <a:ext cx="151447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47613" imgH="418961" progId="Equation.3">
                  <p:embed/>
                </p:oleObj>
              </mc:Choice>
              <mc:Fallback>
                <p:oleObj name="公式" r:id="rId14" imgW="1447613" imgH="41896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836613"/>
                        <a:ext cx="151447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9" name="Object 9">
            <a:extLst>
              <a:ext uri="{FF2B5EF4-FFF2-40B4-BE49-F238E27FC236}">
                <a16:creationId xmlns:a16="http://schemas.microsoft.com/office/drawing/2014/main" id="{6BA7D084-72BE-322B-9E03-8963C26E0FD0}"/>
              </a:ext>
            </a:extLst>
          </p:cNvPr>
          <p:cNvGraphicFramePr>
            <a:graphicFrameLocks/>
          </p:cNvGraphicFramePr>
          <p:nvPr/>
        </p:nvGraphicFramePr>
        <p:xfrm>
          <a:off x="1116013" y="2276475"/>
          <a:ext cx="1612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562069" imgH="556121" progId="Equation.3">
                  <p:embed/>
                </p:oleObj>
              </mc:Choice>
              <mc:Fallback>
                <p:oleObj name="公式" r:id="rId16" imgW="1562069" imgH="556121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276475"/>
                        <a:ext cx="16129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0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80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8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8" grpId="0" animBg="1"/>
      <p:bldP spid="28057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>
            <a:extLst>
              <a:ext uri="{FF2B5EF4-FFF2-40B4-BE49-F238E27FC236}">
                <a16:creationId xmlns:a16="http://schemas.microsoft.com/office/drawing/2014/main" id="{FCAA0763-BC9A-A1D8-D52F-18D8E8048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38100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例 </a:t>
            </a:r>
          </a:p>
        </p:txBody>
      </p:sp>
      <p:sp>
        <p:nvSpPr>
          <p:cNvPr id="93187" name="AutoShape 3">
            <a:extLst>
              <a:ext uri="{FF2B5EF4-FFF2-40B4-BE49-F238E27FC236}">
                <a16:creationId xmlns:a16="http://schemas.microsoft.com/office/drawing/2014/main" id="{69BFD071-A128-32E1-A533-CA0465C7A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209800"/>
            <a:ext cx="1676400" cy="3962400"/>
          </a:xfrm>
          <a:prstGeom prst="can">
            <a:avLst>
              <a:gd name="adj" fmla="val 45741"/>
            </a:avLst>
          </a:prstGeom>
          <a:solidFill>
            <a:srgbClr val="99CCFF">
              <a:alpha val="50195"/>
            </a:srgbClr>
          </a:solidFill>
          <a:ln w="1905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3188" name="AutoShape 4">
            <a:extLst>
              <a:ext uri="{FF2B5EF4-FFF2-40B4-BE49-F238E27FC236}">
                <a16:creationId xmlns:a16="http://schemas.microsoft.com/office/drawing/2014/main" id="{544FB375-6D76-DDC3-5D9F-30A02EE8E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362200"/>
            <a:ext cx="914400" cy="3581400"/>
          </a:xfrm>
          <a:prstGeom prst="can">
            <a:avLst>
              <a:gd name="adj" fmla="val 46728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93189" name="Line 5">
            <a:extLst>
              <a:ext uri="{FF2B5EF4-FFF2-40B4-BE49-F238E27FC236}">
                <a16:creationId xmlns:a16="http://schemas.microsoft.com/office/drawing/2014/main" id="{54C6CF7C-9D27-7681-8F01-67E936BE55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8600" y="1905000"/>
            <a:ext cx="0" cy="4419600"/>
          </a:xfrm>
          <a:prstGeom prst="line">
            <a:avLst/>
          </a:prstGeom>
          <a:noFill/>
          <a:ln w="22225">
            <a:solidFill>
              <a:schemeClr val="bg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0" name="Oval 6">
            <a:extLst>
              <a:ext uri="{FF2B5EF4-FFF2-40B4-BE49-F238E27FC236}">
                <a16:creationId xmlns:a16="http://schemas.microsoft.com/office/drawing/2014/main" id="{71D15886-5998-9121-1C2C-965DADBB2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209800"/>
            <a:ext cx="1676400" cy="762000"/>
          </a:xfrm>
          <a:prstGeom prst="ellipse">
            <a:avLst/>
          </a:prstGeom>
          <a:noFill/>
          <a:ln w="222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3191" name="Oval 7">
            <a:extLst>
              <a:ext uri="{FF2B5EF4-FFF2-40B4-BE49-F238E27FC236}">
                <a16:creationId xmlns:a16="http://schemas.microsoft.com/office/drawing/2014/main" id="{F4DFBCC6-5538-B873-7969-79CF1A202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410200"/>
            <a:ext cx="1676400" cy="762000"/>
          </a:xfrm>
          <a:prstGeom prst="ellipse">
            <a:avLst/>
          </a:prstGeom>
          <a:noFill/>
          <a:ln w="1587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3192" name="Line 8">
            <a:extLst>
              <a:ext uri="{FF2B5EF4-FFF2-40B4-BE49-F238E27FC236}">
                <a16:creationId xmlns:a16="http://schemas.microsoft.com/office/drawing/2014/main" id="{5FA0C843-77AC-1436-27C5-14A7BD4D92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2457450"/>
            <a:ext cx="371475" cy="13335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3" name="Rectangle 9">
            <a:extLst>
              <a:ext uri="{FF2B5EF4-FFF2-40B4-BE49-F238E27FC236}">
                <a16:creationId xmlns:a16="http://schemas.microsoft.com/office/drawing/2014/main" id="{56BAD3BB-9DF4-8FF7-26A5-149493952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328613"/>
            <a:ext cx="86741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一单芯同轴电缆的中心为一半径为</a:t>
            </a:r>
            <a:r>
              <a:rPr lang="en-US" altLang="zh-CN" b="1" i="1">
                <a:solidFill>
                  <a:srgbClr val="66FFFF"/>
                </a:solidFill>
              </a:rPr>
              <a:t>R</a:t>
            </a:r>
            <a:r>
              <a:rPr lang="en-US" altLang="zh-CN" b="1" baseline="-25000">
                <a:solidFill>
                  <a:srgbClr val="66FFFF"/>
                </a:solidFill>
              </a:rPr>
              <a:t>1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的金属导线，外层一金</a:t>
            </a:r>
          </a:p>
          <a:p>
            <a:pPr algn="ctr" eaLnBrk="1" hangingPunct="1">
              <a:lnSpc>
                <a:spcPct val="125000"/>
              </a:lnSpc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属层。其中充有相对介电常数为</a:t>
            </a:r>
            <a:r>
              <a:rPr lang="zh-CN" altLang="en-US" b="1" i="1">
                <a:solidFill>
                  <a:srgbClr val="66FFFF"/>
                </a:solidFill>
                <a:sym typeface="Symbol" panose="05050102010706020507" pitchFamily="18" charset="2"/>
              </a:rPr>
              <a:t></a:t>
            </a:r>
            <a:r>
              <a:rPr lang="en-US" altLang="zh-CN" b="1" i="1" baseline="-25000">
                <a:solidFill>
                  <a:srgbClr val="66FFFF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i="1" baseline="-25000">
                <a:solidFill>
                  <a:schemeClr val="bg1"/>
                </a:solidFill>
                <a:sym typeface="Symbol" panose="05050102010706020507" pitchFamily="18" charset="2"/>
              </a:rPr>
              <a:t>  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的固体介质，当给电缆加</a:t>
            </a:r>
          </a:p>
          <a:p>
            <a:pPr algn="ctr" eaLnBrk="1" hangingPunct="1">
              <a:lnSpc>
                <a:spcPct val="125000"/>
              </a:lnSpc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一电压后，</a:t>
            </a:r>
            <a:r>
              <a:rPr lang="en-US" altLang="zh-CN" b="1" i="1">
                <a:solidFill>
                  <a:srgbClr val="66FFFF"/>
                </a:solidFill>
              </a:rPr>
              <a:t>E</a:t>
            </a:r>
            <a:r>
              <a:rPr lang="en-US" altLang="zh-CN" b="1" baseline="-25000">
                <a:solidFill>
                  <a:srgbClr val="66FFFF"/>
                </a:solidFill>
              </a:rPr>
              <a:t>1 </a:t>
            </a:r>
            <a:r>
              <a:rPr lang="en-US" altLang="zh-CN" b="1">
                <a:solidFill>
                  <a:srgbClr val="66FFFF"/>
                </a:solidFill>
              </a:rPr>
              <a:t>= 2.5</a:t>
            </a:r>
            <a:r>
              <a:rPr lang="en-US" altLang="zh-CN" b="1" i="1">
                <a:solidFill>
                  <a:srgbClr val="66FFFF"/>
                </a:solidFill>
              </a:rPr>
              <a:t>E</a:t>
            </a:r>
            <a:r>
              <a:rPr lang="en-US" altLang="zh-CN" b="1" baseline="-25000">
                <a:solidFill>
                  <a:srgbClr val="66FFFF"/>
                </a:solidFill>
              </a:rPr>
              <a:t>2</a:t>
            </a:r>
            <a:r>
              <a:rPr lang="en-US" altLang="zh-CN" b="1" baseline="-25000">
                <a:solidFill>
                  <a:schemeClr val="bg1"/>
                </a:solidFill>
              </a:rPr>
              <a:t>   </a:t>
            </a:r>
            <a:r>
              <a:rPr lang="zh-CN" altLang="en-US" b="1" baseline="-25000">
                <a:solidFill>
                  <a:schemeClr val="bg1"/>
                </a:solidFill>
              </a:rPr>
              <a:t>，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若介质最大安全电场强度为</a:t>
            </a:r>
            <a:r>
              <a:rPr lang="en-US" altLang="zh-CN" b="1" i="1">
                <a:solidFill>
                  <a:srgbClr val="66FFFF"/>
                </a:solidFill>
              </a:rPr>
              <a:t>E </a:t>
            </a:r>
            <a:r>
              <a:rPr lang="en-US" altLang="zh-CN" b="1" baseline="30000">
                <a:solidFill>
                  <a:srgbClr val="66FFFF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endParaRPr lang="en-US" altLang="zh-CN" b="1">
              <a:solidFill>
                <a:srgbClr val="66FFFF"/>
              </a:solidFill>
            </a:endParaRPr>
          </a:p>
        </p:txBody>
      </p:sp>
      <p:sp>
        <p:nvSpPr>
          <p:cNvPr id="93194" name="Rectangle 10">
            <a:extLst>
              <a:ext uri="{FF2B5EF4-FFF2-40B4-BE49-F238E27FC236}">
                <a16:creationId xmlns:a16="http://schemas.microsoft.com/office/drawing/2014/main" id="{39E6CCB6-E4E0-77A4-96BF-ADCC1CFBA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800225"/>
            <a:ext cx="357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电缆能承受的最大电压？</a:t>
            </a:r>
          </a:p>
        </p:txBody>
      </p:sp>
      <p:sp>
        <p:nvSpPr>
          <p:cNvPr id="93195" name="Rectangle 11">
            <a:extLst>
              <a:ext uri="{FF2B5EF4-FFF2-40B4-BE49-F238E27FC236}">
                <a16:creationId xmlns:a16="http://schemas.microsoft.com/office/drawing/2014/main" id="{B637B1CD-DF57-0C7A-E904-8B51B2A03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3" y="2286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93196" name="Rectangle 12">
            <a:extLst>
              <a:ext uri="{FF2B5EF4-FFF2-40B4-BE49-F238E27FC236}">
                <a16:creationId xmlns:a16="http://schemas.microsoft.com/office/drawing/2014/main" id="{D9025F7C-645B-FA9C-CFD9-2AE1413C5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2274888"/>
            <a:ext cx="3509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用含介质的高斯定理</a:t>
            </a:r>
          </a:p>
        </p:txBody>
      </p:sp>
      <p:graphicFrame>
        <p:nvGraphicFramePr>
          <p:cNvPr id="93197" name="Object 2">
            <a:extLst>
              <a:ext uri="{FF2B5EF4-FFF2-40B4-BE49-F238E27FC236}">
                <a16:creationId xmlns:a16="http://schemas.microsoft.com/office/drawing/2014/main" id="{AC58B781-B9BB-6A58-C2F7-A5B96EB3BC55}"/>
              </a:ext>
            </a:extLst>
          </p:cNvPr>
          <p:cNvGraphicFramePr>
            <a:graphicFrameLocks/>
          </p:cNvGraphicFramePr>
          <p:nvPr/>
        </p:nvGraphicFramePr>
        <p:xfrm>
          <a:off x="785813" y="2857500"/>
          <a:ext cx="1778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2307" imgH="860866" progId="Equation.3">
                  <p:embed/>
                </p:oleObj>
              </mc:Choice>
              <mc:Fallback>
                <p:oleObj name="Equation" r:id="rId2" imgW="1722307" imgH="860866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857500"/>
                        <a:ext cx="1778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8" name="Object 3">
            <a:extLst>
              <a:ext uri="{FF2B5EF4-FFF2-40B4-BE49-F238E27FC236}">
                <a16:creationId xmlns:a16="http://schemas.microsoft.com/office/drawing/2014/main" id="{D93AC8E9-534E-D66E-2FD2-C9475D593ED0}"/>
              </a:ext>
            </a:extLst>
          </p:cNvPr>
          <p:cNvGraphicFramePr>
            <a:graphicFrameLocks/>
          </p:cNvGraphicFramePr>
          <p:nvPr/>
        </p:nvGraphicFramePr>
        <p:xfrm>
          <a:off x="3132138" y="4449763"/>
          <a:ext cx="1485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2684" imgH="365594" progId="Equation.3">
                  <p:embed/>
                </p:oleObj>
              </mc:Choice>
              <mc:Fallback>
                <p:oleObj name="Equation" r:id="rId4" imgW="1432684" imgH="36559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449763"/>
                        <a:ext cx="1485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9" name="AutoShape 15">
            <a:extLst>
              <a:ext uri="{FF2B5EF4-FFF2-40B4-BE49-F238E27FC236}">
                <a16:creationId xmlns:a16="http://schemas.microsoft.com/office/drawing/2014/main" id="{D696BBED-439F-9F19-700A-61F9D27AC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076575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93200" name="Object 4">
            <a:extLst>
              <a:ext uri="{FF2B5EF4-FFF2-40B4-BE49-F238E27FC236}">
                <a16:creationId xmlns:a16="http://schemas.microsoft.com/office/drawing/2014/main" id="{AAA10087-AAED-A539-1C31-466FB1AF0D74}"/>
              </a:ext>
            </a:extLst>
          </p:cNvPr>
          <p:cNvGraphicFramePr>
            <a:graphicFrameLocks/>
          </p:cNvGraphicFramePr>
          <p:nvPr/>
        </p:nvGraphicFramePr>
        <p:xfrm>
          <a:off x="3657600" y="3000375"/>
          <a:ext cx="2209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242" imgH="426942" progId="Equation.3">
                  <p:embed/>
                </p:oleObj>
              </mc:Choice>
              <mc:Fallback>
                <p:oleObj name="Equation" r:id="rId6" imgW="2156242" imgH="42694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000375"/>
                        <a:ext cx="2209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1" name="Object 5">
            <a:extLst>
              <a:ext uri="{FF2B5EF4-FFF2-40B4-BE49-F238E27FC236}">
                <a16:creationId xmlns:a16="http://schemas.microsoft.com/office/drawing/2014/main" id="{B29D29D1-3FDA-36E1-4D9E-5E73DDACA353}"/>
              </a:ext>
            </a:extLst>
          </p:cNvPr>
          <p:cNvGraphicFramePr>
            <a:graphicFrameLocks/>
          </p:cNvGraphicFramePr>
          <p:nvPr/>
        </p:nvGraphicFramePr>
        <p:xfrm>
          <a:off x="827088" y="4997450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66147" imgH="685800" progId="Equation.3">
                  <p:embed/>
                </p:oleObj>
              </mc:Choice>
              <mc:Fallback>
                <p:oleObj name="Equation" r:id="rId8" imgW="1966147" imgH="6858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997450"/>
                        <a:ext cx="2019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2" name="Object 6">
            <a:extLst>
              <a:ext uri="{FF2B5EF4-FFF2-40B4-BE49-F238E27FC236}">
                <a16:creationId xmlns:a16="http://schemas.microsoft.com/office/drawing/2014/main" id="{1E263FCF-2086-1879-FEF0-858258C919A6}"/>
              </a:ext>
            </a:extLst>
          </p:cNvPr>
          <p:cNvGraphicFramePr>
            <a:graphicFrameLocks/>
          </p:cNvGraphicFramePr>
          <p:nvPr/>
        </p:nvGraphicFramePr>
        <p:xfrm>
          <a:off x="2987675" y="4959350"/>
          <a:ext cx="17716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90482" imgH="723706" progId="Equation.3">
                  <p:embed/>
                </p:oleObj>
              </mc:Choice>
              <mc:Fallback>
                <p:oleObj name="公式" r:id="rId10" imgW="1790482" imgH="723706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959350"/>
                        <a:ext cx="17716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3" name="Object 7">
            <a:extLst>
              <a:ext uri="{FF2B5EF4-FFF2-40B4-BE49-F238E27FC236}">
                <a16:creationId xmlns:a16="http://schemas.microsoft.com/office/drawing/2014/main" id="{16C472C0-1E48-01FB-091A-B959FCB62FFE}"/>
              </a:ext>
            </a:extLst>
          </p:cNvPr>
          <p:cNvGraphicFramePr>
            <a:graphicFrameLocks/>
          </p:cNvGraphicFramePr>
          <p:nvPr/>
        </p:nvGraphicFramePr>
        <p:xfrm>
          <a:off x="1258888" y="5754688"/>
          <a:ext cx="1727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76524" imgH="860866" progId="Equation.3">
                  <p:embed/>
                </p:oleObj>
              </mc:Choice>
              <mc:Fallback>
                <p:oleObj name="Equation" r:id="rId12" imgW="1676524" imgH="860866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754688"/>
                        <a:ext cx="1727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04" name="Object 8">
            <a:extLst>
              <a:ext uri="{FF2B5EF4-FFF2-40B4-BE49-F238E27FC236}">
                <a16:creationId xmlns:a16="http://schemas.microsoft.com/office/drawing/2014/main" id="{D81E0EBF-22BA-642B-649F-3BD97214B786}"/>
              </a:ext>
            </a:extLst>
          </p:cNvPr>
          <p:cNvGraphicFramePr>
            <a:graphicFrameLocks/>
          </p:cNvGraphicFramePr>
          <p:nvPr/>
        </p:nvGraphicFramePr>
        <p:xfrm>
          <a:off x="8278813" y="2325688"/>
          <a:ext cx="33178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4196" imgH="365594" progId="Equation.3">
                  <p:embed/>
                </p:oleObj>
              </mc:Choice>
              <mc:Fallback>
                <p:oleObj name="Equation" r:id="rId14" imgW="274196" imgH="365594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8813" y="2325688"/>
                        <a:ext cx="33178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5" name="Line 21">
            <a:extLst>
              <a:ext uri="{FF2B5EF4-FFF2-40B4-BE49-F238E27FC236}">
                <a16:creationId xmlns:a16="http://schemas.microsoft.com/office/drawing/2014/main" id="{2A58767B-7B0C-AA6F-1C45-000C85A14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590800"/>
            <a:ext cx="533400" cy="2809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206" name="Object 9">
            <a:extLst>
              <a:ext uri="{FF2B5EF4-FFF2-40B4-BE49-F238E27FC236}">
                <a16:creationId xmlns:a16="http://schemas.microsoft.com/office/drawing/2014/main" id="{BDC33E2B-86E2-4081-3DD8-4A7313ECA3A5}"/>
              </a:ext>
            </a:extLst>
          </p:cNvPr>
          <p:cNvGraphicFramePr>
            <a:graphicFrameLocks/>
          </p:cNvGraphicFramePr>
          <p:nvPr/>
        </p:nvGraphicFramePr>
        <p:xfrm>
          <a:off x="8320088" y="2895600"/>
          <a:ext cx="36671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12513" imgH="365594" progId="Equation.3">
                  <p:embed/>
                </p:oleObj>
              </mc:Choice>
              <mc:Fallback>
                <p:oleObj name="Equation" r:id="rId16" imgW="312513" imgH="365594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0088" y="2895600"/>
                        <a:ext cx="366712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7" name="Rectangle 23">
            <a:extLst>
              <a:ext uri="{FF2B5EF4-FFF2-40B4-BE49-F238E27FC236}">
                <a16:creationId xmlns:a16="http://schemas.microsoft.com/office/drawing/2014/main" id="{546BF924-A4F2-EDB2-4F03-23361B7D1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8" y="18002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93208" name="Rectangle 24">
            <a:extLst>
              <a:ext uri="{FF2B5EF4-FFF2-40B4-BE49-F238E27FC236}">
                <a16:creationId xmlns:a16="http://schemas.microsoft.com/office/drawing/2014/main" id="{406E3E31-4C33-3672-298D-279D6AB1E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267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FFFF66"/>
                </a:solidFill>
                <a:sym typeface="Symbol" panose="05050102010706020507" pitchFamily="18" charset="2"/>
              </a:rPr>
              <a:t></a:t>
            </a:r>
            <a:r>
              <a:rPr lang="en-US" altLang="zh-CN" b="1" i="1" baseline="-25000">
                <a:solidFill>
                  <a:srgbClr val="FFFF66"/>
                </a:solidFill>
                <a:sym typeface="Symbol" panose="05050102010706020507" pitchFamily="18" charset="2"/>
              </a:rPr>
              <a:t>r</a:t>
            </a:r>
            <a:r>
              <a:rPr lang="en-US" altLang="zh-CN" b="1" i="1">
                <a:solidFill>
                  <a:srgbClr val="FFFF66"/>
                </a:solidFill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93209" name="Object 10">
            <a:extLst>
              <a:ext uri="{FF2B5EF4-FFF2-40B4-BE49-F238E27FC236}">
                <a16:creationId xmlns:a16="http://schemas.microsoft.com/office/drawing/2014/main" id="{A644F671-D1B0-9B3B-78D7-CF472DD34FA3}"/>
              </a:ext>
            </a:extLst>
          </p:cNvPr>
          <p:cNvGraphicFramePr>
            <a:graphicFrameLocks/>
          </p:cNvGraphicFramePr>
          <p:nvPr/>
        </p:nvGraphicFramePr>
        <p:xfrm>
          <a:off x="5886450" y="1989138"/>
          <a:ext cx="34131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9622" imgH="365594" progId="Equation.3">
                  <p:embed/>
                </p:oleObj>
              </mc:Choice>
              <mc:Fallback>
                <p:oleObj name="Equation" r:id="rId18" imgW="289622" imgH="365594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0" y="1989138"/>
                        <a:ext cx="34131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0" name="Object 11">
            <a:extLst>
              <a:ext uri="{FF2B5EF4-FFF2-40B4-BE49-F238E27FC236}">
                <a16:creationId xmlns:a16="http://schemas.microsoft.com/office/drawing/2014/main" id="{76D389A3-A4AA-A6F5-A2C5-E35BE564071B}"/>
              </a:ext>
            </a:extLst>
          </p:cNvPr>
          <p:cNvGraphicFramePr>
            <a:graphicFrameLocks/>
          </p:cNvGraphicFramePr>
          <p:nvPr/>
        </p:nvGraphicFramePr>
        <p:xfrm>
          <a:off x="5918200" y="2579688"/>
          <a:ext cx="3810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7442" imgH="365594" progId="Equation.3">
                  <p:embed/>
                </p:oleObj>
              </mc:Choice>
              <mc:Fallback>
                <p:oleObj name="Equation" r:id="rId20" imgW="327442" imgH="365594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2579688"/>
                        <a:ext cx="3810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1" name="Object 12">
            <a:extLst>
              <a:ext uri="{FF2B5EF4-FFF2-40B4-BE49-F238E27FC236}">
                <a16:creationId xmlns:a16="http://schemas.microsoft.com/office/drawing/2014/main" id="{E1CC3E55-4FBA-C919-A99B-7940550DF105}"/>
              </a:ext>
            </a:extLst>
          </p:cNvPr>
          <p:cNvGraphicFramePr>
            <a:graphicFrameLocks/>
          </p:cNvGraphicFramePr>
          <p:nvPr/>
        </p:nvGraphicFramePr>
        <p:xfrm>
          <a:off x="3059113" y="5937250"/>
          <a:ext cx="1752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99416" imgH="388537" progId="Equation.3">
                  <p:embed/>
                </p:oleObj>
              </mc:Choice>
              <mc:Fallback>
                <p:oleObj name="Equation" r:id="rId22" imgW="1699416" imgH="388537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937250"/>
                        <a:ext cx="1752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212" name="Object 13">
            <a:extLst>
              <a:ext uri="{FF2B5EF4-FFF2-40B4-BE49-F238E27FC236}">
                <a16:creationId xmlns:a16="http://schemas.microsoft.com/office/drawing/2014/main" id="{25A0C0BE-66BA-5490-3C97-95A0C143C5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4449763"/>
          <a:ext cx="1511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55576" imgH="365594" progId="Equation.3">
                  <p:embed/>
                </p:oleObj>
              </mc:Choice>
              <mc:Fallback>
                <p:oleObj name="Equation" r:id="rId24" imgW="1455576" imgH="36559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449763"/>
                        <a:ext cx="1511300" cy="419100"/>
                      </a:xfrm>
                      <a:prstGeom prst="rect">
                        <a:avLst/>
                      </a:prstGeom>
                      <a:solidFill>
                        <a:srgbClr val="0066CC">
                          <a:alpha val="30196"/>
                        </a:srgbClr>
                      </a:solidFill>
                      <a:ln w="9525">
                        <a:solidFill>
                          <a:srgbClr val="0099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13" name="AutoShape 29">
            <a:extLst>
              <a:ext uri="{FF2B5EF4-FFF2-40B4-BE49-F238E27FC236}">
                <a16:creationId xmlns:a16="http://schemas.microsoft.com/office/drawing/2014/main" id="{E8C8F5AC-F47D-2BB2-B23B-5499F7709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460875"/>
            <a:ext cx="465138" cy="336550"/>
          </a:xfrm>
          <a:prstGeom prst="rightArrow">
            <a:avLst>
              <a:gd name="adj1" fmla="val 50000"/>
              <a:gd name="adj2" fmla="val 34552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93214" name="Line 30">
            <a:extLst>
              <a:ext uri="{FF2B5EF4-FFF2-40B4-BE49-F238E27FC236}">
                <a16:creationId xmlns:a16="http://schemas.microsoft.com/office/drawing/2014/main" id="{2F1B2E95-AD15-6CA6-5C90-192EE0121C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2205038"/>
            <a:ext cx="1223962" cy="287337"/>
          </a:xfrm>
          <a:prstGeom prst="line">
            <a:avLst/>
          </a:prstGeom>
          <a:noFill/>
          <a:ln w="730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15" name="Line 31">
            <a:extLst>
              <a:ext uri="{FF2B5EF4-FFF2-40B4-BE49-F238E27FC236}">
                <a16:creationId xmlns:a16="http://schemas.microsoft.com/office/drawing/2014/main" id="{ED424FF4-6ADD-2C16-0413-D76E5934B2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2795588"/>
            <a:ext cx="719137" cy="0"/>
          </a:xfrm>
          <a:prstGeom prst="line">
            <a:avLst/>
          </a:prstGeom>
          <a:noFill/>
          <a:ln w="6032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3216" name="Object 14">
            <a:extLst>
              <a:ext uri="{FF2B5EF4-FFF2-40B4-BE49-F238E27FC236}">
                <a16:creationId xmlns:a16="http://schemas.microsoft.com/office/drawing/2014/main" id="{5ACF07E3-BC47-1E97-DACB-5C94E2B5A8CF}"/>
              </a:ext>
            </a:extLst>
          </p:cNvPr>
          <p:cNvGraphicFramePr>
            <a:graphicFrameLocks/>
          </p:cNvGraphicFramePr>
          <p:nvPr/>
        </p:nvGraphicFramePr>
        <p:xfrm>
          <a:off x="2411413" y="3590925"/>
          <a:ext cx="1447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394367" imgH="723706" progId="Equation.3">
                  <p:embed/>
                </p:oleObj>
              </mc:Choice>
              <mc:Fallback>
                <p:oleObj name="公式" r:id="rId26" imgW="1394367" imgH="723706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90925"/>
                        <a:ext cx="1447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3218" name="Picture 34" descr="j0293240">
            <a:extLst>
              <a:ext uri="{FF2B5EF4-FFF2-40B4-BE49-F238E27FC236}">
                <a16:creationId xmlns:a16="http://schemas.microsoft.com/office/drawing/2014/main" id="{48D5CF7A-9B83-33FC-E3EF-D60BF33EC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3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3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9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93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93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9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9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93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93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utoUpdateAnimBg="0"/>
      <p:bldP spid="93187" grpId="0" animBg="1"/>
      <p:bldP spid="93188" grpId="0" animBg="1"/>
      <p:bldP spid="93190" grpId="0" animBg="1"/>
      <p:bldP spid="93191" grpId="0" animBg="1"/>
      <p:bldP spid="93193" grpId="0" autoUpdateAnimBg="0"/>
      <p:bldP spid="93194" grpId="0" autoUpdateAnimBg="0"/>
      <p:bldP spid="93195" grpId="0" autoUpdateAnimBg="0"/>
      <p:bldP spid="93196" grpId="0" autoUpdateAnimBg="0"/>
      <p:bldP spid="93199" grpId="0" animBg="1"/>
      <p:bldP spid="93207" grpId="0" autoUpdateAnimBg="0"/>
      <p:bldP spid="93208" grpId="0" autoUpdateAnimBg="0"/>
      <p:bldP spid="932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>
            <a:extLst>
              <a:ext uri="{FF2B5EF4-FFF2-40B4-BE49-F238E27FC236}">
                <a16:creationId xmlns:a16="http://schemas.microsoft.com/office/drawing/2014/main" id="{39B735F4-BF71-C79F-939E-28F18A175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377EE331-B03E-CE1E-3066-804AD38CC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52400"/>
            <a:ext cx="597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两平行导体板之间中充有两种均匀电介质。</a:t>
            </a:r>
            <a:endParaRPr lang="zh-CN" altLang="en-US" b="1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111620" name="Rectangle 4">
            <a:extLst>
              <a:ext uri="{FF2B5EF4-FFF2-40B4-BE49-F238E27FC236}">
                <a16:creationId xmlns:a16="http://schemas.microsoft.com/office/drawing/2014/main" id="{862036A7-BB37-0CAB-2F75-907C179B3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990600"/>
            <a:ext cx="304800" cy="3352800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005E76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1621" name="Rectangle 5">
            <a:extLst>
              <a:ext uri="{FF2B5EF4-FFF2-40B4-BE49-F238E27FC236}">
                <a16:creationId xmlns:a16="http://schemas.microsoft.com/office/drawing/2014/main" id="{1D8BF27A-0933-985A-005F-8557022D9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990600"/>
            <a:ext cx="304800" cy="3352800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005E76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1622" name="Rectangle 6">
            <a:extLst>
              <a:ext uri="{FF2B5EF4-FFF2-40B4-BE49-F238E27FC236}">
                <a16:creationId xmlns:a16="http://schemas.microsoft.com/office/drawing/2014/main" id="{CA8C3A39-91B8-73B2-F683-5723353FF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990600"/>
            <a:ext cx="609600" cy="3352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1623" name="Rectangle 7">
            <a:extLst>
              <a:ext uri="{FF2B5EF4-FFF2-40B4-BE49-F238E27FC236}">
                <a16:creationId xmlns:a16="http://schemas.microsoft.com/office/drawing/2014/main" id="{C9617A96-E4BB-E011-57BE-91BCF74E4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990600"/>
            <a:ext cx="990600" cy="3352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11624" name="Group 8">
            <a:extLst>
              <a:ext uri="{FF2B5EF4-FFF2-40B4-BE49-F238E27FC236}">
                <a16:creationId xmlns:a16="http://schemas.microsoft.com/office/drawing/2014/main" id="{A608AD12-F7A3-7796-67DC-598E1FD3ED28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895600"/>
            <a:ext cx="2667000" cy="2667000"/>
            <a:chOff x="3984" y="1584"/>
            <a:chExt cx="1584" cy="1680"/>
          </a:xfrm>
        </p:grpSpPr>
        <p:sp>
          <p:nvSpPr>
            <p:cNvPr id="27693" name="Line 9">
              <a:extLst>
                <a:ext uri="{FF2B5EF4-FFF2-40B4-BE49-F238E27FC236}">
                  <a16:creationId xmlns:a16="http://schemas.microsoft.com/office/drawing/2014/main" id="{39AF3CBB-6AB7-6745-D10D-015BACCEB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584"/>
              <a:ext cx="0" cy="1536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4" name="Line 10">
              <a:extLst>
                <a:ext uri="{FF2B5EF4-FFF2-40B4-BE49-F238E27FC236}">
                  <a16:creationId xmlns:a16="http://schemas.microsoft.com/office/drawing/2014/main" id="{069F7DA5-FCE8-6735-28F8-F66286E1A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1632"/>
              <a:ext cx="0" cy="1488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5" name="Line 11">
              <a:extLst>
                <a:ext uri="{FF2B5EF4-FFF2-40B4-BE49-F238E27FC236}">
                  <a16:creationId xmlns:a16="http://schemas.microsoft.com/office/drawing/2014/main" id="{1338863B-7990-8AFA-EF8B-F9A2B0262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120"/>
              <a:ext cx="624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6" name="Line 12">
              <a:extLst>
                <a:ext uri="{FF2B5EF4-FFF2-40B4-BE49-F238E27FC236}">
                  <a16:creationId xmlns:a16="http://schemas.microsoft.com/office/drawing/2014/main" id="{65BF3C2F-2C57-B6C4-D155-6A71ECBE7E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3120"/>
              <a:ext cx="816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7" name="Line 13">
              <a:extLst>
                <a:ext uri="{FF2B5EF4-FFF2-40B4-BE49-F238E27FC236}">
                  <a16:creationId xmlns:a16="http://schemas.microsoft.com/office/drawing/2014/main" id="{B16A5CA7-EAF6-C8BF-C5BE-A9163C45DD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976"/>
              <a:ext cx="0" cy="288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8" name="Line 14">
              <a:extLst>
                <a:ext uri="{FF2B5EF4-FFF2-40B4-BE49-F238E27FC236}">
                  <a16:creationId xmlns:a16="http://schemas.microsoft.com/office/drawing/2014/main" id="{E036D56B-EB12-40EE-605F-5F0EFECC8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024"/>
              <a:ext cx="0" cy="192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9" name="Line 15">
              <a:extLst>
                <a:ext uri="{FF2B5EF4-FFF2-40B4-BE49-F238E27FC236}">
                  <a16:creationId xmlns:a16="http://schemas.microsoft.com/office/drawing/2014/main" id="{7C48FC6A-91DB-B92C-FB65-535E5DBC2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584"/>
              <a:ext cx="144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0" name="Line 16">
              <a:extLst>
                <a:ext uri="{FF2B5EF4-FFF2-40B4-BE49-F238E27FC236}">
                  <a16:creationId xmlns:a16="http://schemas.microsoft.com/office/drawing/2014/main" id="{E097568E-DA23-AEC9-F83D-CE80F919E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1632"/>
              <a:ext cx="144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11633" name="Object 17">
            <a:extLst>
              <a:ext uri="{FF2B5EF4-FFF2-40B4-BE49-F238E27FC236}">
                <a16:creationId xmlns:a16="http://schemas.microsoft.com/office/drawing/2014/main" id="{6B75E4F6-56AB-C0F1-F8BD-3F5093938B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1981200"/>
          <a:ext cx="4286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456" imgH="129679" progId="Equation.3">
                  <p:embed/>
                </p:oleObj>
              </mc:Choice>
              <mc:Fallback>
                <p:oleObj name="Equation" r:id="rId2" imgW="114456" imgH="12967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981200"/>
                        <a:ext cx="4286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4" name="Object 18">
            <a:extLst>
              <a:ext uri="{FF2B5EF4-FFF2-40B4-BE49-F238E27FC236}">
                <a16:creationId xmlns:a16="http://schemas.microsoft.com/office/drawing/2014/main" id="{26C32177-FA69-17FE-2218-4985EE5A40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34400" y="1981200"/>
          <a:ext cx="4286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456" imgH="129679" progId="Equation.3">
                  <p:embed/>
                </p:oleObj>
              </mc:Choice>
              <mc:Fallback>
                <p:oleObj name="Equation" r:id="rId4" imgW="114456" imgH="12967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1981200"/>
                        <a:ext cx="4286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5" name="Object 19">
            <a:extLst>
              <a:ext uri="{FF2B5EF4-FFF2-40B4-BE49-F238E27FC236}">
                <a16:creationId xmlns:a16="http://schemas.microsoft.com/office/drawing/2014/main" id="{E40F5F68-9B7D-D90A-0397-3B6679680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609600"/>
          <a:ext cx="4286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456" imgH="99254" progId="Equation.3">
                  <p:embed/>
                </p:oleObj>
              </mc:Choice>
              <mc:Fallback>
                <p:oleObj name="Equation" r:id="rId6" imgW="114456" imgH="99254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609600"/>
                        <a:ext cx="4286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6" name="Object 20">
            <a:extLst>
              <a:ext uri="{FF2B5EF4-FFF2-40B4-BE49-F238E27FC236}">
                <a16:creationId xmlns:a16="http://schemas.microsoft.com/office/drawing/2014/main" id="{1C33FC70-855B-FB67-B0C2-13BF97ACC2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0" y="609600"/>
          <a:ext cx="533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413" imgH="99254" progId="Equation.3">
                  <p:embed/>
                </p:oleObj>
              </mc:Choice>
              <mc:Fallback>
                <p:oleObj name="Equation" r:id="rId8" imgW="228413" imgH="99254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609600"/>
                        <a:ext cx="533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7" name="Object 21">
            <a:extLst>
              <a:ext uri="{FF2B5EF4-FFF2-40B4-BE49-F238E27FC236}">
                <a16:creationId xmlns:a16="http://schemas.microsoft.com/office/drawing/2014/main" id="{FDC1B0A9-EFD0-6413-2D69-6FAD69B09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4343400"/>
          <a:ext cx="46513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384" imgH="175066" progId="Equation.3">
                  <p:embed/>
                </p:oleObj>
              </mc:Choice>
              <mc:Fallback>
                <p:oleObj name="Equation" r:id="rId10" imgW="129384" imgH="17506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4343400"/>
                        <a:ext cx="465138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8" name="Object 22">
            <a:extLst>
              <a:ext uri="{FF2B5EF4-FFF2-40B4-BE49-F238E27FC236}">
                <a16:creationId xmlns:a16="http://schemas.microsoft.com/office/drawing/2014/main" id="{22984C32-B73D-2CA1-ADA7-9EBFCAC4C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4343400"/>
          <a:ext cx="50165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7347" imgH="175066" progId="Equation.3">
                  <p:embed/>
                </p:oleObj>
              </mc:Choice>
              <mc:Fallback>
                <p:oleObj name="Equation" r:id="rId12" imgW="137347" imgH="17506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343400"/>
                        <a:ext cx="50165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9" name="Rectangle 23">
            <a:extLst>
              <a:ext uri="{FF2B5EF4-FFF2-40B4-BE49-F238E27FC236}">
                <a16:creationId xmlns:a16="http://schemas.microsoft.com/office/drawing/2014/main" id="{E86FD69F-774F-8913-5A45-42484B6EE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111640" name="Rectangle 24">
            <a:extLst>
              <a:ext uri="{FF2B5EF4-FFF2-40B4-BE49-F238E27FC236}">
                <a16:creationId xmlns:a16="http://schemas.microsoft.com/office/drawing/2014/main" id="{91BB0D7E-EAEC-1A70-B326-9D2143AE2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88963"/>
            <a:ext cx="338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9933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各电介质层中的场强</a:t>
            </a:r>
          </a:p>
        </p:txBody>
      </p:sp>
      <p:sp>
        <p:nvSpPr>
          <p:cNvPr id="111641" name="Rectangle 25">
            <a:extLst>
              <a:ext uri="{FF2B5EF4-FFF2-40B4-BE49-F238E27FC236}">
                <a16:creationId xmlns:a16="http://schemas.microsoft.com/office/drawing/2014/main" id="{5E80D1D1-DDD2-7711-C189-C0B61B5EF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588963"/>
            <a:ext cx="2622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9933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极板间电势差</a:t>
            </a:r>
            <a:r>
              <a:rPr lang="en-US" altLang="zh-CN" b="1">
                <a:solidFill>
                  <a:schemeClr val="hlink"/>
                </a:solidFill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111642" name="Rectangle 26">
            <a:extLst>
              <a:ext uri="{FF2B5EF4-FFF2-40B4-BE49-F238E27FC236}">
                <a16:creationId xmlns:a16="http://schemas.microsoft.com/office/drawing/2014/main" id="{B80BAD54-24BF-BCBF-5C13-D0CB42E4A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143000"/>
            <a:ext cx="533400" cy="1219200"/>
          </a:xfrm>
          <a:prstGeom prst="rect">
            <a:avLst/>
          </a:prstGeom>
          <a:noFill/>
          <a:ln w="25400">
            <a:solidFill>
              <a:srgbClr val="FFFF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1643" name="Object 27">
            <a:extLst>
              <a:ext uri="{FF2B5EF4-FFF2-40B4-BE49-F238E27FC236}">
                <a16:creationId xmlns:a16="http://schemas.microsoft.com/office/drawing/2014/main" id="{5554F344-5D9C-6C7D-E52B-356A31D1DE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1447800"/>
          <a:ext cx="4651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9384" imgH="175066" progId="Equation.3">
                  <p:embed/>
                </p:oleObj>
              </mc:Choice>
              <mc:Fallback>
                <p:oleObj name="Equation" r:id="rId14" imgW="129384" imgH="175066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447800"/>
                        <a:ext cx="465138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44" name="Rectangle 28">
            <a:extLst>
              <a:ext uri="{FF2B5EF4-FFF2-40B4-BE49-F238E27FC236}">
                <a16:creationId xmlns:a16="http://schemas.microsoft.com/office/drawing/2014/main" id="{8A67707F-21DF-7A96-AF78-5D252A376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573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111645" name="Rectangle 29">
            <a:extLst>
              <a:ext uri="{FF2B5EF4-FFF2-40B4-BE49-F238E27FC236}">
                <a16:creationId xmlns:a16="http://schemas.microsoft.com/office/drawing/2014/main" id="{B8FFBBA6-5ED5-58F6-2191-54F8EABE5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557338"/>
            <a:ext cx="294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做一个圆柱形高斯面</a:t>
            </a:r>
            <a:endParaRPr lang="zh-CN" altLang="en-US" b="1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1646" name="Object 30">
            <a:extLst>
              <a:ext uri="{FF2B5EF4-FFF2-40B4-BE49-F238E27FC236}">
                <a16:creationId xmlns:a16="http://schemas.microsoft.com/office/drawing/2014/main" id="{65AA5FE6-AE0F-9F06-2C3C-2A1388ABCC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616075"/>
          <a:ext cx="3714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9384" imgH="175066" progId="Equation.3">
                  <p:embed/>
                </p:oleObj>
              </mc:Choice>
              <mc:Fallback>
                <p:oleObj name="Equation" r:id="rId16" imgW="129384" imgH="175066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616075"/>
                        <a:ext cx="3714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47" name="Object 31">
            <a:extLst>
              <a:ext uri="{FF2B5EF4-FFF2-40B4-BE49-F238E27FC236}">
                <a16:creationId xmlns:a16="http://schemas.microsoft.com/office/drawing/2014/main" id="{A7C41E8F-8BE5-C2ED-281F-241A00472E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2133600"/>
          <a:ext cx="400843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318229" imgH="358112" progId="Equation.3">
                  <p:embed/>
                </p:oleObj>
              </mc:Choice>
              <mc:Fallback>
                <p:oleObj name="公式" r:id="rId18" imgW="1318229" imgH="358112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133600"/>
                        <a:ext cx="4008437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48" name="Object 32">
            <a:extLst>
              <a:ext uri="{FF2B5EF4-FFF2-40B4-BE49-F238E27FC236}">
                <a16:creationId xmlns:a16="http://schemas.microsoft.com/office/drawing/2014/main" id="{CAF6F5B2-7057-39D3-376F-CAF953A5D8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7038" y="2854325"/>
          <a:ext cx="23971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15122" imgH="175066" progId="Equation.3">
                  <p:embed/>
                </p:oleObj>
              </mc:Choice>
              <mc:Fallback>
                <p:oleObj name="Equation" r:id="rId20" imgW="815122" imgH="175066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2854325"/>
                        <a:ext cx="23971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49" name="AutoShape 33">
            <a:extLst>
              <a:ext uri="{FF2B5EF4-FFF2-40B4-BE49-F238E27FC236}">
                <a16:creationId xmlns:a16="http://schemas.microsoft.com/office/drawing/2014/main" id="{86D70EB9-ECF6-392C-2DF0-F50A93FC8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349500"/>
            <a:ext cx="609600" cy="731838"/>
          </a:xfrm>
          <a:prstGeom prst="curvedLeftArrow">
            <a:avLst>
              <a:gd name="adj1" fmla="val 24010"/>
              <a:gd name="adj2" fmla="val 48021"/>
              <a:gd name="adj3" fmla="val 33333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1650" name="Object 34">
            <a:extLst>
              <a:ext uri="{FF2B5EF4-FFF2-40B4-BE49-F238E27FC236}">
                <a16:creationId xmlns:a16="http://schemas.microsoft.com/office/drawing/2014/main" id="{088DC7BA-997F-F56A-0F27-F3D4A2BED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2854325"/>
          <a:ext cx="12890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19007" imgH="175066" progId="Equation.3">
                  <p:embed/>
                </p:oleObj>
              </mc:Choice>
              <mc:Fallback>
                <p:oleObj name="Equation" r:id="rId22" imgW="419007" imgH="175066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854325"/>
                        <a:ext cx="12890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51" name="AutoShape 35">
            <a:extLst>
              <a:ext uri="{FF2B5EF4-FFF2-40B4-BE49-F238E27FC236}">
                <a16:creationId xmlns:a16="http://schemas.microsoft.com/office/drawing/2014/main" id="{AD67E751-FD13-1F3A-3EA0-F56E930AA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2925763"/>
            <a:ext cx="471488" cy="393700"/>
          </a:xfrm>
          <a:prstGeom prst="leftArrow">
            <a:avLst>
              <a:gd name="adj1" fmla="val 50000"/>
              <a:gd name="adj2" fmla="val 2994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1652" name="Rectangle 36">
            <a:extLst>
              <a:ext uri="{FF2B5EF4-FFF2-40B4-BE49-F238E27FC236}">
                <a16:creationId xmlns:a16="http://schemas.microsoft.com/office/drawing/2014/main" id="{3A014A2A-7746-6F98-3820-8038BB65E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819400"/>
            <a:ext cx="1371600" cy="1219200"/>
          </a:xfrm>
          <a:prstGeom prst="rect">
            <a:avLst/>
          </a:prstGeom>
          <a:noFill/>
          <a:ln w="25400">
            <a:solidFill>
              <a:srgbClr val="FFFF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1653" name="Object 37">
            <a:extLst>
              <a:ext uri="{FF2B5EF4-FFF2-40B4-BE49-F238E27FC236}">
                <a16:creationId xmlns:a16="http://schemas.microsoft.com/office/drawing/2014/main" id="{1C7A8815-E6ED-E1AC-A3D6-42D9402794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3124200"/>
          <a:ext cx="5000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7347" imgH="175066" progId="Equation.3">
                  <p:embed/>
                </p:oleObj>
              </mc:Choice>
              <mc:Fallback>
                <p:oleObj name="Equation" r:id="rId24" imgW="137347" imgH="175066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124200"/>
                        <a:ext cx="50006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54" name="Rectangle 38">
            <a:extLst>
              <a:ext uri="{FF2B5EF4-FFF2-40B4-BE49-F238E27FC236}">
                <a16:creationId xmlns:a16="http://schemas.microsoft.com/office/drawing/2014/main" id="{5ABCB477-70F4-F5BF-9B42-B910922CE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13" y="3427413"/>
            <a:ext cx="38544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同理，做一个圆柱形高斯面</a:t>
            </a:r>
            <a:endParaRPr lang="zh-CN" altLang="en-US" b="1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1655" name="Object 39">
            <a:extLst>
              <a:ext uri="{FF2B5EF4-FFF2-40B4-BE49-F238E27FC236}">
                <a16:creationId xmlns:a16="http://schemas.microsoft.com/office/drawing/2014/main" id="{E80C0508-A4BF-84FC-B3DD-FC49534EA3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9638" y="3451225"/>
          <a:ext cx="5000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7347" imgH="175066" progId="Equation.3">
                  <p:embed/>
                </p:oleObj>
              </mc:Choice>
              <mc:Fallback>
                <p:oleObj name="Equation" r:id="rId26" imgW="137347" imgH="175066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638" y="3451225"/>
                        <a:ext cx="50006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56" name="Object 40">
            <a:extLst>
              <a:ext uri="{FF2B5EF4-FFF2-40B4-BE49-F238E27FC236}">
                <a16:creationId xmlns:a16="http://schemas.microsoft.com/office/drawing/2014/main" id="{236E91A9-227A-A72A-DDB7-D2D7BB16C6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978275"/>
          <a:ext cx="31210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33656" imgH="358112" progId="Equation.3">
                  <p:embed/>
                </p:oleObj>
              </mc:Choice>
              <mc:Fallback>
                <p:oleObj name="Equation" r:id="rId28" imgW="1333656" imgH="358112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978275"/>
                        <a:ext cx="31210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5400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57" name="AutoShape 41">
            <a:extLst>
              <a:ext uri="{FF2B5EF4-FFF2-40B4-BE49-F238E27FC236}">
                <a16:creationId xmlns:a16="http://schemas.microsoft.com/office/drawing/2014/main" id="{BACAAEFD-D1D7-0F52-54AA-284CB36C8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076700"/>
            <a:ext cx="533400" cy="365125"/>
          </a:xfrm>
          <a:prstGeom prst="rightArrow">
            <a:avLst>
              <a:gd name="adj1" fmla="val 50000"/>
              <a:gd name="adj2" fmla="val 36522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1658" name="Object 42">
            <a:extLst>
              <a:ext uri="{FF2B5EF4-FFF2-40B4-BE49-F238E27FC236}">
                <a16:creationId xmlns:a16="http://schemas.microsoft.com/office/drawing/2014/main" id="{6B702480-1816-10DD-0E20-FD533B8DC5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4027488"/>
          <a:ext cx="13604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41898" imgH="175066" progId="Equation.3">
                  <p:embed/>
                </p:oleObj>
              </mc:Choice>
              <mc:Fallback>
                <p:oleObj name="Equation" r:id="rId30" imgW="441898" imgH="175066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4027488"/>
                        <a:ext cx="13604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59" name="Object 43">
            <a:extLst>
              <a:ext uri="{FF2B5EF4-FFF2-40B4-BE49-F238E27FC236}">
                <a16:creationId xmlns:a16="http://schemas.microsoft.com/office/drawing/2014/main" id="{0DF42759-2DC2-2610-C896-01BEC0920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3825" y="4724400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424722" imgH="876328" progId="Equation.3">
                  <p:embed/>
                </p:oleObj>
              </mc:Choice>
              <mc:Fallback>
                <p:oleObj name="公式" r:id="rId32" imgW="1424722" imgH="876328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4724400"/>
                        <a:ext cx="1828800" cy="914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60" name="Object 44">
            <a:extLst>
              <a:ext uri="{FF2B5EF4-FFF2-40B4-BE49-F238E27FC236}">
                <a16:creationId xmlns:a16="http://schemas.microsoft.com/office/drawing/2014/main" id="{D2D3304A-44B9-7B7A-D35D-15B00AC643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6225" y="4746625"/>
          <a:ext cx="19256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501358" imgH="876328" progId="Equation.3">
                  <p:embed/>
                </p:oleObj>
              </mc:Choice>
              <mc:Fallback>
                <p:oleObj name="公式" r:id="rId34" imgW="1501358" imgH="876328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6225" y="4746625"/>
                        <a:ext cx="1925638" cy="9144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61" name="Object 45">
            <a:extLst>
              <a:ext uri="{FF2B5EF4-FFF2-40B4-BE49-F238E27FC236}">
                <a16:creationId xmlns:a16="http://schemas.microsoft.com/office/drawing/2014/main" id="{31F0D9F9-A6AB-40CE-86F2-AE434067D8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5734050"/>
          <a:ext cx="1830388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838013" imgH="289782" progId="Equation.3">
                  <p:embed/>
                </p:oleObj>
              </mc:Choice>
              <mc:Fallback>
                <p:oleObj name="Equation" r:id="rId36" imgW="838013" imgH="289782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734050"/>
                        <a:ext cx="1830388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62" name="Object 46">
            <a:extLst>
              <a:ext uri="{FF2B5EF4-FFF2-40B4-BE49-F238E27FC236}">
                <a16:creationId xmlns:a16="http://schemas.microsoft.com/office/drawing/2014/main" id="{417A0405-E6A6-F1E4-C8C9-48C58E1969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9513" y="5734050"/>
          <a:ext cx="3201987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424722" imgH="289782" progId="Equation.3">
                  <p:embed/>
                </p:oleObj>
              </mc:Choice>
              <mc:Fallback>
                <p:oleObj name="Equation" r:id="rId38" imgW="1424722" imgH="289782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5734050"/>
                        <a:ext cx="3201987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63" name="Object 47">
            <a:extLst>
              <a:ext uri="{FF2B5EF4-FFF2-40B4-BE49-F238E27FC236}">
                <a16:creationId xmlns:a16="http://schemas.microsoft.com/office/drawing/2014/main" id="{3CCAF096-D581-CA0B-1B60-25B996654E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97538" y="5661025"/>
          <a:ext cx="32670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0" imgW="2804160" imgH="876328" progId="Equation.3">
                  <p:embed/>
                </p:oleObj>
              </mc:Choice>
              <mc:Fallback>
                <p:oleObj name="公式" r:id="rId40" imgW="2804160" imgH="876328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538" y="5661025"/>
                        <a:ext cx="32670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64" name="Object 48">
            <a:extLst>
              <a:ext uri="{FF2B5EF4-FFF2-40B4-BE49-F238E27FC236}">
                <a16:creationId xmlns:a16="http://schemas.microsoft.com/office/drawing/2014/main" id="{31D4D42F-D6F7-5623-2F9D-FB7BE25133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2209800"/>
          <a:ext cx="4286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14456" imgH="175066" progId="Equation.3">
                  <p:embed/>
                </p:oleObj>
              </mc:Choice>
              <mc:Fallback>
                <p:oleObj name="Equation" r:id="rId42" imgW="114456" imgH="175066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209800"/>
                        <a:ext cx="42862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65" name="Object 49">
            <a:extLst>
              <a:ext uri="{FF2B5EF4-FFF2-40B4-BE49-F238E27FC236}">
                <a16:creationId xmlns:a16="http://schemas.microsoft.com/office/drawing/2014/main" id="{A8E2AC08-42F1-6B97-62EA-770820AB6D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2209800"/>
          <a:ext cx="4651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29384" imgH="175066" progId="Equation.3">
                  <p:embed/>
                </p:oleObj>
              </mc:Choice>
              <mc:Fallback>
                <p:oleObj name="Equation" r:id="rId44" imgW="129384" imgH="175066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209800"/>
                        <a:ext cx="465138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66" name="Rectangle 50">
            <a:extLst>
              <a:ext uri="{FF2B5EF4-FFF2-40B4-BE49-F238E27FC236}">
                <a16:creationId xmlns:a16="http://schemas.microsoft.com/office/drawing/2014/main" id="{43FE0061-97A0-1A95-9DF8-7745E4216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052513"/>
            <a:ext cx="187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9933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求电容。</a:t>
            </a:r>
          </a:p>
        </p:txBody>
      </p:sp>
      <p:graphicFrame>
        <p:nvGraphicFramePr>
          <p:cNvPr id="111667" name="Object 51">
            <a:extLst>
              <a:ext uri="{FF2B5EF4-FFF2-40B4-BE49-F238E27FC236}">
                <a16:creationId xmlns:a16="http://schemas.microsoft.com/office/drawing/2014/main" id="{E0DBC456-1886-63E0-C10D-E532B72D57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2363" y="1338263"/>
          <a:ext cx="2413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205522" imgH="251377" progId="Equation.3">
                  <p:embed/>
                </p:oleObj>
              </mc:Choice>
              <mc:Fallback>
                <p:oleObj name="公式" r:id="rId46" imgW="205522" imgH="251377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2363" y="1338263"/>
                        <a:ext cx="241300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68" name="Object 52">
            <a:extLst>
              <a:ext uri="{FF2B5EF4-FFF2-40B4-BE49-F238E27FC236}">
                <a16:creationId xmlns:a16="http://schemas.microsoft.com/office/drawing/2014/main" id="{44AB58F0-2969-9798-8CE8-02D4496F54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23313" y="1268413"/>
          <a:ext cx="24130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8" imgW="205522" imgH="251377" progId="Equation.3">
                  <p:embed/>
                </p:oleObj>
              </mc:Choice>
              <mc:Fallback>
                <p:oleObj name="公式" r:id="rId48" imgW="205522" imgH="251377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3313" y="1268413"/>
                        <a:ext cx="241300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3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3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0" fill="hold"/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0" fill="hold"/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1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500"/>
                                        <p:tgtEl>
                                          <p:spTgt spid="11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1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11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11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300" fill="hold"/>
                                        <p:tgtEl>
                                          <p:spTgt spid="1116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00" fill="hold"/>
                                        <p:tgtEl>
                                          <p:spTgt spid="1116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111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111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111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00" fill="hold"/>
                                        <p:tgtEl>
                                          <p:spTgt spid="111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300"/>
                                        <p:tgtEl>
                                          <p:spTgt spid="11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1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500"/>
                                        <p:tgtEl>
                                          <p:spTgt spid="111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121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0" fill="hold"/>
                                        <p:tgtEl>
                                          <p:spTgt spid="111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0" fill="hold"/>
                                        <p:tgtEl>
                                          <p:spTgt spid="111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73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0" fill="hold"/>
                                        <p:tgtEl>
                                          <p:spTgt spid="111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0" fill="hold"/>
                                        <p:tgtEl>
                                          <p:spTgt spid="111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11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3" dur="500"/>
                                        <p:tgtEl>
                                          <p:spTgt spid="11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11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11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11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11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300" fill="hold"/>
                                        <p:tgtEl>
                                          <p:spTgt spid="111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00" fill="hold"/>
                                        <p:tgtEl>
                                          <p:spTgt spid="111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300" fill="hold"/>
                                        <p:tgtEl>
                                          <p:spTgt spid="111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300" fill="hold"/>
                                        <p:tgtEl>
                                          <p:spTgt spid="111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1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169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0" fill="hold"/>
                                        <p:tgtEl>
                                          <p:spTgt spid="111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0" fill="hold"/>
                                        <p:tgtEl>
                                          <p:spTgt spid="111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8200"/>
                            </p:stCondLst>
                            <p:childTnLst>
                              <p:par>
                                <p:cTn id="1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0" fill="hold"/>
                                        <p:tgtEl>
                                          <p:spTgt spid="111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0" fill="hold"/>
                                        <p:tgtEl>
                                          <p:spTgt spid="111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11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111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2" dur="500"/>
                                        <p:tgtEl>
                                          <p:spTgt spid="111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11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11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3" dur="500"/>
                                        <p:tgtEl>
                                          <p:spTgt spid="11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8" dur="500"/>
                                        <p:tgtEl>
                                          <p:spTgt spid="11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11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8" dur="500"/>
                                        <p:tgtEl>
                                          <p:spTgt spid="11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8" grpId="0" autoUpdateAnimBg="0"/>
      <p:bldP spid="111619" grpId="0" autoUpdateAnimBg="0"/>
      <p:bldP spid="111639" grpId="0" autoUpdateAnimBg="0"/>
      <p:bldP spid="111640" grpId="0" autoUpdateAnimBg="0"/>
      <p:bldP spid="111641" grpId="0" autoUpdateAnimBg="0"/>
      <p:bldP spid="111644" grpId="0" autoUpdateAnimBg="0"/>
      <p:bldP spid="111645" grpId="0" autoUpdateAnimBg="0"/>
      <p:bldP spid="111654" grpId="0" autoUpdateAnimBg="0"/>
      <p:bldP spid="11166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42" name="Object 2">
            <a:extLst>
              <a:ext uri="{FF2B5EF4-FFF2-40B4-BE49-F238E27FC236}">
                <a16:creationId xmlns:a16="http://schemas.microsoft.com/office/drawing/2014/main" id="{A704E1FB-F2AF-E4D1-8276-8F0B7B7A73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04813"/>
          <a:ext cx="354488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48000" imgH="815479" progId="Equation.3">
                  <p:embed/>
                </p:oleObj>
              </mc:Choice>
              <mc:Fallback>
                <p:oleObj name="公式" r:id="rId2" imgW="3048000" imgH="81547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4813"/>
                        <a:ext cx="3544888" cy="850900"/>
                      </a:xfrm>
                      <a:prstGeom prst="rect">
                        <a:avLst/>
                      </a:prstGeom>
                      <a:solidFill>
                        <a:srgbClr val="3333CC">
                          <a:alpha val="39999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3" name="Object 3">
            <a:extLst>
              <a:ext uri="{FF2B5EF4-FFF2-40B4-BE49-F238E27FC236}">
                <a16:creationId xmlns:a16="http://schemas.microsoft.com/office/drawing/2014/main" id="{E43AFE41-1DD3-273C-60B7-B661692386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450975"/>
          <a:ext cx="11525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67896" imgH="739168" progId="Equation.3">
                  <p:embed/>
                </p:oleObj>
              </mc:Choice>
              <mc:Fallback>
                <p:oleObj name="公式" r:id="rId4" imgW="967896" imgH="73916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450975"/>
                        <a:ext cx="1152525" cy="774700"/>
                      </a:xfrm>
                      <a:prstGeom prst="rect">
                        <a:avLst/>
                      </a:prstGeom>
                      <a:solidFill>
                        <a:srgbClr val="3333CC">
                          <a:alpha val="50195"/>
                        </a:srgbClr>
                      </a:solidFill>
                      <a:ln w="9525">
                        <a:solidFill>
                          <a:srgbClr val="CC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4" name="Object 4">
            <a:extLst>
              <a:ext uri="{FF2B5EF4-FFF2-40B4-BE49-F238E27FC236}">
                <a16:creationId xmlns:a16="http://schemas.microsoft.com/office/drawing/2014/main" id="{9FCE7F07-F9F0-E1FF-E7D1-BC2B7CABCF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1417638"/>
          <a:ext cx="309245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51884" imgH="1218978" progId="Equation.3">
                  <p:embed/>
                </p:oleObj>
              </mc:Choice>
              <mc:Fallback>
                <p:oleObj name="公式" r:id="rId6" imgW="2651884" imgH="121897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417638"/>
                        <a:ext cx="309245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5" name="Object 5">
            <a:extLst>
              <a:ext uri="{FF2B5EF4-FFF2-40B4-BE49-F238E27FC236}">
                <a16:creationId xmlns:a16="http://schemas.microsoft.com/office/drawing/2014/main" id="{4F298CF8-CDDF-A998-6608-66994D6136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1417638"/>
          <a:ext cx="309245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51884" imgH="1218978" progId="Equation.3">
                  <p:embed/>
                </p:oleObj>
              </mc:Choice>
              <mc:Fallback>
                <p:oleObj name="公式" r:id="rId8" imgW="2651884" imgH="121897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417638"/>
                        <a:ext cx="309245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6" name="Object 6">
            <a:extLst>
              <a:ext uri="{FF2B5EF4-FFF2-40B4-BE49-F238E27FC236}">
                <a16:creationId xmlns:a16="http://schemas.microsoft.com/office/drawing/2014/main" id="{C3E6C86B-B56D-4939-1E15-A67D362681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1650" y="2924175"/>
          <a:ext cx="2728913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39371" imgH="1218978" progId="Equation.3">
                  <p:embed/>
                </p:oleObj>
              </mc:Choice>
              <mc:Fallback>
                <p:oleObj name="公式" r:id="rId10" imgW="2339371" imgH="121897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2924175"/>
                        <a:ext cx="2728913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7" name="Object 7">
            <a:extLst>
              <a:ext uri="{FF2B5EF4-FFF2-40B4-BE49-F238E27FC236}">
                <a16:creationId xmlns:a16="http://schemas.microsoft.com/office/drawing/2014/main" id="{98C3F0ED-5CB0-9627-97F1-A75B25F45A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364038"/>
          <a:ext cx="182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24722" imgH="876328" progId="Equation.3">
                  <p:embed/>
                </p:oleObj>
              </mc:Choice>
              <mc:Fallback>
                <p:oleObj name="公式" r:id="rId12" imgW="1424722" imgH="87632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364038"/>
                        <a:ext cx="1828800" cy="914400"/>
                      </a:xfrm>
                      <a:prstGeom prst="rect">
                        <a:avLst/>
                      </a:prstGeom>
                      <a:solidFill>
                        <a:srgbClr val="3333CC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8" name="Object 8">
            <a:extLst>
              <a:ext uri="{FF2B5EF4-FFF2-40B4-BE49-F238E27FC236}">
                <a16:creationId xmlns:a16="http://schemas.microsoft.com/office/drawing/2014/main" id="{D1F70F4E-F0E2-73C4-98F3-EEE6BD906F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4365625"/>
          <a:ext cx="19256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01358" imgH="876328" progId="Equation.3">
                  <p:embed/>
                </p:oleObj>
              </mc:Choice>
              <mc:Fallback>
                <p:oleObj name="公式" r:id="rId14" imgW="1501358" imgH="87632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365625"/>
                        <a:ext cx="1925637" cy="914400"/>
                      </a:xfrm>
                      <a:prstGeom prst="rect">
                        <a:avLst/>
                      </a:prstGeom>
                      <a:solidFill>
                        <a:srgbClr val="3333CC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9" name="Rectangle 9">
            <a:extLst>
              <a:ext uri="{FF2B5EF4-FFF2-40B4-BE49-F238E27FC236}">
                <a16:creationId xmlns:a16="http://schemas.microsoft.com/office/drawing/2014/main" id="{ACCB7D3B-686F-04AD-AF5A-27C1D10E0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467350"/>
            <a:ext cx="3814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chemeClr val="hlink"/>
                </a:solidFill>
              </a:rPr>
              <a:t>•</a:t>
            </a:r>
            <a:r>
              <a:rPr lang="en-US" altLang="zh-CN" b="1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各电介质层中的场强不同</a:t>
            </a:r>
          </a:p>
        </p:txBody>
      </p:sp>
      <p:sp>
        <p:nvSpPr>
          <p:cNvPr id="112650" name="Rectangle 10">
            <a:extLst>
              <a:ext uri="{FF2B5EF4-FFF2-40B4-BE49-F238E27FC236}">
                <a16:creationId xmlns:a16="http://schemas.microsoft.com/office/drawing/2014/main" id="{92FF4A58-B3D9-F46B-234C-F2A80FDA6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924550"/>
            <a:ext cx="4016375" cy="457200"/>
          </a:xfrm>
          <a:prstGeom prst="rect">
            <a:avLst/>
          </a:prstGeom>
          <a:solidFill>
            <a:srgbClr val="3333CC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9933"/>
                </a:solidFill>
              </a:rPr>
              <a:t>•</a:t>
            </a:r>
            <a:r>
              <a:rPr lang="en-US" altLang="zh-CN" b="1">
                <a:solidFill>
                  <a:srgbClr val="FF9933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FF9933"/>
                </a:solidFill>
                <a:latin typeface="宋体" panose="02010600030101010101" pitchFamily="2" charset="-122"/>
              </a:rPr>
              <a:t>相当于电容器的串联</a:t>
            </a:r>
          </a:p>
        </p:txBody>
      </p:sp>
      <p:graphicFrame>
        <p:nvGraphicFramePr>
          <p:cNvPr id="112651" name="Object 11">
            <a:extLst>
              <a:ext uri="{FF2B5EF4-FFF2-40B4-BE49-F238E27FC236}">
                <a16:creationId xmlns:a16="http://schemas.microsoft.com/office/drawing/2014/main" id="{68205D67-FECA-90A5-7EBC-87F9AC9F94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4388" y="2924175"/>
          <a:ext cx="1531937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95338" imgH="1204015" progId="Equation.3">
                  <p:embed/>
                </p:oleObj>
              </mc:Choice>
              <mc:Fallback>
                <p:oleObj name="公式" r:id="rId16" imgW="1295338" imgH="120401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4388" y="2924175"/>
                        <a:ext cx="1531937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52" name="Picture 12">
            <a:extLst>
              <a:ext uri="{FF2B5EF4-FFF2-40B4-BE49-F238E27FC236}">
                <a16:creationId xmlns:a16="http://schemas.microsoft.com/office/drawing/2014/main" id="{FCDE274A-AB37-F6AB-8258-1C17A1986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3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5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8" dur="300"/>
                                        <p:tgtEl>
                                          <p:spTgt spid="11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1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9" grpId="0" autoUpdateAnimBg="0"/>
      <p:bldP spid="11265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7B8C13FA-22D5-B9A7-6DA0-44B4EDD10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546225"/>
            <a:ext cx="304800" cy="3352800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005E76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E7CAFFF-BB18-B54D-5874-833447B31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750" y="1546225"/>
            <a:ext cx="304800" cy="3352800"/>
          </a:xfrm>
          <a:prstGeom prst="rect">
            <a:avLst/>
          </a:prstGeom>
          <a:gradFill rotWithShape="0">
            <a:gsLst>
              <a:gs pos="0">
                <a:srgbClr val="00CCFF"/>
              </a:gs>
              <a:gs pos="100000">
                <a:srgbClr val="005E76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E7C2BB0C-98ED-E9B3-57CB-2A9B38713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1546225"/>
            <a:ext cx="1600200" cy="1447800"/>
          </a:xfrm>
          <a:prstGeom prst="rect">
            <a:avLst/>
          </a:prstGeom>
          <a:solidFill>
            <a:srgbClr val="80808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3669" name="Rectangle 5">
            <a:extLst>
              <a:ext uri="{FF2B5EF4-FFF2-40B4-BE49-F238E27FC236}">
                <a16:creationId xmlns:a16="http://schemas.microsoft.com/office/drawing/2014/main" id="{B746E120-574E-68CA-B228-F1AC68CA6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2994025"/>
            <a:ext cx="1600200" cy="1905000"/>
          </a:xfrm>
          <a:prstGeom prst="rect">
            <a:avLst/>
          </a:prstGeom>
          <a:solidFill>
            <a:srgbClr val="6666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13670" name="Group 6">
            <a:extLst>
              <a:ext uri="{FF2B5EF4-FFF2-40B4-BE49-F238E27FC236}">
                <a16:creationId xmlns:a16="http://schemas.microsoft.com/office/drawing/2014/main" id="{FCEEBAA8-50DE-3930-7026-6E0BD699A9DB}"/>
              </a:ext>
            </a:extLst>
          </p:cNvPr>
          <p:cNvGrpSpPr>
            <a:grpSpLocks/>
          </p:cNvGrpSpPr>
          <p:nvPr/>
        </p:nvGrpSpPr>
        <p:grpSpPr bwMode="auto">
          <a:xfrm>
            <a:off x="6073775" y="3375025"/>
            <a:ext cx="2667000" cy="2286000"/>
            <a:chOff x="3984" y="1584"/>
            <a:chExt cx="1584" cy="1680"/>
          </a:xfrm>
        </p:grpSpPr>
        <p:sp>
          <p:nvSpPr>
            <p:cNvPr id="29755" name="Line 7">
              <a:extLst>
                <a:ext uri="{FF2B5EF4-FFF2-40B4-BE49-F238E27FC236}">
                  <a16:creationId xmlns:a16="http://schemas.microsoft.com/office/drawing/2014/main" id="{D036EE99-0475-5320-8F4F-A01B4A009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584"/>
              <a:ext cx="0" cy="1536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6" name="Line 8">
              <a:extLst>
                <a:ext uri="{FF2B5EF4-FFF2-40B4-BE49-F238E27FC236}">
                  <a16:creationId xmlns:a16="http://schemas.microsoft.com/office/drawing/2014/main" id="{29658B0B-C7F1-B2E4-41DB-92A0E8B9C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1632"/>
              <a:ext cx="0" cy="1488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7" name="Line 9">
              <a:extLst>
                <a:ext uri="{FF2B5EF4-FFF2-40B4-BE49-F238E27FC236}">
                  <a16:creationId xmlns:a16="http://schemas.microsoft.com/office/drawing/2014/main" id="{D68394C4-3B66-F287-28B4-FE22DA10E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120"/>
              <a:ext cx="624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8" name="Line 10">
              <a:extLst>
                <a:ext uri="{FF2B5EF4-FFF2-40B4-BE49-F238E27FC236}">
                  <a16:creationId xmlns:a16="http://schemas.microsoft.com/office/drawing/2014/main" id="{7129663A-E87F-268C-A33A-9942805D99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3120"/>
              <a:ext cx="816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9" name="Line 11">
              <a:extLst>
                <a:ext uri="{FF2B5EF4-FFF2-40B4-BE49-F238E27FC236}">
                  <a16:creationId xmlns:a16="http://schemas.microsoft.com/office/drawing/2014/main" id="{5D2C7B93-7CE5-7036-51C3-7B02780F9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976"/>
              <a:ext cx="0" cy="288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0" name="Line 12">
              <a:extLst>
                <a:ext uri="{FF2B5EF4-FFF2-40B4-BE49-F238E27FC236}">
                  <a16:creationId xmlns:a16="http://schemas.microsoft.com/office/drawing/2014/main" id="{6E608717-ABE8-E0E4-5ED0-48747D5BDE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024"/>
              <a:ext cx="0" cy="192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1" name="Line 13">
              <a:extLst>
                <a:ext uri="{FF2B5EF4-FFF2-40B4-BE49-F238E27FC236}">
                  <a16:creationId xmlns:a16="http://schemas.microsoft.com/office/drawing/2014/main" id="{26A10E64-9ED4-8C0C-936D-0EB915793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584"/>
              <a:ext cx="144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2" name="Line 14">
              <a:extLst>
                <a:ext uri="{FF2B5EF4-FFF2-40B4-BE49-F238E27FC236}">
                  <a16:creationId xmlns:a16="http://schemas.microsoft.com/office/drawing/2014/main" id="{0C38F6E9-901F-2B56-E6AB-BBF88FDE4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1632"/>
              <a:ext cx="144" cy="0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13679" name="Object 15">
            <a:extLst>
              <a:ext uri="{FF2B5EF4-FFF2-40B4-BE49-F238E27FC236}">
                <a16:creationId xmlns:a16="http://schemas.microsoft.com/office/drawing/2014/main" id="{EC2518B7-A96B-97DE-F6BA-E82E9974CE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7550" y="2681288"/>
          <a:ext cx="4286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456" imgH="129679" progId="Equation.3">
                  <p:embed/>
                </p:oleObj>
              </mc:Choice>
              <mc:Fallback>
                <p:oleObj name="Equation" r:id="rId2" imgW="114456" imgH="12967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550" y="2681288"/>
                        <a:ext cx="4286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0" name="Object 16">
            <a:extLst>
              <a:ext uri="{FF2B5EF4-FFF2-40B4-BE49-F238E27FC236}">
                <a16:creationId xmlns:a16="http://schemas.microsoft.com/office/drawing/2014/main" id="{F2BF310A-45EC-3D62-9C80-B969A37963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64550" y="2536825"/>
          <a:ext cx="4286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456" imgH="129679" progId="Equation.3">
                  <p:embed/>
                </p:oleObj>
              </mc:Choice>
              <mc:Fallback>
                <p:oleObj name="Equation" r:id="rId4" imgW="114456" imgH="12967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4550" y="2536825"/>
                        <a:ext cx="4286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1" name="Object 17">
            <a:extLst>
              <a:ext uri="{FF2B5EF4-FFF2-40B4-BE49-F238E27FC236}">
                <a16:creationId xmlns:a16="http://schemas.microsoft.com/office/drawing/2014/main" id="{23E6471E-306E-2BEA-CA79-7293A492FF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3963" y="1093788"/>
          <a:ext cx="3571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1564" imgH="129679" progId="Equation.3">
                  <p:embed/>
                </p:oleObj>
              </mc:Choice>
              <mc:Fallback>
                <p:oleObj name="公式" r:id="rId6" imgW="91564" imgH="12967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3963" y="1093788"/>
                        <a:ext cx="357187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2" name="Object 18">
            <a:extLst>
              <a:ext uri="{FF2B5EF4-FFF2-40B4-BE49-F238E27FC236}">
                <a16:creationId xmlns:a16="http://schemas.microsoft.com/office/drawing/2014/main" id="{246A8327-AEF4-0A44-98BF-6737ED2138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5113" y="1123950"/>
          <a:ext cx="482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5522" imgH="129679" progId="Equation.3">
                  <p:embed/>
                </p:oleObj>
              </mc:Choice>
              <mc:Fallback>
                <p:oleObj name="公式" r:id="rId8" imgW="205522" imgH="12967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1123950"/>
                        <a:ext cx="4826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3" name="Object 19">
            <a:extLst>
              <a:ext uri="{FF2B5EF4-FFF2-40B4-BE49-F238E27FC236}">
                <a16:creationId xmlns:a16="http://schemas.microsoft.com/office/drawing/2014/main" id="{0C1F8679-7C4E-4642-77F8-76B0311CBC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16775" y="4822825"/>
          <a:ext cx="3937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29" imgH="137160" progId="Equation.3">
                  <p:embed/>
                </p:oleObj>
              </mc:Choice>
              <mc:Fallback>
                <p:oleObj name="Equation" r:id="rId10" imgW="99029" imgH="13716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6775" y="4822825"/>
                        <a:ext cx="3937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4" name="Rectangle 20">
            <a:extLst>
              <a:ext uri="{FF2B5EF4-FFF2-40B4-BE49-F238E27FC236}">
                <a16:creationId xmlns:a16="http://schemas.microsoft.com/office/drawing/2014/main" id="{4763670A-994C-91F5-1939-CBFD0E7F1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1774825"/>
            <a:ext cx="1371600" cy="762000"/>
          </a:xfrm>
          <a:prstGeom prst="rect">
            <a:avLst/>
          </a:prstGeom>
          <a:noFill/>
          <a:ln w="25400">
            <a:solidFill>
              <a:srgbClr val="FFFF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3685" name="Object 21">
            <a:extLst>
              <a:ext uri="{FF2B5EF4-FFF2-40B4-BE49-F238E27FC236}">
                <a16:creationId xmlns:a16="http://schemas.microsoft.com/office/drawing/2014/main" id="{072B6BF1-7191-4938-E1AC-E8BEF32C4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2963" y="1851025"/>
          <a:ext cx="5715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7702" imgH="175066" progId="Equation.3">
                  <p:embed/>
                </p:oleObj>
              </mc:Choice>
              <mc:Fallback>
                <p:oleObj name="Equation" r:id="rId12" imgW="167702" imgH="175066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2963" y="1851025"/>
                        <a:ext cx="5715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6" name="Rectangle 22">
            <a:extLst>
              <a:ext uri="{FF2B5EF4-FFF2-40B4-BE49-F238E27FC236}">
                <a16:creationId xmlns:a16="http://schemas.microsoft.com/office/drawing/2014/main" id="{1B769192-4EC9-BFFB-266B-E0D597506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3603625"/>
            <a:ext cx="1371600" cy="762000"/>
          </a:xfrm>
          <a:prstGeom prst="rect">
            <a:avLst/>
          </a:prstGeom>
          <a:noFill/>
          <a:ln w="25400">
            <a:solidFill>
              <a:srgbClr val="FFFF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3687" name="Object 23">
            <a:extLst>
              <a:ext uri="{FF2B5EF4-FFF2-40B4-BE49-F238E27FC236}">
                <a16:creationId xmlns:a16="http://schemas.microsoft.com/office/drawing/2014/main" id="{318AD88C-38C9-4D05-9513-6B8BA78B48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6763" y="3679825"/>
          <a:ext cx="6064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5167" imgH="175066" progId="Equation.3">
                  <p:embed/>
                </p:oleObj>
              </mc:Choice>
              <mc:Fallback>
                <p:oleObj name="Equation" r:id="rId14" imgW="175167" imgH="175066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6763" y="3679825"/>
                        <a:ext cx="60642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8" name="Rectangle 24">
            <a:extLst>
              <a:ext uri="{FF2B5EF4-FFF2-40B4-BE49-F238E27FC236}">
                <a16:creationId xmlns:a16="http://schemas.microsoft.com/office/drawing/2014/main" id="{A3BC19F9-D68F-9066-3294-B4F174328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2875"/>
            <a:ext cx="26638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9900"/>
                </a:solidFill>
                <a:latin typeface="宋体" panose="02010600030101010101" pitchFamily="2" charset="-122"/>
              </a:rPr>
              <a:t>另一种情况</a:t>
            </a:r>
          </a:p>
        </p:txBody>
      </p:sp>
      <p:graphicFrame>
        <p:nvGraphicFramePr>
          <p:cNvPr id="113689" name="Object 25">
            <a:extLst>
              <a:ext uri="{FF2B5EF4-FFF2-40B4-BE49-F238E27FC236}">
                <a16:creationId xmlns:a16="http://schemas.microsoft.com/office/drawing/2014/main" id="{CA46F5A1-CB34-DCEE-DB5F-D7EDF27D78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1052513"/>
          <a:ext cx="17764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46947" imgH="175066" progId="Equation.3">
                  <p:embed/>
                </p:oleObj>
              </mc:Choice>
              <mc:Fallback>
                <p:oleObj name="Equation" r:id="rId16" imgW="746947" imgH="175066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052513"/>
                        <a:ext cx="177641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3690" name="Picture 26">
            <a:extLst>
              <a:ext uri="{FF2B5EF4-FFF2-40B4-BE49-F238E27FC236}">
                <a16:creationId xmlns:a16="http://schemas.microsoft.com/office/drawing/2014/main" id="{51CD0E4E-BFD5-3278-A415-004BF5E9643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1052513"/>
            <a:ext cx="5492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3691" name="Object 27">
            <a:extLst>
              <a:ext uri="{FF2B5EF4-FFF2-40B4-BE49-F238E27FC236}">
                <a16:creationId xmlns:a16="http://schemas.microsoft.com/office/drawing/2014/main" id="{FF8DD365-ED82-71BB-1F37-511734D365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0438" y="1571625"/>
          <a:ext cx="14319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94173" imgH="175066" progId="Equation.3">
                  <p:embed/>
                </p:oleObj>
              </mc:Choice>
              <mc:Fallback>
                <p:oleObj name="Equation" r:id="rId19" imgW="594173" imgH="175066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1571625"/>
                        <a:ext cx="14319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92" name="Rectangle 28">
            <a:extLst>
              <a:ext uri="{FF2B5EF4-FFF2-40B4-BE49-F238E27FC236}">
                <a16:creationId xmlns:a16="http://schemas.microsoft.com/office/drawing/2014/main" id="{FF3014E9-6733-E31F-BB12-EB37B9EC2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1557338"/>
            <a:ext cx="20986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由极板内为等势体</a:t>
            </a:r>
          </a:p>
        </p:txBody>
      </p:sp>
      <p:graphicFrame>
        <p:nvGraphicFramePr>
          <p:cNvPr id="113693" name="Object 29">
            <a:extLst>
              <a:ext uri="{FF2B5EF4-FFF2-40B4-BE49-F238E27FC236}">
                <a16:creationId xmlns:a16="http://schemas.microsoft.com/office/drawing/2014/main" id="{4CB8E973-2B26-E961-6B3E-0E883F5F6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7888" y="2019300"/>
          <a:ext cx="13176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48889" imgH="358112" progId="Equation.3">
                  <p:embed/>
                </p:oleObj>
              </mc:Choice>
              <mc:Fallback>
                <p:oleObj name="Equation" r:id="rId21" imgW="548889" imgH="358112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2019300"/>
                        <a:ext cx="131762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4" name="Object 30">
            <a:extLst>
              <a:ext uri="{FF2B5EF4-FFF2-40B4-BE49-F238E27FC236}">
                <a16:creationId xmlns:a16="http://schemas.microsoft.com/office/drawing/2014/main" id="{B5216F55-EA8E-B07B-72E1-0EC68E98FD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1946275"/>
          <a:ext cx="140493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586709" imgH="358112" progId="Equation.3">
                  <p:embed/>
                </p:oleObj>
              </mc:Choice>
              <mc:Fallback>
                <p:oleObj name="Equation" r:id="rId23" imgW="586709" imgH="35811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946275"/>
                        <a:ext cx="140493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95" name="AutoShape 31">
            <a:extLst>
              <a:ext uri="{FF2B5EF4-FFF2-40B4-BE49-F238E27FC236}">
                <a16:creationId xmlns:a16="http://schemas.microsoft.com/office/drawing/2014/main" id="{B3B50279-477D-F0F2-A447-086ABE124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235200"/>
            <a:ext cx="731837" cy="304800"/>
          </a:xfrm>
          <a:prstGeom prst="leftRightArrow">
            <a:avLst>
              <a:gd name="adj1" fmla="val 50000"/>
              <a:gd name="adj2" fmla="val 48021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3696" name="Object 32">
            <a:extLst>
              <a:ext uri="{FF2B5EF4-FFF2-40B4-BE49-F238E27FC236}">
                <a16:creationId xmlns:a16="http://schemas.microsoft.com/office/drawing/2014/main" id="{9FC6334F-BF98-9729-B38B-E57F4FFB7B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852738"/>
          <a:ext cx="171926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24056" imgH="190528" progId="Equation.3">
                  <p:embed/>
                </p:oleObj>
              </mc:Choice>
              <mc:Fallback>
                <p:oleObj name="Equation" r:id="rId25" imgW="724056" imgH="190528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852738"/>
                        <a:ext cx="171926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7" name="Object 33">
            <a:extLst>
              <a:ext uri="{FF2B5EF4-FFF2-40B4-BE49-F238E27FC236}">
                <a16:creationId xmlns:a16="http://schemas.microsoft.com/office/drawing/2014/main" id="{BC85D0D4-DACA-B164-49CE-CD80AA698C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2852738"/>
          <a:ext cx="183356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777302" imgH="190528" progId="Equation.3">
                  <p:embed/>
                </p:oleObj>
              </mc:Choice>
              <mc:Fallback>
                <p:oleObj name="Equation" r:id="rId27" imgW="777302" imgH="190528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852738"/>
                        <a:ext cx="1833563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698" name="Group 34">
            <a:extLst>
              <a:ext uri="{FF2B5EF4-FFF2-40B4-BE49-F238E27FC236}">
                <a16:creationId xmlns:a16="http://schemas.microsoft.com/office/drawing/2014/main" id="{612449A9-6AEB-71F2-2827-A250F3C41DBC}"/>
              </a:ext>
            </a:extLst>
          </p:cNvPr>
          <p:cNvGrpSpPr>
            <a:grpSpLocks/>
          </p:cNvGrpSpPr>
          <p:nvPr/>
        </p:nvGrpSpPr>
        <p:grpSpPr bwMode="auto">
          <a:xfrm>
            <a:off x="3294063" y="3663950"/>
            <a:ext cx="365125" cy="365125"/>
            <a:chOff x="960" y="3168"/>
            <a:chExt cx="336" cy="432"/>
          </a:xfrm>
        </p:grpSpPr>
        <p:grpSp>
          <p:nvGrpSpPr>
            <p:cNvPr id="29751" name="Group 35">
              <a:extLst>
                <a:ext uri="{FF2B5EF4-FFF2-40B4-BE49-F238E27FC236}">
                  <a16:creationId xmlns:a16="http://schemas.microsoft.com/office/drawing/2014/main" id="{3F86EB2A-CD15-66E4-4F58-F36D345E1F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3312"/>
              <a:ext cx="336" cy="96"/>
              <a:chOff x="960" y="3312"/>
              <a:chExt cx="336" cy="96"/>
            </a:xfrm>
          </p:grpSpPr>
          <p:sp>
            <p:nvSpPr>
              <p:cNvPr id="29753" name="Line 36">
                <a:extLst>
                  <a:ext uri="{FF2B5EF4-FFF2-40B4-BE49-F238E27FC236}">
                    <a16:creationId xmlns:a16="http://schemas.microsoft.com/office/drawing/2014/main" id="{F981F8A6-E63F-AFAC-7D4C-861FEE1FF2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312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54" name="Line 37">
                <a:extLst>
                  <a:ext uri="{FF2B5EF4-FFF2-40B4-BE49-F238E27FC236}">
                    <a16:creationId xmlns:a16="http://schemas.microsoft.com/office/drawing/2014/main" id="{E4123D26-2DD0-ED8E-2FB8-2F31D611A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408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52" name="Line 38">
              <a:extLst>
                <a:ext uri="{FF2B5EF4-FFF2-40B4-BE49-F238E27FC236}">
                  <a16:creationId xmlns:a16="http://schemas.microsoft.com/office/drawing/2014/main" id="{C11CCD09-32B2-3932-C9DB-8991F7911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168"/>
              <a:ext cx="192" cy="432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3703" name="AutoShape 39">
            <a:extLst>
              <a:ext uri="{FF2B5EF4-FFF2-40B4-BE49-F238E27FC236}">
                <a16:creationId xmlns:a16="http://schemas.microsoft.com/office/drawing/2014/main" id="{7D6C71E6-CC47-A39A-CD58-50F202D4A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863" y="3597275"/>
            <a:ext cx="669925" cy="304800"/>
          </a:xfrm>
          <a:prstGeom prst="rightArrow">
            <a:avLst>
              <a:gd name="adj1" fmla="val 50000"/>
              <a:gd name="adj2" fmla="val 54948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3704" name="Object 40">
            <a:extLst>
              <a:ext uri="{FF2B5EF4-FFF2-40B4-BE49-F238E27FC236}">
                <a16:creationId xmlns:a16="http://schemas.microsoft.com/office/drawing/2014/main" id="{D75492DB-698B-7BB5-D0E5-CDAD2C9E41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6263" y="3511550"/>
          <a:ext cx="10890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41898" imgH="175066" progId="Equation.3">
                  <p:embed/>
                </p:oleObj>
              </mc:Choice>
              <mc:Fallback>
                <p:oleObj name="Equation" r:id="rId29" imgW="441898" imgH="175066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263" y="3511550"/>
                        <a:ext cx="108902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05" name="Object 41">
            <a:extLst>
              <a:ext uri="{FF2B5EF4-FFF2-40B4-BE49-F238E27FC236}">
                <a16:creationId xmlns:a16="http://schemas.microsoft.com/office/drawing/2014/main" id="{17FD4BDB-FC23-50CA-3603-8158C5AFD0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3663" y="3511550"/>
          <a:ext cx="11731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80216" imgH="175066" progId="Equation.3">
                  <p:embed/>
                </p:oleObj>
              </mc:Choice>
              <mc:Fallback>
                <p:oleObj name="Equation" r:id="rId31" imgW="480216" imgH="175066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3663" y="3511550"/>
                        <a:ext cx="117316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706" name="Group 42">
            <a:extLst>
              <a:ext uri="{FF2B5EF4-FFF2-40B4-BE49-F238E27FC236}">
                <a16:creationId xmlns:a16="http://schemas.microsoft.com/office/drawing/2014/main" id="{837C9666-E298-E291-98B0-6542DD1A1FCA}"/>
              </a:ext>
            </a:extLst>
          </p:cNvPr>
          <p:cNvGrpSpPr>
            <a:grpSpLocks/>
          </p:cNvGrpSpPr>
          <p:nvPr/>
        </p:nvGrpSpPr>
        <p:grpSpPr bwMode="auto">
          <a:xfrm>
            <a:off x="2776538" y="2960688"/>
            <a:ext cx="427037" cy="365125"/>
            <a:chOff x="960" y="3168"/>
            <a:chExt cx="336" cy="432"/>
          </a:xfrm>
        </p:grpSpPr>
        <p:grpSp>
          <p:nvGrpSpPr>
            <p:cNvPr id="29747" name="Group 43">
              <a:extLst>
                <a:ext uri="{FF2B5EF4-FFF2-40B4-BE49-F238E27FC236}">
                  <a16:creationId xmlns:a16="http://schemas.microsoft.com/office/drawing/2014/main" id="{C52A1E68-0AB5-95CB-1970-8C94A224DE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3312"/>
              <a:ext cx="336" cy="96"/>
              <a:chOff x="960" y="3312"/>
              <a:chExt cx="336" cy="96"/>
            </a:xfrm>
          </p:grpSpPr>
          <p:sp>
            <p:nvSpPr>
              <p:cNvPr id="29749" name="Line 44">
                <a:extLst>
                  <a:ext uri="{FF2B5EF4-FFF2-40B4-BE49-F238E27FC236}">
                    <a16:creationId xmlns:a16="http://schemas.microsoft.com/office/drawing/2014/main" id="{A96B109B-3850-ECA5-4E6B-C1CB17332B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312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50" name="Line 45">
                <a:extLst>
                  <a:ext uri="{FF2B5EF4-FFF2-40B4-BE49-F238E27FC236}">
                    <a16:creationId xmlns:a16="http://schemas.microsoft.com/office/drawing/2014/main" id="{CAFEBD44-7578-FFB5-C8D4-9730C3461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408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48" name="Line 46">
              <a:extLst>
                <a:ext uri="{FF2B5EF4-FFF2-40B4-BE49-F238E27FC236}">
                  <a16:creationId xmlns:a16="http://schemas.microsoft.com/office/drawing/2014/main" id="{C9251B5B-4426-F2F7-0341-1EF1A00CD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168"/>
              <a:ext cx="192" cy="432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13711" name="Object 47">
            <a:extLst>
              <a:ext uri="{FF2B5EF4-FFF2-40B4-BE49-F238E27FC236}">
                <a16:creationId xmlns:a16="http://schemas.microsoft.com/office/drawing/2014/main" id="{9E61E233-DDDD-154B-7AB1-7028714912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7150" y="1851025"/>
          <a:ext cx="50165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37347" imgH="175066" progId="Equation.3">
                  <p:embed/>
                </p:oleObj>
              </mc:Choice>
              <mc:Fallback>
                <p:oleObj name="Equation" r:id="rId33" imgW="137347" imgH="175066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1851025"/>
                        <a:ext cx="50165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12" name="Object 48">
            <a:extLst>
              <a:ext uri="{FF2B5EF4-FFF2-40B4-BE49-F238E27FC236}">
                <a16:creationId xmlns:a16="http://schemas.microsoft.com/office/drawing/2014/main" id="{2F37FD22-48A3-FF2E-D04A-BC1E9781AA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7150" y="3603625"/>
          <a:ext cx="5365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52276" imgH="175066" progId="Equation.3">
                  <p:embed/>
                </p:oleObj>
              </mc:Choice>
              <mc:Fallback>
                <p:oleObj name="Equation" r:id="rId35" imgW="152276" imgH="175066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3603625"/>
                        <a:ext cx="5365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13" name="Object 49">
            <a:extLst>
              <a:ext uri="{FF2B5EF4-FFF2-40B4-BE49-F238E27FC236}">
                <a16:creationId xmlns:a16="http://schemas.microsoft.com/office/drawing/2014/main" id="{FB7E2E8B-1DD4-8C6F-7282-17DCA1BA67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300" y="4437063"/>
          <a:ext cx="21875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2133849" imgH="365594" progId="Equation.3">
                  <p:embed/>
                </p:oleObj>
              </mc:Choice>
              <mc:Fallback>
                <p:oleObj name="公式" r:id="rId37" imgW="2133849" imgH="365594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4437063"/>
                        <a:ext cx="21875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714" name="Rectangle 50">
            <a:extLst>
              <a:ext uri="{FF2B5EF4-FFF2-40B4-BE49-F238E27FC236}">
                <a16:creationId xmlns:a16="http://schemas.microsoft.com/office/drawing/2014/main" id="{5F10644C-8F27-3F68-6BF0-70E6BFFBC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957638"/>
            <a:ext cx="879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考虑到</a:t>
            </a:r>
          </a:p>
        </p:txBody>
      </p:sp>
      <p:graphicFrame>
        <p:nvGraphicFramePr>
          <p:cNvPr id="113715" name="Object 51">
            <a:extLst>
              <a:ext uri="{FF2B5EF4-FFF2-40B4-BE49-F238E27FC236}">
                <a16:creationId xmlns:a16="http://schemas.microsoft.com/office/drawing/2014/main" id="{76B83D1C-CBEA-F88A-123A-5BDE02BA00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4375" y="2384425"/>
          <a:ext cx="4286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14456" imgH="175066" progId="Equation.3">
                  <p:embed/>
                </p:oleObj>
              </mc:Choice>
              <mc:Fallback>
                <p:oleObj name="Equation" r:id="rId39" imgW="114456" imgH="175066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375" y="2384425"/>
                        <a:ext cx="42862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16" name="Object 52">
            <a:extLst>
              <a:ext uri="{FF2B5EF4-FFF2-40B4-BE49-F238E27FC236}">
                <a16:creationId xmlns:a16="http://schemas.microsoft.com/office/drawing/2014/main" id="{E428FB89-70D5-147F-7536-C775968040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4375" y="2994025"/>
          <a:ext cx="465138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29384" imgH="175066" progId="Equation.3">
                  <p:embed/>
                </p:oleObj>
              </mc:Choice>
              <mc:Fallback>
                <p:oleObj name="Equation" r:id="rId41" imgW="129384" imgH="175066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375" y="2994025"/>
                        <a:ext cx="465138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717" name="Rectangle 53">
            <a:extLst>
              <a:ext uri="{FF2B5EF4-FFF2-40B4-BE49-F238E27FC236}">
                <a16:creationId xmlns:a16="http://schemas.microsoft.com/office/drawing/2014/main" id="{2843E9C4-40E1-ED60-071B-AD256A53B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413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求</a:t>
            </a:r>
          </a:p>
        </p:txBody>
      </p:sp>
      <p:sp>
        <p:nvSpPr>
          <p:cNvPr id="113718" name="Rectangle 54">
            <a:extLst>
              <a:ext uri="{FF2B5EF4-FFF2-40B4-BE49-F238E27FC236}">
                <a16:creationId xmlns:a16="http://schemas.microsoft.com/office/drawing/2014/main" id="{74667713-98E1-68B8-D406-48795BEF0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20713"/>
            <a:ext cx="340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9900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各电介质层中的场强</a:t>
            </a:r>
          </a:p>
        </p:txBody>
      </p:sp>
      <p:sp>
        <p:nvSpPr>
          <p:cNvPr id="113719" name="Rectangle 55">
            <a:extLst>
              <a:ext uri="{FF2B5EF4-FFF2-40B4-BE49-F238E27FC236}">
                <a16:creationId xmlns:a16="http://schemas.microsoft.com/office/drawing/2014/main" id="{779B4FB4-25B0-3678-F247-5907AB30A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620713"/>
            <a:ext cx="263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99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极板间电势差</a:t>
            </a:r>
            <a:r>
              <a:rPr lang="en-US" altLang="zh-CN" b="1">
                <a:solidFill>
                  <a:schemeClr val="hlink"/>
                </a:solidFill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113720" name="Object 56">
            <a:extLst>
              <a:ext uri="{FF2B5EF4-FFF2-40B4-BE49-F238E27FC236}">
                <a16:creationId xmlns:a16="http://schemas.microsoft.com/office/drawing/2014/main" id="{7552600A-DE8D-9160-C4AE-A1D2CD1A9F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4475163"/>
          <a:ext cx="23669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3" imgW="2309016" imgH="785054" progId="Equation.3">
                  <p:embed/>
                </p:oleObj>
              </mc:Choice>
              <mc:Fallback>
                <p:oleObj name="公式" r:id="rId43" imgW="2309016" imgH="785054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475163"/>
                        <a:ext cx="23669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21" name="Object 57">
            <a:extLst>
              <a:ext uri="{FF2B5EF4-FFF2-40B4-BE49-F238E27FC236}">
                <a16:creationId xmlns:a16="http://schemas.microsoft.com/office/drawing/2014/main" id="{6C5CF62E-29F4-995A-A9B4-EA7D7BD7B4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4797425"/>
          <a:ext cx="245586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5" imgW="2400082" imgH="815479" progId="Equation.3">
                  <p:embed/>
                </p:oleObj>
              </mc:Choice>
              <mc:Fallback>
                <p:oleObj name="公式" r:id="rId45" imgW="2400082" imgH="815479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797425"/>
                        <a:ext cx="245586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22" name="Object 58">
            <a:extLst>
              <a:ext uri="{FF2B5EF4-FFF2-40B4-BE49-F238E27FC236}">
                <a16:creationId xmlns:a16="http://schemas.microsoft.com/office/drawing/2014/main" id="{F7AEC4C9-5953-3BDF-E87A-81D273B97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5953125"/>
          <a:ext cx="1512888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7" imgW="1165953" imgH="251377" progId="Equation.3">
                  <p:embed/>
                </p:oleObj>
              </mc:Choice>
              <mc:Fallback>
                <p:oleObj name="公式" r:id="rId47" imgW="1165953" imgH="251377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953125"/>
                        <a:ext cx="1512888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23" name="Object 59">
            <a:extLst>
              <a:ext uri="{FF2B5EF4-FFF2-40B4-BE49-F238E27FC236}">
                <a16:creationId xmlns:a16="http://schemas.microsoft.com/office/drawing/2014/main" id="{CCFD6239-CAC1-3E98-7ADC-2668AB8307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9738" y="5734050"/>
          <a:ext cx="214153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9" imgW="1714344" imgH="815479" progId="Equation.3">
                  <p:embed/>
                </p:oleObj>
              </mc:Choice>
              <mc:Fallback>
                <p:oleObj name="公式" r:id="rId49" imgW="1714344" imgH="815479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5734050"/>
                        <a:ext cx="2141537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724" name="Rectangle 60">
            <a:extLst>
              <a:ext uri="{FF2B5EF4-FFF2-40B4-BE49-F238E27FC236}">
                <a16:creationId xmlns:a16="http://schemas.microsoft.com/office/drawing/2014/main" id="{3892C848-91FD-8F11-6964-96BFA8A92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620713"/>
            <a:ext cx="187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9933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b="1">
                <a:solidFill>
                  <a:schemeClr val="hlink"/>
                </a:solidFill>
                <a:latin typeface="宋体" panose="02010600030101010101" pitchFamily="2" charset="-122"/>
              </a:rPr>
              <a:t>求电容。</a:t>
            </a:r>
          </a:p>
        </p:txBody>
      </p:sp>
      <p:graphicFrame>
        <p:nvGraphicFramePr>
          <p:cNvPr id="113725" name="Object 61">
            <a:extLst>
              <a:ext uri="{FF2B5EF4-FFF2-40B4-BE49-F238E27FC236}">
                <a16:creationId xmlns:a16="http://schemas.microsoft.com/office/drawing/2014/main" id="{4386D4D1-41CB-5CDE-357C-F25D8D4822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5749925"/>
          <a:ext cx="11525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1" imgW="967896" imgH="739168" progId="Equation.3">
                  <p:embed/>
                </p:oleObj>
              </mc:Choice>
              <mc:Fallback>
                <p:oleObj name="公式" r:id="rId51" imgW="967896" imgH="739168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5749925"/>
                        <a:ext cx="1152525" cy="774700"/>
                      </a:xfrm>
                      <a:prstGeom prst="rect">
                        <a:avLst/>
                      </a:prstGeom>
                      <a:solidFill>
                        <a:srgbClr val="3333CC">
                          <a:alpha val="30196"/>
                        </a:srgbClr>
                      </a:solidFill>
                      <a:ln w="9525">
                        <a:solidFill>
                          <a:srgbClr val="CC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26" name="Object 62">
            <a:extLst>
              <a:ext uri="{FF2B5EF4-FFF2-40B4-BE49-F238E27FC236}">
                <a16:creationId xmlns:a16="http://schemas.microsoft.com/office/drawing/2014/main" id="{FBF33A10-935D-6EFF-53FF-1A889FCE52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751513"/>
          <a:ext cx="2141537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3" imgW="1714344" imgH="739168" progId="Equation.3">
                  <p:embed/>
                </p:oleObj>
              </mc:Choice>
              <mc:Fallback>
                <p:oleObj name="公式" r:id="rId53" imgW="1714344" imgH="739168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751513"/>
                        <a:ext cx="2141537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27" name="Object 63">
            <a:extLst>
              <a:ext uri="{FF2B5EF4-FFF2-40B4-BE49-F238E27FC236}">
                <a16:creationId xmlns:a16="http://schemas.microsoft.com/office/drawing/2014/main" id="{270EDDE2-C13F-9CE9-FA90-24EC676515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8075" y="5949950"/>
          <a:ext cx="15065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5" imgW="1196309" imgH="358112" progId="Equation.3">
                  <p:embed/>
                </p:oleObj>
              </mc:Choice>
              <mc:Fallback>
                <p:oleObj name="公式" r:id="rId55" imgW="1196309" imgH="358112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8075" y="5949950"/>
                        <a:ext cx="15065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28" name="Object 64">
            <a:extLst>
              <a:ext uri="{FF2B5EF4-FFF2-40B4-BE49-F238E27FC236}">
                <a16:creationId xmlns:a16="http://schemas.microsoft.com/office/drawing/2014/main" id="{D6911103-BA40-322D-35A8-91B556E5FB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9713" y="2514600"/>
          <a:ext cx="292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7" imgW="251304" imgH="358112" progId="Equation.3">
                  <p:embed/>
                </p:oleObj>
              </mc:Choice>
              <mc:Fallback>
                <p:oleObj name="公式" r:id="rId57" imgW="251304" imgH="358112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9713" y="2514600"/>
                        <a:ext cx="2921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29" name="Object 65">
            <a:extLst>
              <a:ext uri="{FF2B5EF4-FFF2-40B4-BE49-F238E27FC236}">
                <a16:creationId xmlns:a16="http://schemas.microsoft.com/office/drawing/2014/main" id="{6100FC23-BF61-8676-8C73-E451A890A6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3036888"/>
          <a:ext cx="330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9" imgW="289622" imgH="358112" progId="Equation.3">
                  <p:embed/>
                </p:oleObj>
              </mc:Choice>
              <mc:Fallback>
                <p:oleObj name="公式" r:id="rId59" imgW="289622" imgH="358112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3036888"/>
                        <a:ext cx="3302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3730" name="Picture 66">
            <a:extLst>
              <a:ext uri="{FF2B5EF4-FFF2-40B4-BE49-F238E27FC236}">
                <a16:creationId xmlns:a16="http://schemas.microsoft.com/office/drawing/2014/main" id="{ACC66182-1E4B-7526-A7A0-B5DF7107B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13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1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1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1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1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3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13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1137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300" fill="hold"/>
                                        <p:tgtEl>
                                          <p:spTgt spid="113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00" fill="hold"/>
                                        <p:tgtEl>
                                          <p:spTgt spid="113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0" fill="hold"/>
                                        <p:tgtEl>
                                          <p:spTgt spid="113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0" fill="hold"/>
                                        <p:tgtEl>
                                          <p:spTgt spid="113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300"/>
                                        <p:tgtEl>
                                          <p:spTgt spid="11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11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3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13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1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1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6" dur="500"/>
                                        <p:tgtEl>
                                          <p:spTgt spid="11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1" dur="500"/>
                                        <p:tgtEl>
                                          <p:spTgt spid="113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0" fill="hold"/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0" fill="hold"/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113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13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13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0" fill="hold"/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0" fill="hold"/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11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13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13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300" fill="hold"/>
                                        <p:tgtEl>
                                          <p:spTgt spid="113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300" fill="hold"/>
                                        <p:tgtEl>
                                          <p:spTgt spid="113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13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113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113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113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6" dur="500"/>
                                        <p:tgtEl>
                                          <p:spTgt spid="11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1" dur="500"/>
                                        <p:tgtEl>
                                          <p:spTgt spid="11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6" dur="500"/>
                                        <p:tgtEl>
                                          <p:spTgt spid="11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1" dur="500"/>
                                        <p:tgtEl>
                                          <p:spTgt spid="11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6" dur="500"/>
                                        <p:tgtEl>
                                          <p:spTgt spid="11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11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88" grpId="0" autoUpdateAnimBg="0"/>
      <p:bldP spid="113692" grpId="0" autoUpdateAnimBg="0"/>
      <p:bldP spid="113714" grpId="0" autoUpdateAnimBg="0"/>
      <p:bldP spid="113717" grpId="0" autoUpdateAnimBg="0"/>
      <p:bldP spid="113718" grpId="0" autoUpdateAnimBg="0"/>
      <p:bldP spid="113719" grpId="0" autoUpdateAnimBg="0"/>
      <p:bldP spid="11372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86" name="AutoShape 30">
            <a:extLst>
              <a:ext uri="{FF2B5EF4-FFF2-40B4-BE49-F238E27FC236}">
                <a16:creationId xmlns:a16="http://schemas.microsoft.com/office/drawing/2014/main" id="{6FA6DA61-E9A9-ECED-0E57-AFCC5DF5F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52400"/>
            <a:ext cx="3048000" cy="2987675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4442" y="10800"/>
                </a:moveTo>
                <a:cubicBezTo>
                  <a:pt x="4442" y="14311"/>
                  <a:pt x="7289" y="17158"/>
                  <a:pt x="10800" y="17158"/>
                </a:cubicBezTo>
                <a:cubicBezTo>
                  <a:pt x="14311" y="17158"/>
                  <a:pt x="17158" y="14311"/>
                  <a:pt x="17158" y="10800"/>
                </a:cubicBezTo>
                <a:cubicBezTo>
                  <a:pt x="17158" y="7289"/>
                  <a:pt x="14311" y="4442"/>
                  <a:pt x="10800" y="4442"/>
                </a:cubicBezTo>
                <a:cubicBezTo>
                  <a:pt x="7289" y="4442"/>
                  <a:pt x="4442" y="7289"/>
                  <a:pt x="4442" y="10800"/>
                </a:cubicBezTo>
                <a:close/>
              </a:path>
            </a:pathLst>
          </a:cu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6687" name="Oval 31">
            <a:extLst>
              <a:ext uri="{FF2B5EF4-FFF2-40B4-BE49-F238E27FC236}">
                <a16:creationId xmlns:a16="http://schemas.microsoft.com/office/drawing/2014/main" id="{CA2FDD9D-A24F-F8F7-FCCD-DE7A49E49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609600"/>
            <a:ext cx="2097088" cy="2097088"/>
          </a:xfrm>
          <a:prstGeom prst="ellipse">
            <a:avLst/>
          </a:prstGeom>
          <a:gradFill rotWithShape="0">
            <a:gsLst>
              <a:gs pos="0">
                <a:srgbClr val="CCFFFF"/>
              </a:gs>
              <a:gs pos="100000">
                <a:srgbClr val="5E7676"/>
              </a:gs>
            </a:gsLst>
            <a:path path="shape">
              <a:fillToRect l="50000" t="50000" r="50000" b="50000"/>
            </a:path>
          </a:gradFill>
          <a:ln w="222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26688" name="Oval 32">
            <a:extLst>
              <a:ext uri="{FF2B5EF4-FFF2-40B4-BE49-F238E27FC236}">
                <a16:creationId xmlns:a16="http://schemas.microsoft.com/office/drawing/2014/main" id="{DC06E812-7915-6CB1-19D6-646382EAB3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1219200"/>
            <a:ext cx="935038" cy="893763"/>
          </a:xfrm>
          <a:prstGeom prst="ellipse">
            <a:avLst/>
          </a:prstGeom>
          <a:gradFill rotWithShape="0">
            <a:gsLst>
              <a:gs pos="0">
                <a:srgbClr val="FFCC00"/>
              </a:gs>
              <a:gs pos="100000">
                <a:srgbClr val="765E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26689" name="Line 33">
            <a:extLst>
              <a:ext uri="{FF2B5EF4-FFF2-40B4-BE49-F238E27FC236}">
                <a16:creationId xmlns:a16="http://schemas.microsoft.com/office/drawing/2014/main" id="{45F06D00-49AD-C9F0-DD35-58C585C9DEA9}"/>
              </a:ext>
            </a:extLst>
          </p:cNvPr>
          <p:cNvSpPr>
            <a:spLocks noChangeShapeType="1"/>
          </p:cNvSpPr>
          <p:nvPr/>
        </p:nvSpPr>
        <p:spPr bwMode="auto">
          <a:xfrm rot="1214455" flipH="1" flipV="1">
            <a:off x="5686425" y="1076325"/>
            <a:ext cx="1539875" cy="3683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6690" name="Text Box 34">
            <a:extLst>
              <a:ext uri="{FF2B5EF4-FFF2-40B4-BE49-F238E27FC236}">
                <a16:creationId xmlns:a16="http://schemas.microsoft.com/office/drawing/2014/main" id="{D61BB499-B17E-D16F-A56A-F263A067F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219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FFFF00"/>
                </a:solidFill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rgbClr val="FFFF00"/>
                </a:solidFill>
                <a:ea typeface="楷体_GB2312" pitchFamily="49" charset="-122"/>
              </a:rPr>
              <a:t>1</a:t>
            </a:r>
          </a:p>
        </p:txBody>
      </p:sp>
      <p:sp>
        <p:nvSpPr>
          <p:cNvPr id="326691" name="Text Box 35">
            <a:extLst>
              <a:ext uri="{FF2B5EF4-FFF2-40B4-BE49-F238E27FC236}">
                <a16:creationId xmlns:a16="http://schemas.microsoft.com/office/drawing/2014/main" id="{15C1181D-0DD9-C41A-36EB-AB1BC6A4E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762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chemeClr val="bg1"/>
                </a:solidFill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chemeClr val="bg1"/>
                </a:solidFill>
                <a:ea typeface="楷体_GB2312" pitchFamily="49" charset="-122"/>
              </a:rPr>
              <a:t>2</a:t>
            </a:r>
          </a:p>
        </p:txBody>
      </p:sp>
      <p:sp>
        <p:nvSpPr>
          <p:cNvPr id="326692" name="Text Box 36">
            <a:extLst>
              <a:ext uri="{FF2B5EF4-FFF2-40B4-BE49-F238E27FC236}">
                <a16:creationId xmlns:a16="http://schemas.microsoft.com/office/drawing/2014/main" id="{C56C17FF-74B6-C74A-94A7-4F10F33FC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594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ea typeface="楷体_GB2312" pitchFamily="49" charset="-122"/>
              </a:rPr>
              <a:t>例   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导体球置于均匀各向同性介质中</a:t>
            </a:r>
          </a:p>
        </p:txBody>
      </p:sp>
      <p:sp>
        <p:nvSpPr>
          <p:cNvPr id="326693" name="Text Box 37">
            <a:extLst>
              <a:ext uri="{FF2B5EF4-FFF2-40B4-BE49-F238E27FC236}">
                <a16:creationId xmlns:a16="http://schemas.microsoft.com/office/drawing/2014/main" id="{A4CAE70C-215A-CE8E-519C-E76805718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85800"/>
            <a:ext cx="45720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求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  <a:sym typeface="Wingdings" panose="05000000000000000000" pitchFamily="2" charset="2"/>
              </a:rPr>
              <a:t>  </a:t>
            </a:r>
            <a:r>
              <a:rPr lang="en-US" altLang="zh-CN" b="1">
                <a:solidFill>
                  <a:srgbClr val="00FFFF"/>
                </a:solidFill>
                <a:ea typeface="楷体_GB2312" pitchFamily="49" charset="-122"/>
                <a:sym typeface="Wingdings" panose="05000000000000000000" pitchFamily="2" charset="2"/>
              </a:rPr>
              <a:t>• </a:t>
            </a:r>
            <a:r>
              <a:rPr lang="zh-CN" altLang="en-US" b="1">
                <a:solidFill>
                  <a:srgbClr val="00FFFF"/>
                </a:solidFill>
                <a:ea typeface="楷体_GB2312" pitchFamily="49" charset="-122"/>
                <a:sym typeface="Wingdings" panose="05000000000000000000" pitchFamily="2" charset="2"/>
              </a:rPr>
              <a:t>电</a:t>
            </a:r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场的分布</a:t>
            </a:r>
            <a:r>
              <a:rPr lang="en-US" altLang="zh-CN" b="1">
                <a:solidFill>
                  <a:srgbClr val="00FFFF"/>
                </a:solidFill>
                <a:ea typeface="楷体_GB2312" pitchFamily="49" charset="-122"/>
              </a:rPr>
              <a:t>? </a:t>
            </a:r>
            <a:r>
              <a:rPr lang="en-US" altLang="zh-CN" b="1">
                <a:solidFill>
                  <a:srgbClr val="00FFFF"/>
                </a:solidFill>
                <a:ea typeface="楷体_GB2312" pitchFamily="49" charset="-122"/>
                <a:sym typeface="Wingdings" panose="05000000000000000000" pitchFamily="2" charset="2"/>
              </a:rPr>
              <a:t>    •  </a:t>
            </a:r>
            <a:r>
              <a:rPr lang="zh-CN" altLang="en-US" b="1">
                <a:solidFill>
                  <a:srgbClr val="FFFF99"/>
                </a:solidFill>
                <a:ea typeface="楷体_GB2312" pitchFamily="49" charset="-122"/>
                <a:sym typeface="Monotype Sorts" pitchFamily="2" charset="2"/>
              </a:rPr>
              <a:t>紧贴导体球表面处的极化电荷</a:t>
            </a:r>
            <a:r>
              <a:rPr lang="en-US" altLang="zh-CN" b="1">
                <a:solidFill>
                  <a:srgbClr val="FFFF99"/>
                </a:solidFill>
                <a:ea typeface="楷体_GB2312" pitchFamily="49" charset="-122"/>
                <a:sym typeface="Monotype Sorts" pitchFamily="2" charset="2"/>
              </a:rPr>
              <a:t>?</a:t>
            </a:r>
            <a:r>
              <a:rPr lang="en-US" altLang="zh-CN" b="1">
                <a:solidFill>
                  <a:srgbClr val="00FFFF"/>
                </a:solidFill>
                <a:ea typeface="楷体_GB2312" pitchFamily="49" charset="-122"/>
                <a:sym typeface="Monotype Sorts" pitchFamily="2" charset="2"/>
              </a:rPr>
              <a:t>   •  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  <a:sym typeface="Monotype Sorts" pitchFamily="2" charset="2"/>
              </a:rPr>
              <a:t>两介质交界处的极化电荷</a:t>
            </a:r>
            <a:r>
              <a:rPr lang="en-US" altLang="zh-CN" b="1">
                <a:solidFill>
                  <a:schemeClr val="bg1"/>
                </a:solidFill>
                <a:ea typeface="楷体_GB2312" pitchFamily="49" charset="-122"/>
                <a:sym typeface="Monotype Sorts" pitchFamily="2" charset="2"/>
              </a:rPr>
              <a:t>?</a:t>
            </a:r>
          </a:p>
        </p:txBody>
      </p:sp>
      <p:graphicFrame>
        <p:nvGraphicFramePr>
          <p:cNvPr id="326694" name="Object 2">
            <a:extLst>
              <a:ext uri="{FF2B5EF4-FFF2-40B4-BE49-F238E27FC236}">
                <a16:creationId xmlns:a16="http://schemas.microsoft.com/office/drawing/2014/main" id="{9C64D83F-E66F-DE92-5122-1D3C3AEAD5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1905000"/>
          <a:ext cx="5635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76" imgH="160103" progId="Equation.3">
                  <p:embed/>
                </p:oleObj>
              </mc:Choice>
              <mc:Fallback>
                <p:oleObj name="Equation" r:id="rId2" imgW="152276" imgH="16010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905000"/>
                        <a:ext cx="5635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95" name="Object 3">
            <a:extLst>
              <a:ext uri="{FF2B5EF4-FFF2-40B4-BE49-F238E27FC236}">
                <a16:creationId xmlns:a16="http://schemas.microsoft.com/office/drawing/2014/main" id="{3526C974-D067-88CF-A819-A8D1E67FD6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2286000"/>
          <a:ext cx="685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238" imgH="160103" progId="Equation.3">
                  <p:embed/>
                </p:oleObj>
              </mc:Choice>
              <mc:Fallback>
                <p:oleObj name="Equation" r:id="rId4" imgW="160238" imgH="16010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2286000"/>
                        <a:ext cx="685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96" name="Line 40">
            <a:extLst>
              <a:ext uri="{FF2B5EF4-FFF2-40B4-BE49-F238E27FC236}">
                <a16:creationId xmlns:a16="http://schemas.microsoft.com/office/drawing/2014/main" id="{5AC8515F-0642-860A-D190-E15F917817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1676400"/>
            <a:ext cx="106680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6697" name="Line 41">
            <a:extLst>
              <a:ext uri="{FF2B5EF4-FFF2-40B4-BE49-F238E27FC236}">
                <a16:creationId xmlns:a16="http://schemas.microsoft.com/office/drawing/2014/main" id="{5CD9B1F2-87BE-BC9E-BC1E-0044546E89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86600" y="1219200"/>
            <a:ext cx="0" cy="4572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6698" name="Text Box 42">
            <a:extLst>
              <a:ext uri="{FF2B5EF4-FFF2-40B4-BE49-F238E27FC236}">
                <a16:creationId xmlns:a16="http://schemas.microsoft.com/office/drawing/2014/main" id="{C1E28278-C418-77F6-0897-7193FE4AB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3716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chemeClr val="bg1"/>
                </a:solidFill>
                <a:ea typeface="楷体_GB2312" pitchFamily="49" charset="-122"/>
              </a:rPr>
              <a:t>R</a:t>
            </a:r>
            <a:r>
              <a:rPr lang="en-US" altLang="zh-CN" b="1" baseline="-25000">
                <a:solidFill>
                  <a:schemeClr val="bg1"/>
                </a:solidFill>
                <a:ea typeface="楷体_GB2312" pitchFamily="49" charset="-122"/>
              </a:rPr>
              <a:t>0</a:t>
            </a:r>
          </a:p>
        </p:txBody>
      </p:sp>
      <p:sp>
        <p:nvSpPr>
          <p:cNvPr id="326699" name="Rectangle 43">
            <a:extLst>
              <a:ext uri="{FF2B5EF4-FFF2-40B4-BE49-F238E27FC236}">
                <a16:creationId xmlns:a16="http://schemas.microsoft.com/office/drawing/2014/main" id="{2C714CF9-F6F2-7928-74B3-D99837DE1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9144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>
                <a:solidFill>
                  <a:srgbClr val="FFFF00"/>
                </a:solidFill>
                <a:ea typeface="楷体_GB2312" pitchFamily="49" charset="-122"/>
              </a:rPr>
              <a:t>+Q</a:t>
            </a:r>
            <a:r>
              <a:rPr lang="en-US" altLang="zh-CN" sz="2800" b="1" i="1" baseline="-25000">
                <a:solidFill>
                  <a:srgbClr val="FFFF00"/>
                </a:solidFill>
                <a:ea typeface="楷体_GB2312" pitchFamily="49" charset="-122"/>
              </a:rPr>
              <a:t>0</a:t>
            </a:r>
          </a:p>
        </p:txBody>
      </p:sp>
      <p:sp>
        <p:nvSpPr>
          <p:cNvPr id="326700" name="Text Box 44">
            <a:extLst>
              <a:ext uri="{FF2B5EF4-FFF2-40B4-BE49-F238E27FC236}">
                <a16:creationId xmlns:a16="http://schemas.microsoft.com/office/drawing/2014/main" id="{72EEA333-2983-3BDD-12AD-50FE54B95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09800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CCFF"/>
                </a:solidFill>
                <a:ea typeface="楷体_GB2312" pitchFamily="49" charset="-122"/>
              </a:rPr>
              <a:t>解   </a:t>
            </a:r>
            <a:r>
              <a:rPr lang="en-US" altLang="zh-CN" b="1">
                <a:solidFill>
                  <a:srgbClr val="FFFF00"/>
                </a:solidFill>
                <a:ea typeface="楷体_GB2312" pitchFamily="49" charset="-122"/>
              </a:rPr>
              <a:t>(1)  </a:t>
            </a:r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电场分布</a:t>
            </a:r>
          </a:p>
        </p:txBody>
      </p:sp>
      <p:graphicFrame>
        <p:nvGraphicFramePr>
          <p:cNvPr id="326701" name="Object 4">
            <a:extLst>
              <a:ext uri="{FF2B5EF4-FFF2-40B4-BE49-F238E27FC236}">
                <a16:creationId xmlns:a16="http://schemas.microsoft.com/office/drawing/2014/main" id="{EA4E7654-F304-4198-0E0B-62BAAE969ED2}"/>
              </a:ext>
            </a:extLst>
          </p:cNvPr>
          <p:cNvGraphicFramePr>
            <a:graphicFrameLocks/>
          </p:cNvGraphicFramePr>
          <p:nvPr/>
        </p:nvGraphicFramePr>
        <p:xfrm>
          <a:off x="685800" y="2819400"/>
          <a:ext cx="3505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51498" imgH="327688" progId="Equation.3">
                  <p:embed/>
                </p:oleObj>
              </mc:Choice>
              <mc:Fallback>
                <p:oleObj name="Equation" r:id="rId6" imgW="1051498" imgH="32768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19400"/>
                        <a:ext cx="3505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702" name="Oval 46">
            <a:extLst>
              <a:ext uri="{FF2B5EF4-FFF2-40B4-BE49-F238E27FC236}">
                <a16:creationId xmlns:a16="http://schemas.microsoft.com/office/drawing/2014/main" id="{12565D52-3E00-DA6E-FE55-28155579C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57200"/>
            <a:ext cx="2438400" cy="2362200"/>
          </a:xfrm>
          <a:prstGeom prst="ellipse">
            <a:avLst/>
          </a:prstGeom>
          <a:noFill/>
          <a:ln w="38100">
            <a:solidFill>
              <a:srgbClr val="FFFF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26703" name="Line 47">
            <a:extLst>
              <a:ext uri="{FF2B5EF4-FFF2-40B4-BE49-F238E27FC236}">
                <a16:creationId xmlns:a16="http://schemas.microsoft.com/office/drawing/2014/main" id="{E675B8B1-34ED-6F07-605F-230D049484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800" y="1676400"/>
            <a:ext cx="696913" cy="8763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6704" name="Text Box 48">
            <a:extLst>
              <a:ext uri="{FF2B5EF4-FFF2-40B4-BE49-F238E27FC236}">
                <a16:creationId xmlns:a16="http://schemas.microsoft.com/office/drawing/2014/main" id="{010D8DBE-A8C5-B55B-1167-31C6C210F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8288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>
                <a:solidFill>
                  <a:schemeClr val="bg1"/>
                </a:solidFill>
                <a:ea typeface="楷体_GB2312" pitchFamily="49" charset="-122"/>
              </a:rPr>
              <a:t>r</a:t>
            </a:r>
          </a:p>
        </p:txBody>
      </p:sp>
      <p:graphicFrame>
        <p:nvGraphicFramePr>
          <p:cNvPr id="326705" name="Object 5">
            <a:extLst>
              <a:ext uri="{FF2B5EF4-FFF2-40B4-BE49-F238E27FC236}">
                <a16:creationId xmlns:a16="http://schemas.microsoft.com/office/drawing/2014/main" id="{1502E9C2-A7D6-2454-3E33-B2CB716C1D13}"/>
              </a:ext>
            </a:extLst>
          </p:cNvPr>
          <p:cNvGraphicFramePr>
            <a:graphicFrameLocks/>
          </p:cNvGraphicFramePr>
          <p:nvPr/>
        </p:nvGraphicFramePr>
        <p:xfrm>
          <a:off x="1066800" y="3733800"/>
          <a:ext cx="3657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17258" imgH="190528" progId="Equation.3">
                  <p:embed/>
                </p:oleObj>
              </mc:Choice>
              <mc:Fallback>
                <p:oleObj name="Equation" r:id="rId8" imgW="1417258" imgH="190528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733800"/>
                        <a:ext cx="3657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706" name="Object 6">
            <a:extLst>
              <a:ext uri="{FF2B5EF4-FFF2-40B4-BE49-F238E27FC236}">
                <a16:creationId xmlns:a16="http://schemas.microsoft.com/office/drawing/2014/main" id="{E72A66E2-B24E-0BF0-4174-564DFC7030CE}"/>
              </a:ext>
            </a:extLst>
          </p:cNvPr>
          <p:cNvGraphicFramePr>
            <a:graphicFrameLocks/>
          </p:cNvGraphicFramePr>
          <p:nvPr/>
        </p:nvGraphicFramePr>
        <p:xfrm>
          <a:off x="6172200" y="5257800"/>
          <a:ext cx="1828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5144" imgH="343149" progId="Equation.3">
                  <p:embed/>
                </p:oleObj>
              </mc:Choice>
              <mc:Fallback>
                <p:oleObj name="Equation" r:id="rId10" imgW="495144" imgH="343149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257800"/>
                        <a:ext cx="1828800" cy="990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707" name="Object 7">
            <a:extLst>
              <a:ext uri="{FF2B5EF4-FFF2-40B4-BE49-F238E27FC236}">
                <a16:creationId xmlns:a16="http://schemas.microsoft.com/office/drawing/2014/main" id="{B778E60C-6919-56B6-7E75-998C743F2F2F}"/>
              </a:ext>
            </a:extLst>
          </p:cNvPr>
          <p:cNvGraphicFramePr>
            <a:graphicFrameLocks/>
          </p:cNvGraphicFramePr>
          <p:nvPr/>
        </p:nvGraphicFramePr>
        <p:xfrm>
          <a:off x="685800" y="4572000"/>
          <a:ext cx="4191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0409" imgH="175066" progId="Equation.3">
                  <p:embed/>
                </p:oleObj>
              </mc:Choice>
              <mc:Fallback>
                <p:oleObj name="Equation" r:id="rId12" imgW="1280409" imgH="175066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572000"/>
                        <a:ext cx="4191000" cy="609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708" name="Object 8">
            <a:extLst>
              <a:ext uri="{FF2B5EF4-FFF2-40B4-BE49-F238E27FC236}">
                <a16:creationId xmlns:a16="http://schemas.microsoft.com/office/drawing/2014/main" id="{00EE6E24-10B8-05D9-9960-666FF4B04982}"/>
              </a:ext>
            </a:extLst>
          </p:cNvPr>
          <p:cNvGraphicFramePr>
            <a:graphicFrameLocks/>
          </p:cNvGraphicFramePr>
          <p:nvPr/>
        </p:nvGraphicFramePr>
        <p:xfrm>
          <a:off x="685800" y="5486400"/>
          <a:ext cx="4191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4938" imgH="381055" progId="Equation.3">
                  <p:embed/>
                </p:oleObj>
              </mc:Choice>
              <mc:Fallback>
                <p:oleObj name="Equation" r:id="rId14" imgW="1904938" imgH="381055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486400"/>
                        <a:ext cx="4191000" cy="10668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709" name="AutoShape 53">
            <a:extLst>
              <a:ext uri="{FF2B5EF4-FFF2-40B4-BE49-F238E27FC236}">
                <a16:creationId xmlns:a16="http://schemas.microsoft.com/office/drawing/2014/main" id="{7D64E449-76D4-BAAF-5638-578FCA8AC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810000"/>
            <a:ext cx="457200" cy="381000"/>
          </a:xfrm>
          <a:prstGeom prst="rightArrow">
            <a:avLst>
              <a:gd name="adj1" fmla="val 43333"/>
              <a:gd name="adj2" fmla="val 56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26710" name="Object 9">
            <a:extLst>
              <a:ext uri="{FF2B5EF4-FFF2-40B4-BE49-F238E27FC236}">
                <a16:creationId xmlns:a16="http://schemas.microsoft.com/office/drawing/2014/main" id="{2E49488C-AED2-84C0-51A4-4F44C824348A}"/>
              </a:ext>
            </a:extLst>
          </p:cNvPr>
          <p:cNvGraphicFramePr>
            <a:graphicFrameLocks/>
          </p:cNvGraphicFramePr>
          <p:nvPr/>
        </p:nvGraphicFramePr>
        <p:xfrm>
          <a:off x="5334000" y="3505200"/>
          <a:ext cx="3505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80409" imgH="343149" progId="Equation.3">
                  <p:embed/>
                </p:oleObj>
              </mc:Choice>
              <mc:Fallback>
                <p:oleObj name="Equation" r:id="rId16" imgW="1280409" imgH="34314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505200"/>
                        <a:ext cx="3505200" cy="914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711" name="AutoShape 55">
            <a:extLst>
              <a:ext uri="{FF2B5EF4-FFF2-40B4-BE49-F238E27FC236}">
                <a16:creationId xmlns:a16="http://schemas.microsoft.com/office/drawing/2014/main" id="{653E6F99-CDF0-167E-912C-D2AE631EB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72000"/>
            <a:ext cx="762000" cy="5334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26712" name="AutoShape 56">
            <a:extLst>
              <a:ext uri="{FF2B5EF4-FFF2-40B4-BE49-F238E27FC236}">
                <a16:creationId xmlns:a16="http://schemas.microsoft.com/office/drawing/2014/main" id="{1C6673B5-F0C6-CD22-5F6F-E0FD18997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752600"/>
            <a:ext cx="1295400" cy="838200"/>
          </a:xfrm>
          <a:prstGeom prst="wedgeRectCallout">
            <a:avLst>
              <a:gd name="adj1" fmla="val 99880"/>
              <a:gd name="adj2" fmla="val -232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i="1">
                <a:ea typeface="楷体_GB2312" pitchFamily="49" charset="-122"/>
              </a:rPr>
              <a:t>球形高</a:t>
            </a:r>
          </a:p>
          <a:p>
            <a:pPr eaLnBrk="1" hangingPunct="1"/>
            <a:r>
              <a:rPr lang="zh-CN" altLang="en-US" b="1" i="1">
                <a:ea typeface="楷体_GB2312" pitchFamily="49" charset="-122"/>
              </a:rPr>
              <a:t>斯面</a:t>
            </a:r>
          </a:p>
        </p:txBody>
      </p:sp>
      <p:sp>
        <p:nvSpPr>
          <p:cNvPr id="326713" name="Line 57">
            <a:extLst>
              <a:ext uri="{FF2B5EF4-FFF2-40B4-BE49-F238E27FC236}">
                <a16:creationId xmlns:a16="http://schemas.microsoft.com/office/drawing/2014/main" id="{2CFC89DA-4B3E-DB4C-DE6D-E5F02D58432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29200" y="4876800"/>
            <a:ext cx="91440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6714" name="Line 58">
            <a:extLst>
              <a:ext uri="{FF2B5EF4-FFF2-40B4-BE49-F238E27FC236}">
                <a16:creationId xmlns:a16="http://schemas.microsoft.com/office/drawing/2014/main" id="{DEABEA79-FBBB-5472-8055-76B2EE535E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5791200"/>
            <a:ext cx="914400" cy="228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2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6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6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2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2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2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300"/>
                                        <p:tgtEl>
                                          <p:spTgt spid="326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2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"/>
                                        <p:tgtEl>
                                          <p:spTgt spid="32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2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2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2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300"/>
                                        <p:tgtEl>
                                          <p:spTgt spid="32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26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6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0" fill="hold"/>
                                        <p:tgtEl>
                                          <p:spTgt spid="326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0" fill="hold"/>
                                        <p:tgtEl>
                                          <p:spTgt spid="326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26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300"/>
                                        <p:tgtEl>
                                          <p:spTgt spid="32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300"/>
                                        <p:tgtEl>
                                          <p:spTgt spid="32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2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26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7" dur="500"/>
                                        <p:tgtEl>
                                          <p:spTgt spid="32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2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32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2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26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26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2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87" grpId="0" animBg="1"/>
      <p:bldP spid="326688" grpId="0" animBg="1"/>
      <p:bldP spid="326690" grpId="0" autoUpdateAnimBg="0"/>
      <p:bldP spid="326691" grpId="0" autoUpdateAnimBg="0"/>
      <p:bldP spid="326692" grpId="0" autoUpdateAnimBg="0"/>
      <p:bldP spid="326693" grpId="0" autoUpdateAnimBg="0"/>
      <p:bldP spid="326698" grpId="0" autoUpdateAnimBg="0"/>
      <p:bldP spid="326699" grpId="0" autoUpdateAnimBg="0"/>
      <p:bldP spid="326700" grpId="0" autoUpdateAnimBg="0"/>
      <p:bldP spid="326702" grpId="0" animBg="1"/>
      <p:bldP spid="326704" grpId="0" autoUpdateAnimBg="0"/>
      <p:bldP spid="326709" grpId="0" animBg="1"/>
      <p:bldP spid="326711" grpId="0" animBg="1"/>
      <p:bldP spid="326712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682" name="Object 2">
            <a:extLst>
              <a:ext uri="{FF2B5EF4-FFF2-40B4-BE49-F238E27FC236}">
                <a16:creationId xmlns:a16="http://schemas.microsoft.com/office/drawing/2014/main" id="{5785B73B-8D07-37C3-657F-ED7F45A63382}"/>
              </a:ext>
            </a:extLst>
          </p:cNvPr>
          <p:cNvGraphicFramePr>
            <a:graphicFrameLocks/>
          </p:cNvGraphicFramePr>
          <p:nvPr/>
        </p:nvGraphicFramePr>
        <p:xfrm>
          <a:off x="609600" y="2057400"/>
          <a:ext cx="3962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476" imgH="388537" progId="Equation.3">
                  <p:embed/>
                </p:oleObj>
              </mc:Choice>
              <mc:Fallback>
                <p:oleObj name="Equation" r:id="rId2" imgW="1371476" imgH="38853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057400"/>
                        <a:ext cx="3962400" cy="10668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3" name="Object 3">
            <a:extLst>
              <a:ext uri="{FF2B5EF4-FFF2-40B4-BE49-F238E27FC236}">
                <a16:creationId xmlns:a16="http://schemas.microsoft.com/office/drawing/2014/main" id="{B8C37BB6-A40E-B771-A813-3DB4322687FB}"/>
              </a:ext>
            </a:extLst>
          </p:cNvPr>
          <p:cNvGraphicFramePr>
            <a:graphicFrameLocks/>
          </p:cNvGraphicFramePr>
          <p:nvPr/>
        </p:nvGraphicFramePr>
        <p:xfrm>
          <a:off x="457200" y="3200400"/>
          <a:ext cx="43148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18229" imgH="381055" progId="Equation.3">
                  <p:embed/>
                </p:oleObj>
              </mc:Choice>
              <mc:Fallback>
                <p:oleObj name="Equation" r:id="rId4" imgW="1318229" imgH="381055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00400"/>
                        <a:ext cx="43148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4" name="Object 4">
            <a:extLst>
              <a:ext uri="{FF2B5EF4-FFF2-40B4-BE49-F238E27FC236}">
                <a16:creationId xmlns:a16="http://schemas.microsoft.com/office/drawing/2014/main" id="{FAEED53D-E1FA-BA0F-9AE0-28DE86B6B7C6}"/>
              </a:ext>
            </a:extLst>
          </p:cNvPr>
          <p:cNvGraphicFramePr>
            <a:graphicFrameLocks/>
          </p:cNvGraphicFramePr>
          <p:nvPr/>
        </p:nvGraphicFramePr>
        <p:xfrm>
          <a:off x="609600" y="4267200"/>
          <a:ext cx="3962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18229" imgH="381055" progId="Equation.3">
                  <p:embed/>
                </p:oleObj>
              </mc:Choice>
              <mc:Fallback>
                <p:oleObj name="Equation" r:id="rId6" imgW="1318229" imgH="381055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267200"/>
                        <a:ext cx="3962400" cy="10668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5" name="Object 5">
            <a:extLst>
              <a:ext uri="{FF2B5EF4-FFF2-40B4-BE49-F238E27FC236}">
                <a16:creationId xmlns:a16="http://schemas.microsoft.com/office/drawing/2014/main" id="{DCF1CBFD-900F-8876-8897-2A4F60BD7DC0}"/>
              </a:ext>
            </a:extLst>
          </p:cNvPr>
          <p:cNvGraphicFramePr>
            <a:graphicFrameLocks/>
          </p:cNvGraphicFramePr>
          <p:nvPr/>
        </p:nvGraphicFramePr>
        <p:xfrm>
          <a:off x="5486400" y="5029200"/>
          <a:ext cx="2667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3796" imgH="381055" progId="Equation.3">
                  <p:embed/>
                </p:oleObj>
              </mc:Choice>
              <mc:Fallback>
                <p:oleObj name="Equation" r:id="rId8" imgW="883796" imgH="381055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029200"/>
                        <a:ext cx="2667000" cy="990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6" name="Rectangle 6">
            <a:extLst>
              <a:ext uri="{FF2B5EF4-FFF2-40B4-BE49-F238E27FC236}">
                <a16:creationId xmlns:a16="http://schemas.microsoft.com/office/drawing/2014/main" id="{F2B23ED8-91E7-F3BD-5F40-7D7E03E15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47800"/>
            <a:ext cx="5943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ea typeface="楷体_GB2312" pitchFamily="49" charset="-122"/>
                <a:sym typeface="Wingdings" panose="05000000000000000000" pitchFamily="2" charset="2"/>
              </a:rPr>
              <a:t>(2) 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  <a:sym typeface="Monotype Sorts" pitchFamily="2" charset="2"/>
              </a:rPr>
              <a:t>紧贴导体球表面处的极化电荷？</a:t>
            </a:r>
          </a:p>
        </p:txBody>
      </p:sp>
      <p:graphicFrame>
        <p:nvGraphicFramePr>
          <p:cNvPr id="327687" name="Object 6">
            <a:extLst>
              <a:ext uri="{FF2B5EF4-FFF2-40B4-BE49-F238E27FC236}">
                <a16:creationId xmlns:a16="http://schemas.microsoft.com/office/drawing/2014/main" id="{88005477-40A6-86BF-16B6-D5999DF80B28}"/>
              </a:ext>
            </a:extLst>
          </p:cNvPr>
          <p:cNvGraphicFramePr>
            <a:graphicFrameLocks/>
          </p:cNvGraphicFramePr>
          <p:nvPr/>
        </p:nvGraphicFramePr>
        <p:xfrm>
          <a:off x="609600" y="5638800"/>
          <a:ext cx="3962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938" imgH="381055" progId="Equation.3">
                  <p:embed/>
                </p:oleObj>
              </mc:Choice>
              <mc:Fallback>
                <p:oleObj name="Equation" r:id="rId10" imgW="1904938" imgH="381055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638800"/>
                        <a:ext cx="3962400" cy="990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8" name="Object 7">
            <a:extLst>
              <a:ext uri="{FF2B5EF4-FFF2-40B4-BE49-F238E27FC236}">
                <a16:creationId xmlns:a16="http://schemas.microsoft.com/office/drawing/2014/main" id="{BD2E8EC8-9ADF-94E4-3583-2D40A80A90DF}"/>
              </a:ext>
            </a:extLst>
          </p:cNvPr>
          <p:cNvGraphicFramePr>
            <a:graphicFrameLocks/>
          </p:cNvGraphicFramePr>
          <p:nvPr/>
        </p:nvGraphicFramePr>
        <p:xfrm>
          <a:off x="381000" y="228600"/>
          <a:ext cx="4343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12402" imgH="381055" progId="Equation.3">
                  <p:embed/>
                </p:oleObj>
              </mc:Choice>
              <mc:Fallback>
                <p:oleObj name="Equation" r:id="rId12" imgW="1912402" imgH="38105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"/>
                        <a:ext cx="4343400" cy="990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89" name="Object 8">
            <a:extLst>
              <a:ext uri="{FF2B5EF4-FFF2-40B4-BE49-F238E27FC236}">
                <a16:creationId xmlns:a16="http://schemas.microsoft.com/office/drawing/2014/main" id="{E965C08D-4B81-A380-741E-5511C9D1C845}"/>
              </a:ext>
            </a:extLst>
          </p:cNvPr>
          <p:cNvGraphicFramePr>
            <a:graphicFrameLocks/>
          </p:cNvGraphicFramePr>
          <p:nvPr/>
        </p:nvGraphicFramePr>
        <p:xfrm>
          <a:off x="5029200" y="228600"/>
          <a:ext cx="38100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55576" imgH="381055" progId="Equation.3">
                  <p:embed/>
                </p:oleObj>
              </mc:Choice>
              <mc:Fallback>
                <p:oleObj name="Equation" r:id="rId14" imgW="1455576" imgH="381055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28600"/>
                        <a:ext cx="3810000" cy="9842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90" name="AutoShape 10">
            <a:extLst>
              <a:ext uri="{FF2B5EF4-FFF2-40B4-BE49-F238E27FC236}">
                <a16:creationId xmlns:a16="http://schemas.microsoft.com/office/drawing/2014/main" id="{0FAD7F2D-FF3D-0D17-B16D-6C78E553B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362200"/>
            <a:ext cx="457200" cy="1066800"/>
          </a:xfrm>
          <a:prstGeom prst="curvedLeftArrow">
            <a:avLst>
              <a:gd name="adj1" fmla="val 46667"/>
              <a:gd name="adj2" fmla="val 93333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27691" name="AutoShape 11">
            <a:extLst>
              <a:ext uri="{FF2B5EF4-FFF2-40B4-BE49-F238E27FC236}">
                <a16:creationId xmlns:a16="http://schemas.microsoft.com/office/drawing/2014/main" id="{2562C3DD-93AA-17EF-6F24-B00096E86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581400"/>
            <a:ext cx="457200" cy="1066800"/>
          </a:xfrm>
          <a:prstGeom prst="curvedLeftArrow">
            <a:avLst>
              <a:gd name="adj1" fmla="val 46667"/>
              <a:gd name="adj2" fmla="val 93333"/>
              <a:gd name="adj3" fmla="val 33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27692" name="AutoShape 12">
            <a:extLst>
              <a:ext uri="{FF2B5EF4-FFF2-40B4-BE49-F238E27FC236}">
                <a16:creationId xmlns:a16="http://schemas.microsoft.com/office/drawing/2014/main" id="{3C405D0F-F0DA-6CFD-693B-A6246C37C71C}"/>
              </a:ext>
            </a:extLst>
          </p:cNvPr>
          <p:cNvSpPr>
            <a:spLocks/>
          </p:cNvSpPr>
          <p:nvPr/>
        </p:nvSpPr>
        <p:spPr bwMode="auto">
          <a:xfrm>
            <a:off x="4724400" y="4876800"/>
            <a:ext cx="381000" cy="1371600"/>
          </a:xfrm>
          <a:prstGeom prst="rightBrace">
            <a:avLst>
              <a:gd name="adj1" fmla="val 30000"/>
              <a:gd name="adj2" fmla="val 50000"/>
            </a:avLst>
          </a:prstGeom>
          <a:noFill/>
          <a:ln w="222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DE4970A9-C7E3-6CE2-D50E-0E989A740A68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600200"/>
            <a:ext cx="3048000" cy="2987675"/>
            <a:chOff x="3600" y="950"/>
            <a:chExt cx="1920" cy="1882"/>
          </a:xfrm>
        </p:grpSpPr>
        <p:sp>
          <p:nvSpPr>
            <p:cNvPr id="31760" name="Oval 14">
              <a:extLst>
                <a:ext uri="{FF2B5EF4-FFF2-40B4-BE49-F238E27FC236}">
                  <a16:creationId xmlns:a16="http://schemas.microsoft.com/office/drawing/2014/main" id="{D1482DF7-205F-F98E-734A-F6C89EA935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62" y="2379"/>
              <a:ext cx="48" cy="48"/>
            </a:xfrm>
            <a:prstGeom prst="ellipse">
              <a:avLst/>
            </a:prstGeom>
            <a:solidFill>
              <a:srgbClr val="00FF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761" name="AutoShape 15">
              <a:extLst>
                <a:ext uri="{FF2B5EF4-FFF2-40B4-BE49-F238E27FC236}">
                  <a16:creationId xmlns:a16="http://schemas.microsoft.com/office/drawing/2014/main" id="{3DC8F438-66C4-A2E2-B161-8369F509C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950"/>
              <a:ext cx="1920" cy="18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1 w 21600"/>
                <a:gd name="T25" fmla="*/ 3168 h 21600"/>
                <a:gd name="T26" fmla="*/ 18439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4442" y="10800"/>
                  </a:moveTo>
                  <a:cubicBezTo>
                    <a:pt x="4442" y="14311"/>
                    <a:pt x="7289" y="17158"/>
                    <a:pt x="10800" y="17158"/>
                  </a:cubicBezTo>
                  <a:cubicBezTo>
                    <a:pt x="14311" y="17158"/>
                    <a:pt x="17158" y="14311"/>
                    <a:pt x="17158" y="10800"/>
                  </a:cubicBezTo>
                  <a:cubicBezTo>
                    <a:pt x="17158" y="7289"/>
                    <a:pt x="14311" y="4442"/>
                    <a:pt x="10800" y="4442"/>
                  </a:cubicBezTo>
                  <a:cubicBezTo>
                    <a:pt x="7289" y="4442"/>
                    <a:pt x="4442" y="7289"/>
                    <a:pt x="4442" y="1080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2" name="Oval 16">
              <a:extLst>
                <a:ext uri="{FF2B5EF4-FFF2-40B4-BE49-F238E27FC236}">
                  <a16:creationId xmlns:a16="http://schemas.microsoft.com/office/drawing/2014/main" id="{3BB2D161-E618-9596-C212-DC80CD65C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238"/>
              <a:ext cx="1321" cy="1321"/>
            </a:xfrm>
            <a:prstGeom prst="ellipse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5E7676"/>
                </a:gs>
              </a:gsLst>
              <a:path path="shape">
                <a:fillToRect l="50000" t="50000" r="50000" b="50000"/>
              </a:path>
            </a:gradFill>
            <a:ln w="222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763" name="Oval 17">
              <a:extLst>
                <a:ext uri="{FF2B5EF4-FFF2-40B4-BE49-F238E27FC236}">
                  <a16:creationId xmlns:a16="http://schemas.microsoft.com/office/drawing/2014/main" id="{67F9C886-669D-3BC5-39F1-30E869A274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72" y="1622"/>
              <a:ext cx="589" cy="563"/>
            </a:xfrm>
            <a:prstGeom prst="ellipse">
              <a:avLst/>
            </a:prstGeom>
            <a:gradFill rotWithShape="0">
              <a:gsLst>
                <a:gs pos="0">
                  <a:srgbClr val="FFCC00"/>
                </a:gs>
                <a:gs pos="100000">
                  <a:srgbClr val="765E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764" name="Line 18">
              <a:extLst>
                <a:ext uri="{FF2B5EF4-FFF2-40B4-BE49-F238E27FC236}">
                  <a16:creationId xmlns:a16="http://schemas.microsoft.com/office/drawing/2014/main" id="{2EFE0503-4FF6-0F78-4162-2245A165EA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14455" flipH="1" flipV="1">
              <a:off x="3678" y="1532"/>
              <a:ext cx="970" cy="23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5" name="Text Box 19">
              <a:extLst>
                <a:ext uri="{FF2B5EF4-FFF2-40B4-BE49-F238E27FC236}">
                  <a16:creationId xmlns:a16="http://schemas.microsoft.com/office/drawing/2014/main" id="{E63DAECB-F960-1D17-5684-9EA6E04AB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62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FFFF00"/>
                  </a:solidFill>
                  <a:ea typeface="楷体_GB2312" pitchFamily="49" charset="-122"/>
                </a:rPr>
                <a:t>R</a:t>
              </a:r>
              <a:r>
                <a:rPr lang="en-US" altLang="zh-CN" b="1" baseline="-25000">
                  <a:solidFill>
                    <a:srgbClr val="FFFF00"/>
                  </a:solidFill>
                  <a:ea typeface="楷体_GB2312" pitchFamily="49" charset="-122"/>
                </a:rPr>
                <a:t>1</a:t>
              </a:r>
            </a:p>
          </p:txBody>
        </p:sp>
        <p:sp>
          <p:nvSpPr>
            <p:cNvPr id="31766" name="Text Box 20">
              <a:extLst>
                <a:ext uri="{FF2B5EF4-FFF2-40B4-BE49-F238E27FC236}">
                  <a16:creationId xmlns:a16="http://schemas.microsoft.com/office/drawing/2014/main" id="{08783500-7184-1D2D-6B1F-E3A6D0CFC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33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chemeClr val="bg1"/>
                  </a:solidFill>
                  <a:ea typeface="楷体_GB2312" pitchFamily="49" charset="-122"/>
                </a:rPr>
                <a:t>R</a:t>
              </a:r>
              <a:r>
                <a:rPr lang="en-US" altLang="zh-CN" b="1" baseline="-25000">
                  <a:solidFill>
                    <a:schemeClr val="bg1"/>
                  </a:solidFill>
                  <a:ea typeface="楷体_GB2312" pitchFamily="49" charset="-122"/>
                </a:rPr>
                <a:t>2</a:t>
              </a:r>
            </a:p>
          </p:txBody>
        </p:sp>
        <p:graphicFrame>
          <p:nvGraphicFramePr>
            <p:cNvPr id="31767" name="Object 9">
              <a:extLst>
                <a:ext uri="{FF2B5EF4-FFF2-40B4-BE49-F238E27FC236}">
                  <a16:creationId xmlns:a16="http://schemas.microsoft.com/office/drawing/2014/main" id="{64040D18-B765-5323-9385-052CAE97FA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56" y="2054"/>
            <a:ext cx="35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2276" imgH="160103" progId="Equation.3">
                    <p:embed/>
                  </p:oleObj>
                </mc:Choice>
                <mc:Fallback>
                  <p:oleObj name="Equation" r:id="rId16" imgW="152276" imgH="160103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054"/>
                          <a:ext cx="355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8" name="Object 10">
              <a:extLst>
                <a:ext uri="{FF2B5EF4-FFF2-40B4-BE49-F238E27FC236}">
                  <a16:creationId xmlns:a16="http://schemas.microsoft.com/office/drawing/2014/main" id="{7431BC2A-05F8-4D2C-5469-EDEC574571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2294"/>
            <a:ext cx="43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0238" imgH="160103" progId="Equation.3">
                    <p:embed/>
                  </p:oleObj>
                </mc:Choice>
                <mc:Fallback>
                  <p:oleObj name="Equation" r:id="rId18" imgW="160238" imgH="160103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2294"/>
                          <a:ext cx="43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9" name="Line 23">
              <a:extLst>
                <a:ext uri="{FF2B5EF4-FFF2-40B4-BE49-F238E27FC236}">
                  <a16:creationId xmlns:a16="http://schemas.microsoft.com/office/drawing/2014/main" id="{BC4B177E-1371-088B-2D61-D56CBF40C3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1910"/>
              <a:ext cx="67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0" name="Line 24">
              <a:extLst>
                <a:ext uri="{FF2B5EF4-FFF2-40B4-BE49-F238E27FC236}">
                  <a16:creationId xmlns:a16="http://schemas.microsoft.com/office/drawing/2014/main" id="{49AEA27C-8D5C-A0FD-A1C8-9D586B5B1B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60" y="1622"/>
              <a:ext cx="0" cy="288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1" name="Text Box 25">
              <a:extLst>
                <a:ext uri="{FF2B5EF4-FFF2-40B4-BE49-F238E27FC236}">
                  <a16:creationId xmlns:a16="http://schemas.microsoft.com/office/drawing/2014/main" id="{B9A6D2FA-44FE-DE22-F223-9626EAD88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171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chemeClr val="bg1"/>
                  </a:solidFill>
                  <a:ea typeface="楷体_GB2312" pitchFamily="49" charset="-122"/>
                </a:rPr>
                <a:t>R</a:t>
              </a:r>
              <a:r>
                <a:rPr lang="en-US" altLang="zh-CN" b="1" baseline="-25000">
                  <a:solidFill>
                    <a:schemeClr val="bg1"/>
                  </a:solidFill>
                  <a:ea typeface="楷体_GB2312" pitchFamily="49" charset="-122"/>
                </a:rPr>
                <a:t>0</a:t>
              </a:r>
            </a:p>
          </p:txBody>
        </p:sp>
        <p:sp>
          <p:nvSpPr>
            <p:cNvPr id="31772" name="Rectangle 26">
              <a:extLst>
                <a:ext uri="{FF2B5EF4-FFF2-40B4-BE49-F238E27FC236}">
                  <a16:creationId xmlns:a16="http://schemas.microsoft.com/office/drawing/2014/main" id="{F4FB0646-14E9-3C7F-FAC9-55B32EDC3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430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i="1">
                  <a:solidFill>
                    <a:srgbClr val="FFFF00"/>
                  </a:solidFill>
                  <a:ea typeface="楷体_GB2312" pitchFamily="49" charset="-122"/>
                </a:rPr>
                <a:t>+Q</a:t>
              </a:r>
              <a:r>
                <a:rPr lang="en-US" altLang="zh-CN" sz="2800" b="1" i="1" baseline="-25000">
                  <a:solidFill>
                    <a:srgbClr val="FFFF00"/>
                  </a:solidFill>
                  <a:ea typeface="楷体_GB2312" pitchFamily="49" charset="-122"/>
                </a:rPr>
                <a:t>0</a:t>
              </a:r>
            </a:p>
          </p:txBody>
        </p:sp>
      </p:grpSp>
      <p:sp>
        <p:nvSpPr>
          <p:cNvPr id="327707" name="Oval 27">
            <a:extLst>
              <a:ext uri="{FF2B5EF4-FFF2-40B4-BE49-F238E27FC236}">
                <a16:creationId xmlns:a16="http://schemas.microsoft.com/office/drawing/2014/main" id="{D80D88B0-8887-64F6-C19A-5C861D9CA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075" y="2514600"/>
            <a:ext cx="1203325" cy="1143000"/>
          </a:xfrm>
          <a:prstGeom prst="ellipse">
            <a:avLst/>
          </a:prstGeom>
          <a:noFill/>
          <a:ln w="22225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8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27708" name="Line 28">
            <a:extLst>
              <a:ext uri="{FF2B5EF4-FFF2-40B4-BE49-F238E27FC236}">
                <a16:creationId xmlns:a16="http://schemas.microsoft.com/office/drawing/2014/main" id="{97BEEACD-5F5E-8082-9C43-A825E47DC6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32625" y="3124200"/>
            <a:ext cx="130175" cy="5127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2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327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327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6" grpId="0" autoUpdateAnimBg="0"/>
      <p:bldP spid="327690" grpId="0" animBg="1"/>
      <p:bldP spid="327691" grpId="0" animBg="1"/>
      <p:bldP spid="327692" grpId="0" animBg="1"/>
      <p:bldP spid="327707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>
            <a:extLst>
              <a:ext uri="{FF2B5EF4-FFF2-40B4-BE49-F238E27FC236}">
                <a16:creationId xmlns:a16="http://schemas.microsoft.com/office/drawing/2014/main" id="{BA5EB752-4273-E67F-5194-1F0C136B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5425"/>
            <a:ext cx="4876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bg1"/>
                </a:solidFill>
                <a:ea typeface="楷体_GB2312" pitchFamily="49" charset="-122"/>
                <a:sym typeface="Wingdings" panose="05000000000000000000" pitchFamily="2" charset="2"/>
              </a:rPr>
              <a:t>(3)  </a:t>
            </a:r>
            <a:r>
              <a:rPr lang="zh-CN" altLang="en-US" b="1">
                <a:solidFill>
                  <a:schemeClr val="bg1"/>
                </a:solidFill>
                <a:ea typeface="楷体_GB2312" pitchFamily="49" charset="-122"/>
                <a:sym typeface="Monotype Sorts" pitchFamily="2" charset="2"/>
              </a:rPr>
              <a:t>两介质交界处的极化电荷</a:t>
            </a:r>
            <a:r>
              <a:rPr lang="en-US" altLang="zh-CN" b="1">
                <a:solidFill>
                  <a:schemeClr val="bg1"/>
                </a:solidFill>
                <a:ea typeface="楷体_GB2312" pitchFamily="49" charset="-122"/>
                <a:sym typeface="Monotype Sorts" pitchFamily="2" charset="2"/>
              </a:rPr>
              <a:t>?</a:t>
            </a:r>
          </a:p>
        </p:txBody>
      </p:sp>
      <p:graphicFrame>
        <p:nvGraphicFramePr>
          <p:cNvPr id="328707" name="Object 2">
            <a:extLst>
              <a:ext uri="{FF2B5EF4-FFF2-40B4-BE49-F238E27FC236}">
                <a16:creationId xmlns:a16="http://schemas.microsoft.com/office/drawing/2014/main" id="{B69FE096-A8A8-DC8B-CAB0-63086F0DDE10}"/>
              </a:ext>
            </a:extLst>
          </p:cNvPr>
          <p:cNvGraphicFramePr>
            <a:graphicFrameLocks/>
          </p:cNvGraphicFramePr>
          <p:nvPr/>
        </p:nvGraphicFramePr>
        <p:xfrm>
          <a:off x="539750" y="762000"/>
          <a:ext cx="46418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0009" imgH="388537" progId="Equation.3">
                  <p:embed/>
                </p:oleObj>
              </mc:Choice>
              <mc:Fallback>
                <p:oleObj name="Equation" r:id="rId2" imgW="1890009" imgH="38853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762000"/>
                        <a:ext cx="4641850" cy="10668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08" name="Object 3">
            <a:extLst>
              <a:ext uri="{FF2B5EF4-FFF2-40B4-BE49-F238E27FC236}">
                <a16:creationId xmlns:a16="http://schemas.microsoft.com/office/drawing/2014/main" id="{1D7D8608-6B4D-9BEF-D481-FD972F6C93A8}"/>
              </a:ext>
            </a:extLst>
          </p:cNvPr>
          <p:cNvGraphicFramePr>
            <a:graphicFrameLocks/>
          </p:cNvGraphicFramePr>
          <p:nvPr/>
        </p:nvGraphicFramePr>
        <p:xfrm>
          <a:off x="4572000" y="3381375"/>
          <a:ext cx="26670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2113" imgH="190528" progId="Equation.3">
                  <p:embed/>
                </p:oleObj>
              </mc:Choice>
              <mc:Fallback>
                <p:oleObj name="Equation" r:id="rId4" imgW="922113" imgH="190528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81375"/>
                        <a:ext cx="2667000" cy="5048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09" name="Object 4">
            <a:extLst>
              <a:ext uri="{FF2B5EF4-FFF2-40B4-BE49-F238E27FC236}">
                <a16:creationId xmlns:a16="http://schemas.microsoft.com/office/drawing/2014/main" id="{73254D84-8A5D-A73B-3D4F-B3C865D7996D}"/>
              </a:ext>
            </a:extLst>
          </p:cNvPr>
          <p:cNvGraphicFramePr>
            <a:graphicFrameLocks/>
          </p:cNvGraphicFramePr>
          <p:nvPr/>
        </p:nvGraphicFramePr>
        <p:xfrm>
          <a:off x="533400" y="1905000"/>
          <a:ext cx="3657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1120" imgH="381055" progId="Equation.3">
                  <p:embed/>
                </p:oleObj>
              </mc:Choice>
              <mc:Fallback>
                <p:oleObj name="Equation" r:id="rId6" imgW="1341120" imgH="381055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05000"/>
                        <a:ext cx="36576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0" name="Object 5">
            <a:extLst>
              <a:ext uri="{FF2B5EF4-FFF2-40B4-BE49-F238E27FC236}">
                <a16:creationId xmlns:a16="http://schemas.microsoft.com/office/drawing/2014/main" id="{1999C350-0B40-39D0-0843-3DAF77AEC7B0}"/>
              </a:ext>
            </a:extLst>
          </p:cNvPr>
          <p:cNvGraphicFramePr>
            <a:graphicFrameLocks/>
          </p:cNvGraphicFramePr>
          <p:nvPr/>
        </p:nvGraphicFramePr>
        <p:xfrm>
          <a:off x="533400" y="2971800"/>
          <a:ext cx="3733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6547" imgH="381055" progId="Equation.3">
                  <p:embed/>
                </p:oleObj>
              </mc:Choice>
              <mc:Fallback>
                <p:oleObj name="Equation" r:id="rId8" imgW="1356547" imgH="381055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971800"/>
                        <a:ext cx="3733800" cy="990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1" name="Object 6">
            <a:extLst>
              <a:ext uri="{FF2B5EF4-FFF2-40B4-BE49-F238E27FC236}">
                <a16:creationId xmlns:a16="http://schemas.microsoft.com/office/drawing/2014/main" id="{66FE9491-B502-88ED-6E70-290EA29F3A72}"/>
              </a:ext>
            </a:extLst>
          </p:cNvPr>
          <p:cNvGraphicFramePr>
            <a:graphicFrameLocks/>
          </p:cNvGraphicFramePr>
          <p:nvPr/>
        </p:nvGraphicFramePr>
        <p:xfrm>
          <a:off x="533400" y="4267200"/>
          <a:ext cx="3733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12402" imgH="381055" progId="Equation.3">
                  <p:embed/>
                </p:oleObj>
              </mc:Choice>
              <mc:Fallback>
                <p:oleObj name="Equation" r:id="rId10" imgW="1912402" imgH="381055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267200"/>
                        <a:ext cx="3733800" cy="990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2" name="Object 7">
            <a:extLst>
              <a:ext uri="{FF2B5EF4-FFF2-40B4-BE49-F238E27FC236}">
                <a16:creationId xmlns:a16="http://schemas.microsoft.com/office/drawing/2014/main" id="{6E9C744F-61FD-BEF8-59DA-5ED2C38150AD}"/>
              </a:ext>
            </a:extLst>
          </p:cNvPr>
          <p:cNvGraphicFramePr>
            <a:graphicFrameLocks/>
          </p:cNvGraphicFramePr>
          <p:nvPr/>
        </p:nvGraphicFramePr>
        <p:xfrm>
          <a:off x="838200" y="5562600"/>
          <a:ext cx="2819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52469" imgH="381055" progId="Equation.3">
                  <p:embed/>
                </p:oleObj>
              </mc:Choice>
              <mc:Fallback>
                <p:oleObj name="Equation" r:id="rId12" imgW="952469" imgH="38105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562600"/>
                        <a:ext cx="2819400" cy="990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3" name="Object 8">
            <a:extLst>
              <a:ext uri="{FF2B5EF4-FFF2-40B4-BE49-F238E27FC236}">
                <a16:creationId xmlns:a16="http://schemas.microsoft.com/office/drawing/2014/main" id="{5F455D3E-4FFB-8540-EB7A-206F337C03CB}"/>
              </a:ext>
            </a:extLst>
          </p:cNvPr>
          <p:cNvGraphicFramePr>
            <a:graphicFrameLocks/>
          </p:cNvGraphicFramePr>
          <p:nvPr/>
        </p:nvGraphicFramePr>
        <p:xfrm>
          <a:off x="4572000" y="4273550"/>
          <a:ext cx="26670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83796" imgH="381055" progId="Equation.3">
                  <p:embed/>
                </p:oleObj>
              </mc:Choice>
              <mc:Fallback>
                <p:oleObj name="Equation" r:id="rId14" imgW="883796" imgH="381055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273550"/>
                        <a:ext cx="2667000" cy="9842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4" name="Object 9">
            <a:extLst>
              <a:ext uri="{FF2B5EF4-FFF2-40B4-BE49-F238E27FC236}">
                <a16:creationId xmlns:a16="http://schemas.microsoft.com/office/drawing/2014/main" id="{3D2D7AB2-B4DA-4CAB-D2A3-95B2F4E79076}"/>
              </a:ext>
            </a:extLst>
          </p:cNvPr>
          <p:cNvGraphicFramePr>
            <a:graphicFrameLocks/>
          </p:cNvGraphicFramePr>
          <p:nvPr/>
        </p:nvGraphicFramePr>
        <p:xfrm>
          <a:off x="4572000" y="5568950"/>
          <a:ext cx="26670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26664" imgH="381055" progId="Equation.3">
                  <p:embed/>
                </p:oleObj>
              </mc:Choice>
              <mc:Fallback>
                <p:oleObj name="Equation" r:id="rId16" imgW="1226664" imgH="381055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568950"/>
                        <a:ext cx="2667000" cy="9842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715" name="Rectangle 11">
            <a:extLst>
              <a:ext uri="{FF2B5EF4-FFF2-40B4-BE49-F238E27FC236}">
                <a16:creationId xmlns:a16="http://schemas.microsoft.com/office/drawing/2014/main" id="{9356E29C-BCEA-15BD-8127-DF78F7FFF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968750"/>
            <a:ext cx="1066800" cy="6794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  <a:ea typeface="楷体_GB2312" pitchFamily="49" charset="-122"/>
              </a:rPr>
              <a:t>讨 论</a:t>
            </a:r>
          </a:p>
        </p:txBody>
      </p:sp>
      <p:sp>
        <p:nvSpPr>
          <p:cNvPr id="328716" name="AutoShape 12">
            <a:extLst>
              <a:ext uri="{FF2B5EF4-FFF2-40B4-BE49-F238E27FC236}">
                <a16:creationId xmlns:a16="http://schemas.microsoft.com/office/drawing/2014/main" id="{81CADADB-2DA8-B20D-A993-CE676B647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733800"/>
            <a:ext cx="533400" cy="685800"/>
          </a:xfrm>
          <a:prstGeom prst="upDownArrow">
            <a:avLst>
              <a:gd name="adj1" fmla="val 50000"/>
              <a:gd name="adj2" fmla="val 257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28717" name="Line 13">
            <a:extLst>
              <a:ext uri="{FF2B5EF4-FFF2-40B4-BE49-F238E27FC236}">
                <a16:creationId xmlns:a16="http://schemas.microsoft.com/office/drawing/2014/main" id="{57EB58DD-B1F3-9F35-D59A-DA85A1720D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3733800"/>
            <a:ext cx="1066800" cy="762000"/>
          </a:xfrm>
          <a:prstGeom prst="line">
            <a:avLst/>
          </a:prstGeom>
          <a:noFill/>
          <a:ln w="28575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4181C468-CFE2-7B8D-AF69-9743FD902C5E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52400"/>
            <a:ext cx="3048000" cy="2987675"/>
            <a:chOff x="1632" y="1536"/>
            <a:chExt cx="1920" cy="1882"/>
          </a:xfrm>
        </p:grpSpPr>
        <p:sp>
          <p:nvSpPr>
            <p:cNvPr id="32789" name="AutoShape 15">
              <a:extLst>
                <a:ext uri="{FF2B5EF4-FFF2-40B4-BE49-F238E27FC236}">
                  <a16:creationId xmlns:a16="http://schemas.microsoft.com/office/drawing/2014/main" id="{B02516F6-5B89-F0B6-5397-B0FDDDD24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536"/>
              <a:ext cx="1920" cy="188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1 w 21600"/>
                <a:gd name="T25" fmla="*/ 3168 h 21600"/>
                <a:gd name="T26" fmla="*/ 18439 w 21600"/>
                <a:gd name="T27" fmla="*/ 18432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4442" y="10800"/>
                  </a:moveTo>
                  <a:cubicBezTo>
                    <a:pt x="4442" y="14311"/>
                    <a:pt x="7289" y="17158"/>
                    <a:pt x="10800" y="17158"/>
                  </a:cubicBezTo>
                  <a:cubicBezTo>
                    <a:pt x="14311" y="17158"/>
                    <a:pt x="17158" y="14311"/>
                    <a:pt x="17158" y="10800"/>
                  </a:cubicBezTo>
                  <a:cubicBezTo>
                    <a:pt x="17158" y="7289"/>
                    <a:pt x="14311" y="4442"/>
                    <a:pt x="10800" y="4442"/>
                  </a:cubicBezTo>
                  <a:cubicBezTo>
                    <a:pt x="7289" y="4442"/>
                    <a:pt x="4442" y="7289"/>
                    <a:pt x="4442" y="1080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0" name="Oval 16">
              <a:extLst>
                <a:ext uri="{FF2B5EF4-FFF2-40B4-BE49-F238E27FC236}">
                  <a16:creationId xmlns:a16="http://schemas.microsoft.com/office/drawing/2014/main" id="{E99B71C0-DDD7-E2D3-0BD3-B5205C5BA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824"/>
              <a:ext cx="1321" cy="1321"/>
            </a:xfrm>
            <a:prstGeom prst="ellipse">
              <a:avLst/>
            </a:prstGeom>
            <a:gradFill rotWithShape="0">
              <a:gsLst>
                <a:gs pos="0">
                  <a:srgbClr val="CCFFFF"/>
                </a:gs>
                <a:gs pos="100000">
                  <a:srgbClr val="5E7676"/>
                </a:gs>
              </a:gsLst>
              <a:path path="shape">
                <a:fillToRect l="50000" t="50000" r="50000" b="50000"/>
              </a:path>
            </a:gradFill>
            <a:ln w="222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2791" name="Oval 17">
              <a:extLst>
                <a:ext uri="{FF2B5EF4-FFF2-40B4-BE49-F238E27FC236}">
                  <a16:creationId xmlns:a16="http://schemas.microsoft.com/office/drawing/2014/main" id="{2C79E1C3-DB7D-7F3B-ABAF-8ACF4DA472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04" y="2208"/>
              <a:ext cx="589" cy="563"/>
            </a:xfrm>
            <a:prstGeom prst="ellipse">
              <a:avLst/>
            </a:prstGeom>
            <a:gradFill rotWithShape="0">
              <a:gsLst>
                <a:gs pos="0">
                  <a:srgbClr val="00FFFF"/>
                </a:gs>
                <a:gs pos="100000">
                  <a:srgbClr val="007676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2792" name="Line 18">
              <a:extLst>
                <a:ext uri="{FF2B5EF4-FFF2-40B4-BE49-F238E27FC236}">
                  <a16:creationId xmlns:a16="http://schemas.microsoft.com/office/drawing/2014/main" id="{68A8F27A-1E59-D8AD-4460-D3675C9CD2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14455" flipH="1" flipV="1">
              <a:off x="1710" y="2118"/>
              <a:ext cx="970" cy="232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3" name="Text Box 19">
              <a:extLst>
                <a:ext uri="{FF2B5EF4-FFF2-40B4-BE49-F238E27FC236}">
                  <a16:creationId xmlns:a16="http://schemas.microsoft.com/office/drawing/2014/main" id="{81C5577B-CB0C-5618-E79A-678D491615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20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FFFF00"/>
                  </a:solidFill>
                  <a:ea typeface="楷体_GB2312" pitchFamily="49" charset="-122"/>
                </a:rPr>
                <a:t>R</a:t>
              </a:r>
              <a:r>
                <a:rPr lang="en-US" altLang="zh-CN" b="1" baseline="-25000">
                  <a:solidFill>
                    <a:srgbClr val="FFFF00"/>
                  </a:solidFill>
                  <a:ea typeface="楷体_GB2312" pitchFamily="49" charset="-122"/>
                </a:rPr>
                <a:t>1</a:t>
              </a:r>
            </a:p>
          </p:txBody>
        </p:sp>
        <p:sp>
          <p:nvSpPr>
            <p:cNvPr id="32794" name="Oval 20">
              <a:extLst>
                <a:ext uri="{FF2B5EF4-FFF2-40B4-BE49-F238E27FC236}">
                  <a16:creationId xmlns:a16="http://schemas.microsoft.com/office/drawing/2014/main" id="{74B0AA1A-4C43-EF78-FC89-0CFAA473A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448"/>
              <a:ext cx="103" cy="103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rgbClr val="00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3600" b="1" i="1" baseline="-25000">
                <a:solidFill>
                  <a:srgbClr val="0000CC"/>
                </a:solidFill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32795" name="Text Box 21">
              <a:extLst>
                <a:ext uri="{FF2B5EF4-FFF2-40B4-BE49-F238E27FC236}">
                  <a16:creationId xmlns:a16="http://schemas.microsoft.com/office/drawing/2014/main" id="{8C7969C6-6097-EAB3-70B0-00C3B2668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92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chemeClr val="bg1"/>
                  </a:solidFill>
                  <a:ea typeface="楷体_GB2312" pitchFamily="49" charset="-122"/>
                </a:rPr>
                <a:t>R</a:t>
              </a:r>
              <a:r>
                <a:rPr lang="en-US" altLang="zh-CN" b="1" baseline="-25000">
                  <a:solidFill>
                    <a:schemeClr val="bg1"/>
                  </a:solidFill>
                  <a:ea typeface="楷体_GB2312" pitchFamily="49" charset="-122"/>
                </a:rPr>
                <a:t>2</a:t>
              </a:r>
            </a:p>
          </p:txBody>
        </p:sp>
        <p:graphicFrame>
          <p:nvGraphicFramePr>
            <p:cNvPr id="32796" name="Object 12">
              <a:extLst>
                <a:ext uri="{FF2B5EF4-FFF2-40B4-BE49-F238E27FC236}">
                  <a16:creationId xmlns:a16="http://schemas.microsoft.com/office/drawing/2014/main" id="{B605C92C-D550-68D6-7D63-70538FFB4D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8" y="2640"/>
            <a:ext cx="35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52276" imgH="160103" progId="Equation.3">
                    <p:embed/>
                  </p:oleObj>
                </mc:Choice>
                <mc:Fallback>
                  <p:oleObj name="Equation" r:id="rId18" imgW="152276" imgH="160103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2640"/>
                          <a:ext cx="355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7" name="Object 13">
              <a:extLst>
                <a:ext uri="{FF2B5EF4-FFF2-40B4-BE49-F238E27FC236}">
                  <a16:creationId xmlns:a16="http://schemas.microsoft.com/office/drawing/2014/main" id="{BE8B9E88-A98D-92C5-01CE-E4EE6F3EBA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0" y="2880"/>
            <a:ext cx="43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0238" imgH="160103" progId="Equation.3">
                    <p:embed/>
                  </p:oleObj>
                </mc:Choice>
                <mc:Fallback>
                  <p:oleObj name="Equation" r:id="rId20" imgW="160238" imgH="160103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2880"/>
                          <a:ext cx="43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8" name="Line 24">
              <a:extLst>
                <a:ext uri="{FF2B5EF4-FFF2-40B4-BE49-F238E27FC236}">
                  <a16:creationId xmlns:a16="http://schemas.microsoft.com/office/drawing/2014/main" id="{92DCD545-B399-F554-ECC9-E03174A7E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2496"/>
              <a:ext cx="67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9" name="Line 25">
              <a:extLst>
                <a:ext uri="{FF2B5EF4-FFF2-40B4-BE49-F238E27FC236}">
                  <a16:creationId xmlns:a16="http://schemas.microsoft.com/office/drawing/2014/main" id="{681143F3-4580-2987-FD1C-32D1EE2B3E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92" y="2208"/>
              <a:ext cx="0" cy="288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0" name="Text Box 26">
              <a:extLst>
                <a:ext uri="{FF2B5EF4-FFF2-40B4-BE49-F238E27FC236}">
                  <a16:creationId xmlns:a16="http://schemas.microsoft.com/office/drawing/2014/main" id="{7B499A3B-9AF0-1448-AE95-5A866B5F6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30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FFFF00"/>
                  </a:solidFill>
                  <a:ea typeface="楷体_GB2312" pitchFamily="49" charset="-122"/>
                </a:rPr>
                <a:t>R</a:t>
              </a:r>
              <a:r>
                <a:rPr lang="en-US" altLang="zh-CN" b="1" baseline="-25000">
                  <a:solidFill>
                    <a:srgbClr val="FFFF00"/>
                  </a:solidFill>
                  <a:ea typeface="楷体_GB2312" pitchFamily="49" charset="-122"/>
                </a:rPr>
                <a:t>0</a:t>
              </a:r>
            </a:p>
          </p:txBody>
        </p:sp>
        <p:sp>
          <p:nvSpPr>
            <p:cNvPr id="32801" name="Rectangle 27">
              <a:extLst>
                <a:ext uri="{FF2B5EF4-FFF2-40B4-BE49-F238E27FC236}">
                  <a16:creationId xmlns:a16="http://schemas.microsoft.com/office/drawing/2014/main" id="{39D2C189-92F6-3CF1-8AD0-59C920BA2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16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i="1">
                  <a:solidFill>
                    <a:srgbClr val="FFFF00"/>
                  </a:solidFill>
                  <a:ea typeface="楷体_GB2312" pitchFamily="49" charset="-122"/>
                </a:rPr>
                <a:t>+Q</a:t>
              </a:r>
              <a:r>
                <a:rPr lang="en-US" altLang="zh-CN" sz="2800" b="1" i="1" baseline="-25000">
                  <a:solidFill>
                    <a:srgbClr val="FFFF00"/>
                  </a:solidFill>
                  <a:ea typeface="楷体_GB2312" pitchFamily="49" charset="-122"/>
                </a:rPr>
                <a:t>0</a:t>
              </a:r>
            </a:p>
          </p:txBody>
        </p:sp>
      </p:grpSp>
      <p:sp>
        <p:nvSpPr>
          <p:cNvPr id="328732" name="Oval 28">
            <a:extLst>
              <a:ext uri="{FF2B5EF4-FFF2-40B4-BE49-F238E27FC236}">
                <a16:creationId xmlns:a16="http://schemas.microsoft.com/office/drawing/2014/main" id="{D9C85320-1D2B-C49D-7FC3-83F3ABFB0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81000"/>
            <a:ext cx="2438400" cy="2514600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28733" name="Line 29">
            <a:extLst>
              <a:ext uri="{FF2B5EF4-FFF2-40B4-BE49-F238E27FC236}">
                <a16:creationId xmlns:a16="http://schemas.microsoft.com/office/drawing/2014/main" id="{285D673B-72D5-9404-2107-5874B6B77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676400"/>
            <a:ext cx="180975" cy="1219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734" name="Text Box 30">
            <a:extLst>
              <a:ext uri="{FF2B5EF4-FFF2-40B4-BE49-F238E27FC236}">
                <a16:creationId xmlns:a16="http://schemas.microsoft.com/office/drawing/2014/main" id="{009A3BDB-BB6F-3484-54FD-C90E9E4EC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133600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FF0000"/>
                </a:solidFill>
                <a:ea typeface="楷体_GB2312" pitchFamily="49" charset="-122"/>
              </a:rPr>
              <a:t>r</a:t>
            </a:r>
          </a:p>
        </p:txBody>
      </p:sp>
      <p:sp>
        <p:nvSpPr>
          <p:cNvPr id="328735" name="Line 31">
            <a:extLst>
              <a:ext uri="{FF2B5EF4-FFF2-40B4-BE49-F238E27FC236}">
                <a16:creationId xmlns:a16="http://schemas.microsoft.com/office/drawing/2014/main" id="{2EFA282F-2CD6-47F8-BDA4-EA41C03E56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3810000"/>
            <a:ext cx="2819400" cy="2209800"/>
          </a:xfrm>
          <a:prstGeom prst="line">
            <a:avLst/>
          </a:prstGeom>
          <a:noFill/>
          <a:ln w="22225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8736" name="Object 10">
            <a:extLst>
              <a:ext uri="{FF2B5EF4-FFF2-40B4-BE49-F238E27FC236}">
                <a16:creationId xmlns:a16="http://schemas.microsoft.com/office/drawing/2014/main" id="{74B80102-C1B3-3BE3-A8D8-DAB7E91C2DFB}"/>
              </a:ext>
            </a:extLst>
          </p:cNvPr>
          <p:cNvGraphicFramePr>
            <a:graphicFrameLocks/>
          </p:cNvGraphicFramePr>
          <p:nvPr/>
        </p:nvGraphicFramePr>
        <p:xfrm>
          <a:off x="7543800" y="4800600"/>
          <a:ext cx="14668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40927" imgH="190528" progId="Equation.3">
                  <p:embed/>
                </p:oleObj>
              </mc:Choice>
              <mc:Fallback>
                <p:oleObj name="Equation" r:id="rId22" imgW="540927" imgH="190528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800600"/>
                        <a:ext cx="14668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37" name="Object 11">
            <a:extLst>
              <a:ext uri="{FF2B5EF4-FFF2-40B4-BE49-F238E27FC236}">
                <a16:creationId xmlns:a16="http://schemas.microsoft.com/office/drawing/2014/main" id="{B10DA09D-6A80-448A-6929-94061EF02466}"/>
              </a:ext>
            </a:extLst>
          </p:cNvPr>
          <p:cNvGraphicFramePr>
            <a:graphicFrameLocks/>
          </p:cNvGraphicFramePr>
          <p:nvPr/>
        </p:nvGraphicFramePr>
        <p:xfrm>
          <a:off x="7524750" y="5410200"/>
          <a:ext cx="14668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40927" imgH="190528" progId="Equation.3">
                  <p:embed/>
                </p:oleObj>
              </mc:Choice>
              <mc:Fallback>
                <p:oleObj name="Equation" r:id="rId24" imgW="540927" imgH="190528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5410200"/>
                        <a:ext cx="14668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328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328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2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32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28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6" grpId="0" autoUpdateAnimBg="0"/>
      <p:bldP spid="328715" grpId="0" animBg="1" autoUpdateAnimBg="0"/>
      <p:bldP spid="328716" grpId="0" animBg="1"/>
      <p:bldP spid="328732" grpId="0" animBg="1" autoUpdateAnimBg="0"/>
      <p:bldP spid="32873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>
            <a:extLst>
              <a:ext uri="{FF2B5EF4-FFF2-40B4-BE49-F238E27FC236}">
                <a16:creationId xmlns:a16="http://schemas.microsoft.com/office/drawing/2014/main" id="{B6DABA9C-4F82-05C0-7DF8-1947A5657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09550"/>
            <a:ext cx="210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FF00"/>
                </a:solidFill>
                <a:latin typeface="仿宋_GB2312" pitchFamily="49" charset="-122"/>
                <a:ea typeface="仿宋_GB2312" pitchFamily="49" charset="-122"/>
                <a:sym typeface="Monotype Sorts" pitchFamily="2" charset="2"/>
              </a:rPr>
              <a:t>静电场</a:t>
            </a:r>
            <a:r>
              <a:rPr lang="zh-CN" altLang="en-US" sz="2800" b="1">
                <a:solidFill>
                  <a:srgbClr val="00FF00"/>
                </a:solidFill>
              </a:rPr>
              <a:t>小结</a:t>
            </a:r>
            <a:r>
              <a:rPr lang="en-US" altLang="zh-CN" sz="2800" b="1">
                <a:solidFill>
                  <a:srgbClr val="00FF00"/>
                </a:solidFill>
              </a:rPr>
              <a:t>:</a:t>
            </a:r>
          </a:p>
        </p:txBody>
      </p:sp>
      <p:sp>
        <p:nvSpPr>
          <p:cNvPr id="108547" name="Text Box 3">
            <a:extLst>
              <a:ext uri="{FF2B5EF4-FFF2-40B4-BE49-F238E27FC236}">
                <a16:creationId xmlns:a16="http://schemas.microsoft.com/office/drawing/2014/main" id="{C34253C8-2C96-9FC0-4939-A9F082350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92150"/>
            <a:ext cx="4186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1</a:t>
            </a:r>
            <a:r>
              <a:rPr lang="en-US" altLang="zh-CN" sz="2800" b="1">
                <a:solidFill>
                  <a:srgbClr val="FFFF00"/>
                </a:solidFill>
              </a:rPr>
              <a:t>.</a:t>
            </a:r>
            <a:r>
              <a:rPr lang="en-US" altLang="zh-CN" b="1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</a:rPr>
              <a:t>描述静电场的两个物理量：</a:t>
            </a:r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55605620-5233-5995-85EC-36601CAFD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411288"/>
            <a:ext cx="2024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1)</a:t>
            </a:r>
            <a:r>
              <a:rPr lang="zh-CN" altLang="en-US" b="1">
                <a:solidFill>
                  <a:schemeClr val="bg1"/>
                </a:solidFill>
              </a:rPr>
              <a:t>电场强度</a:t>
            </a:r>
          </a:p>
        </p:txBody>
      </p:sp>
      <p:graphicFrame>
        <p:nvGraphicFramePr>
          <p:cNvPr id="108549" name="Object 2">
            <a:extLst>
              <a:ext uri="{FF2B5EF4-FFF2-40B4-BE49-F238E27FC236}">
                <a16:creationId xmlns:a16="http://schemas.microsoft.com/office/drawing/2014/main" id="{FE1EC48B-F5B4-01C3-C261-1C80688C0D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5113" y="1266825"/>
          <a:ext cx="1198562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6331" imgH="822960" progId="Equation.3">
                  <p:embed/>
                </p:oleObj>
              </mc:Choice>
              <mc:Fallback>
                <p:oleObj name="公式" r:id="rId2" imgW="876331" imgH="822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1266825"/>
                        <a:ext cx="1198562" cy="8778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0" name="Rectangle 6">
            <a:extLst>
              <a:ext uri="{FF2B5EF4-FFF2-40B4-BE49-F238E27FC236}">
                <a16:creationId xmlns:a16="http://schemas.microsoft.com/office/drawing/2014/main" id="{8035FE42-31D9-07BF-E904-777AEE1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088" y="2706688"/>
            <a:ext cx="302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叠加原理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08551" name="Object 3">
            <a:extLst>
              <a:ext uri="{FF2B5EF4-FFF2-40B4-BE49-F238E27FC236}">
                <a16:creationId xmlns:a16="http://schemas.microsoft.com/office/drawing/2014/main" id="{4361FE1E-2A15-3F35-2258-AE3E1DA6E301}"/>
              </a:ext>
            </a:extLst>
          </p:cNvPr>
          <p:cNvGraphicFramePr>
            <a:graphicFrameLocks/>
          </p:cNvGraphicFramePr>
          <p:nvPr/>
        </p:nvGraphicFramePr>
        <p:xfrm>
          <a:off x="2833688" y="2274888"/>
          <a:ext cx="4699000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648387" imgH="1104761" progId="Equation.3">
                  <p:embed/>
                </p:oleObj>
              </mc:Choice>
              <mc:Fallback>
                <p:oleObj name="公式" r:id="rId4" imgW="4648387" imgH="1104761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2274888"/>
                        <a:ext cx="4699000" cy="11541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2" name="Object 4">
            <a:extLst>
              <a:ext uri="{FF2B5EF4-FFF2-40B4-BE49-F238E27FC236}">
                <a16:creationId xmlns:a16="http://schemas.microsoft.com/office/drawing/2014/main" id="{EE870974-1135-E615-14D8-896AA98B573A}"/>
              </a:ext>
            </a:extLst>
          </p:cNvPr>
          <p:cNvGraphicFramePr>
            <a:graphicFrameLocks/>
          </p:cNvGraphicFramePr>
          <p:nvPr/>
        </p:nvGraphicFramePr>
        <p:xfrm>
          <a:off x="6443663" y="1125538"/>
          <a:ext cx="22209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71669" imgH="914234" progId="Equation.3">
                  <p:embed/>
                </p:oleObj>
              </mc:Choice>
              <mc:Fallback>
                <p:oleObj name="公式" r:id="rId6" imgW="2171669" imgH="914234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1125538"/>
                        <a:ext cx="2220912" cy="965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3" name="Rectangle 9">
            <a:extLst>
              <a:ext uri="{FF2B5EF4-FFF2-40B4-BE49-F238E27FC236}">
                <a16:creationId xmlns:a16="http://schemas.microsoft.com/office/drawing/2014/main" id="{730D947E-5AC0-5103-7D9D-777B617F6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3716338"/>
            <a:ext cx="1411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2)</a:t>
            </a:r>
            <a:r>
              <a:rPr lang="zh-CN" altLang="en-US" b="1">
                <a:solidFill>
                  <a:schemeClr val="bg1"/>
                </a:solidFill>
              </a:rPr>
              <a:t>电势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08554" name="Object 5">
            <a:extLst>
              <a:ext uri="{FF2B5EF4-FFF2-40B4-BE49-F238E27FC236}">
                <a16:creationId xmlns:a16="http://schemas.microsoft.com/office/drawing/2014/main" id="{96D24546-1202-5271-FD12-A6688C4CA7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8450" y="3573463"/>
          <a:ext cx="324643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08238" imgH="860866" progId="Equation.3">
                  <p:embed/>
                </p:oleObj>
              </mc:Choice>
              <mc:Fallback>
                <p:oleObj name="公式" r:id="rId8" imgW="3208238" imgH="86086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0" y="3573463"/>
                        <a:ext cx="3246438" cy="911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5" name="Rectangle 11">
            <a:extLst>
              <a:ext uri="{FF2B5EF4-FFF2-40B4-BE49-F238E27FC236}">
                <a16:creationId xmlns:a16="http://schemas.microsoft.com/office/drawing/2014/main" id="{A19DC0C6-410B-9554-266D-0DBBBBDA7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150" y="4724400"/>
            <a:ext cx="302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</a:rPr>
              <a:t>叠加原理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08556" name="Object 6">
            <a:extLst>
              <a:ext uri="{FF2B5EF4-FFF2-40B4-BE49-F238E27FC236}">
                <a16:creationId xmlns:a16="http://schemas.microsoft.com/office/drawing/2014/main" id="{A42C6512-1159-4E9F-BCA3-8C3D03E99927}"/>
              </a:ext>
            </a:extLst>
          </p:cNvPr>
          <p:cNvGraphicFramePr>
            <a:graphicFrameLocks/>
          </p:cNvGraphicFramePr>
          <p:nvPr/>
        </p:nvGraphicFramePr>
        <p:xfrm>
          <a:off x="2916238" y="4797425"/>
          <a:ext cx="22733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17451" imgH="899271" progId="Equation.3">
                  <p:embed/>
                </p:oleObj>
              </mc:Choice>
              <mc:Fallback>
                <p:oleObj name="公式" r:id="rId10" imgW="2217451" imgH="899271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797425"/>
                        <a:ext cx="2273300" cy="9540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7" name="Object 7">
            <a:extLst>
              <a:ext uri="{FF2B5EF4-FFF2-40B4-BE49-F238E27FC236}">
                <a16:creationId xmlns:a16="http://schemas.microsoft.com/office/drawing/2014/main" id="{FFCC5111-0E6A-D5A4-A953-37D9BAB246D4}"/>
              </a:ext>
            </a:extLst>
          </p:cNvPr>
          <p:cNvGraphicFramePr>
            <a:graphicFrameLocks/>
          </p:cNvGraphicFramePr>
          <p:nvPr/>
        </p:nvGraphicFramePr>
        <p:xfrm>
          <a:off x="5364163" y="4797425"/>
          <a:ext cx="1739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38207" imgH="807498" progId="Equation.3">
                  <p:embed/>
                </p:oleObj>
              </mc:Choice>
              <mc:Fallback>
                <p:oleObj name="公式" r:id="rId12" imgW="1638207" imgH="807498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797425"/>
                        <a:ext cx="1739900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8" name="Text Box 14">
            <a:extLst>
              <a:ext uri="{FF2B5EF4-FFF2-40B4-BE49-F238E27FC236}">
                <a16:creationId xmlns:a16="http://schemas.microsoft.com/office/drawing/2014/main" id="{52D9CD82-E7EE-139B-8AE7-FC02F7A38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876925"/>
            <a:ext cx="142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2</a:t>
            </a:r>
            <a:r>
              <a:rPr lang="en-US" altLang="zh-CN" sz="2800" b="1">
                <a:solidFill>
                  <a:srgbClr val="FFFF00"/>
                </a:solidFill>
              </a:rPr>
              <a:t>.</a:t>
            </a:r>
            <a:r>
              <a:rPr lang="en-US" altLang="zh-CN" b="1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</a:rPr>
              <a:t>电通量</a:t>
            </a:r>
          </a:p>
        </p:txBody>
      </p:sp>
      <p:graphicFrame>
        <p:nvGraphicFramePr>
          <p:cNvPr id="108559" name="Object 8">
            <a:extLst>
              <a:ext uri="{FF2B5EF4-FFF2-40B4-BE49-F238E27FC236}">
                <a16:creationId xmlns:a16="http://schemas.microsoft.com/office/drawing/2014/main" id="{EDC9AE67-B414-B559-807C-19ADA43338C3}"/>
              </a:ext>
            </a:extLst>
          </p:cNvPr>
          <p:cNvGraphicFramePr>
            <a:graphicFrameLocks/>
          </p:cNvGraphicFramePr>
          <p:nvPr/>
        </p:nvGraphicFramePr>
        <p:xfrm>
          <a:off x="2916238" y="5876925"/>
          <a:ext cx="2971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18616" imgH="556121" progId="Equation.3">
                  <p:embed/>
                </p:oleObj>
              </mc:Choice>
              <mc:Fallback>
                <p:oleObj name="Equation" r:id="rId14" imgW="2918616" imgH="556121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876925"/>
                        <a:ext cx="2971800" cy="609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8560" name="Picture 16" descr="j0293240">
            <a:extLst>
              <a:ext uri="{FF2B5EF4-FFF2-40B4-BE49-F238E27FC236}">
                <a16:creationId xmlns:a16="http://schemas.microsoft.com/office/drawing/2014/main" id="{93E85CC8-7F40-AC95-6A10-1EA8CCEBB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6" grpId="0"/>
      <p:bldP spid="108547" grpId="0"/>
      <p:bldP spid="108548" grpId="0"/>
      <p:bldP spid="108550" grpId="0"/>
      <p:bldP spid="108553" grpId="0"/>
      <p:bldP spid="108555" grpId="0"/>
      <p:bldP spid="1085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>
            <a:extLst>
              <a:ext uri="{FF2B5EF4-FFF2-40B4-BE49-F238E27FC236}">
                <a16:creationId xmlns:a16="http://schemas.microsoft.com/office/drawing/2014/main" id="{1C715B44-63F0-3CB3-0651-DC54EF735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5888"/>
            <a:ext cx="4492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3</a:t>
            </a:r>
            <a:r>
              <a:rPr lang="en-US" altLang="zh-CN" sz="2800" b="1">
                <a:solidFill>
                  <a:srgbClr val="FFFF00"/>
                </a:solidFill>
              </a:rPr>
              <a:t>.</a:t>
            </a:r>
            <a:r>
              <a:rPr lang="en-US" altLang="zh-CN" b="1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</a:rPr>
              <a:t>描述静电场性质的两个定理：</a:t>
            </a:r>
          </a:p>
        </p:txBody>
      </p:sp>
      <p:sp>
        <p:nvSpPr>
          <p:cNvPr id="109571" name="Text Box 3">
            <a:extLst>
              <a:ext uri="{FF2B5EF4-FFF2-40B4-BE49-F238E27FC236}">
                <a16:creationId xmlns:a16="http://schemas.microsoft.com/office/drawing/2014/main" id="{2256027F-D590-77A1-53A3-6D5A69F2E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666750"/>
            <a:ext cx="2198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1)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高斯定理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  <a:endParaRPr lang="zh-CN" altLang="en-US" b="1"/>
          </a:p>
        </p:txBody>
      </p:sp>
      <p:graphicFrame>
        <p:nvGraphicFramePr>
          <p:cNvPr id="109572" name="Object 2">
            <a:extLst>
              <a:ext uri="{FF2B5EF4-FFF2-40B4-BE49-F238E27FC236}">
                <a16:creationId xmlns:a16="http://schemas.microsoft.com/office/drawing/2014/main" id="{FB465A35-810F-800C-89B7-95C50D5912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549275"/>
          <a:ext cx="25908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37429" imgH="860866" progId="Equation.3">
                  <p:embed/>
                </p:oleObj>
              </mc:Choice>
              <mc:Fallback>
                <p:oleObj name="公式" r:id="rId2" imgW="2537429" imgH="86086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49275"/>
                        <a:ext cx="25908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3" name="Object 3">
            <a:extLst>
              <a:ext uri="{FF2B5EF4-FFF2-40B4-BE49-F238E27FC236}">
                <a16:creationId xmlns:a16="http://schemas.microsoft.com/office/drawing/2014/main" id="{8F24D204-4A9F-D1C0-4CEF-866AC7A6B4D1}"/>
              </a:ext>
            </a:extLst>
          </p:cNvPr>
          <p:cNvGraphicFramePr>
            <a:graphicFrameLocks/>
          </p:cNvGraphicFramePr>
          <p:nvPr/>
        </p:nvGraphicFramePr>
        <p:xfrm>
          <a:off x="3635375" y="5627688"/>
          <a:ext cx="34417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51498" imgH="327688" progId="Equation.3">
                  <p:embed/>
                </p:oleObj>
              </mc:Choice>
              <mc:Fallback>
                <p:oleObj name="公式" r:id="rId4" imgW="1051498" imgH="327688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627688"/>
                        <a:ext cx="3441700" cy="8032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EC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4" name="Object 4">
            <a:extLst>
              <a:ext uri="{FF2B5EF4-FFF2-40B4-BE49-F238E27FC236}">
                <a16:creationId xmlns:a16="http://schemas.microsoft.com/office/drawing/2014/main" id="{644D10E1-BA05-9F9B-070A-28B7FCDB2B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5495925"/>
          <a:ext cx="14398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41120" imgH="975582" progId="Equation.3">
                  <p:embed/>
                </p:oleObj>
              </mc:Choice>
              <mc:Fallback>
                <p:oleObj name="公式" r:id="rId6" imgW="1341120" imgH="97558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495925"/>
                        <a:ext cx="1439863" cy="1028700"/>
                      </a:xfrm>
                      <a:prstGeom prst="rect">
                        <a:avLst/>
                      </a:prstGeom>
                      <a:solidFill>
                        <a:srgbClr val="002215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5" name="Rectangle 7">
            <a:extLst>
              <a:ext uri="{FF2B5EF4-FFF2-40B4-BE49-F238E27FC236}">
                <a16:creationId xmlns:a16="http://schemas.microsoft.com/office/drawing/2014/main" id="{50A81F75-B5E8-DBD5-2710-C25CB4592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765175"/>
            <a:ext cx="373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环路定理</a:t>
            </a:r>
          </a:p>
        </p:txBody>
      </p:sp>
      <p:graphicFrame>
        <p:nvGraphicFramePr>
          <p:cNvPr id="109576" name="Object 5">
            <a:extLst>
              <a:ext uri="{FF2B5EF4-FFF2-40B4-BE49-F238E27FC236}">
                <a16:creationId xmlns:a16="http://schemas.microsoft.com/office/drawing/2014/main" id="{40581D30-5210-2A9B-7A05-D89A90082CBC}"/>
              </a:ext>
            </a:extLst>
          </p:cNvPr>
          <p:cNvGraphicFramePr>
            <a:graphicFrameLocks/>
          </p:cNvGraphicFramePr>
          <p:nvPr/>
        </p:nvGraphicFramePr>
        <p:xfrm>
          <a:off x="7223125" y="731838"/>
          <a:ext cx="1547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93396" imgH="556121" progId="Equation.3">
                  <p:embed/>
                </p:oleObj>
              </mc:Choice>
              <mc:Fallback>
                <p:oleObj name="公式" r:id="rId8" imgW="1493396" imgH="556121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3125" y="731838"/>
                        <a:ext cx="1547813" cy="609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7" name="Text Box 9">
            <a:extLst>
              <a:ext uri="{FF2B5EF4-FFF2-40B4-BE49-F238E27FC236}">
                <a16:creationId xmlns:a16="http://schemas.microsoft.com/office/drawing/2014/main" id="{CD6DF7C9-578A-6037-B7E5-8F044AE06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662113"/>
            <a:ext cx="2559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4.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电势能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09578" name="Object 6">
            <a:extLst>
              <a:ext uri="{FF2B5EF4-FFF2-40B4-BE49-F238E27FC236}">
                <a16:creationId xmlns:a16="http://schemas.microsoft.com/office/drawing/2014/main" id="{4422812E-3A4F-56DC-511C-8E80E47C27CA}"/>
              </a:ext>
            </a:extLst>
          </p:cNvPr>
          <p:cNvGraphicFramePr>
            <a:graphicFrameLocks/>
          </p:cNvGraphicFramePr>
          <p:nvPr/>
        </p:nvGraphicFramePr>
        <p:xfrm>
          <a:off x="1898650" y="1614488"/>
          <a:ext cx="4329113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274664" imgH="609489" progId="Equation.3">
                  <p:embed/>
                </p:oleObj>
              </mc:Choice>
              <mc:Fallback>
                <p:oleObj name="公式" r:id="rId10" imgW="4274664" imgH="609489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1614488"/>
                        <a:ext cx="4329113" cy="661987"/>
                      </a:xfrm>
                      <a:prstGeom prst="rect">
                        <a:avLst/>
                      </a:prstGeom>
                      <a:solidFill>
                        <a:srgbClr val="0000FF">
                          <a:alpha val="39999"/>
                        </a:srgbClr>
                      </a:solidFill>
                      <a:ln w="12700">
                        <a:solidFill>
                          <a:schemeClr val="accent1"/>
                        </a:solidFill>
                        <a:miter lim="800000"/>
                        <a:headEnd type="none" w="sm" len="sm"/>
                        <a:tailEnd type="none" w="sm" len="sm"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9" name="Rectangle 11">
            <a:extLst>
              <a:ext uri="{FF2B5EF4-FFF2-40B4-BE49-F238E27FC236}">
                <a16:creationId xmlns:a16="http://schemas.microsoft.com/office/drawing/2014/main" id="{35D02D35-8D7A-8920-E460-80B46CE3A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420938"/>
            <a:ext cx="26368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5</a:t>
            </a:r>
            <a:r>
              <a:rPr lang="en-US" altLang="zh-CN" b="1">
                <a:solidFill>
                  <a:schemeClr val="bg1"/>
                </a:solidFill>
                <a:latin typeface="宋体" pitchFamily="2" charset="-122"/>
              </a:rPr>
              <a:t>.</a:t>
            </a:r>
            <a:r>
              <a:rPr lang="zh-CN" altLang="en-US" b="1">
                <a:solidFill>
                  <a:schemeClr val="bg1"/>
                </a:solidFill>
                <a:latin typeface="宋体" pitchFamily="2" charset="-122"/>
              </a:rPr>
              <a:t>电场与电势关系</a:t>
            </a:r>
          </a:p>
        </p:txBody>
      </p:sp>
      <p:sp>
        <p:nvSpPr>
          <p:cNvPr id="109580" name="Rectangle 12">
            <a:extLst>
              <a:ext uri="{FF2B5EF4-FFF2-40B4-BE49-F238E27FC236}">
                <a16:creationId xmlns:a16="http://schemas.microsoft.com/office/drawing/2014/main" id="{6F54FFCA-E1EA-F083-E27D-FF21753B3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068638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积分关系</a:t>
            </a:r>
          </a:p>
        </p:txBody>
      </p:sp>
      <p:graphicFrame>
        <p:nvGraphicFramePr>
          <p:cNvPr id="109581" name="Object 7">
            <a:extLst>
              <a:ext uri="{FF2B5EF4-FFF2-40B4-BE49-F238E27FC236}">
                <a16:creationId xmlns:a16="http://schemas.microsoft.com/office/drawing/2014/main" id="{BAB2C103-73A5-BBBA-836F-83A10403ED36}"/>
              </a:ext>
            </a:extLst>
          </p:cNvPr>
          <p:cNvGraphicFramePr>
            <a:graphicFrameLocks/>
          </p:cNvGraphicFramePr>
          <p:nvPr/>
        </p:nvGraphicFramePr>
        <p:xfrm>
          <a:off x="2124075" y="2997200"/>
          <a:ext cx="18748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28800" imgH="617469" progId="Equation.3">
                  <p:embed/>
                </p:oleObj>
              </mc:Choice>
              <mc:Fallback>
                <p:oleObj name="公式" r:id="rId12" imgW="1828800" imgH="617469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997200"/>
                        <a:ext cx="1874838" cy="673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4D4D4D">
                                <a:alpha val="50195"/>
                              </a:srgb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2" name="Rectangle 14">
            <a:extLst>
              <a:ext uri="{FF2B5EF4-FFF2-40B4-BE49-F238E27FC236}">
                <a16:creationId xmlns:a16="http://schemas.microsoft.com/office/drawing/2014/main" id="{E3B8BFB6-BB90-5ACA-D9CD-1A4F680E5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3068638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微分关系</a:t>
            </a:r>
            <a:endParaRPr lang="zh-CN" altLang="en-US"/>
          </a:p>
        </p:txBody>
      </p:sp>
      <p:graphicFrame>
        <p:nvGraphicFramePr>
          <p:cNvPr id="109583" name="Object 8">
            <a:extLst>
              <a:ext uri="{FF2B5EF4-FFF2-40B4-BE49-F238E27FC236}">
                <a16:creationId xmlns:a16="http://schemas.microsoft.com/office/drawing/2014/main" id="{FFDB5505-FAAA-FB2A-BE83-6E70A9F67F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3713" y="2276475"/>
          <a:ext cx="17970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79244" imgH="343149" progId="Equation.3">
                  <p:embed/>
                </p:oleObj>
              </mc:Choice>
              <mc:Fallback>
                <p:oleObj name="公式" r:id="rId14" imgW="579244" imgH="34314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713" y="2276475"/>
                        <a:ext cx="1797050" cy="990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4" name="Object 9">
            <a:extLst>
              <a:ext uri="{FF2B5EF4-FFF2-40B4-BE49-F238E27FC236}">
                <a16:creationId xmlns:a16="http://schemas.microsoft.com/office/drawing/2014/main" id="{24C062B7-D245-36FE-1FC0-E75DB24234B5}"/>
              </a:ext>
            </a:extLst>
          </p:cNvPr>
          <p:cNvGraphicFramePr>
            <a:graphicFrameLocks/>
          </p:cNvGraphicFramePr>
          <p:nvPr/>
        </p:nvGraphicFramePr>
        <p:xfrm>
          <a:off x="6843713" y="3355975"/>
          <a:ext cx="1905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33462" imgH="160103" progId="Equation.3">
                  <p:embed/>
                </p:oleObj>
              </mc:Choice>
              <mc:Fallback>
                <p:oleObj name="公式" r:id="rId16" imgW="533462" imgH="160103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713" y="3355975"/>
                        <a:ext cx="1905000" cy="6096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5" name="Text Box 17">
            <a:extLst>
              <a:ext uri="{FF2B5EF4-FFF2-40B4-BE49-F238E27FC236}">
                <a16:creationId xmlns:a16="http://schemas.microsoft.com/office/drawing/2014/main" id="{CDCEC5B4-0DCE-2FC7-203A-966C1DF0E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835400"/>
            <a:ext cx="509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6.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静电场中的导体和介质          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09586" name="Text Box 18">
            <a:extLst>
              <a:ext uri="{FF2B5EF4-FFF2-40B4-BE49-F238E27FC236}">
                <a16:creationId xmlns:a16="http://schemas.microsoft.com/office/drawing/2014/main" id="{2525963D-1AA0-1DFD-D658-4C0032EA4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365625"/>
            <a:ext cx="325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）静电平衡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   条件</a:t>
            </a:r>
            <a:endParaRPr lang="zh-CN" altLang="en-US"/>
          </a:p>
        </p:txBody>
      </p:sp>
      <p:graphicFrame>
        <p:nvGraphicFramePr>
          <p:cNvPr id="109587" name="Object 10">
            <a:extLst>
              <a:ext uri="{FF2B5EF4-FFF2-40B4-BE49-F238E27FC236}">
                <a16:creationId xmlns:a16="http://schemas.microsoft.com/office/drawing/2014/main" id="{C5CC8917-5C25-C0A2-71A9-FAEE4ABC01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4438" y="4400550"/>
          <a:ext cx="1104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959933" imgH="403999" progId="Equation.3">
                  <p:embed/>
                </p:oleObj>
              </mc:Choice>
              <mc:Fallback>
                <p:oleObj name="公式" r:id="rId18" imgW="959933" imgH="40399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4438" y="4400550"/>
                        <a:ext cx="1104900" cy="457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8" name="Rectangle 20">
            <a:extLst>
              <a:ext uri="{FF2B5EF4-FFF2-40B4-BE49-F238E27FC236}">
                <a16:creationId xmlns:a16="http://schemas.microsoft.com/office/drawing/2014/main" id="{44B413D4-2B4A-2660-3A32-E10FC2321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365625"/>
            <a:ext cx="2895600" cy="539750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9589" name="Object 11">
            <a:extLst>
              <a:ext uri="{FF2B5EF4-FFF2-40B4-BE49-F238E27FC236}">
                <a16:creationId xmlns:a16="http://schemas.microsoft.com/office/drawing/2014/main" id="{C1C27393-AB8E-C28F-F172-62A630D1CC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2400" y="4435475"/>
          <a:ext cx="7239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670809" imgH="418961" progId="Equation.3">
                  <p:embed/>
                </p:oleObj>
              </mc:Choice>
              <mc:Fallback>
                <p:oleObj name="公式" r:id="rId20" imgW="670809" imgH="41896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4435475"/>
                        <a:ext cx="7239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90" name="Rectangle 22">
            <a:extLst>
              <a:ext uri="{FF2B5EF4-FFF2-40B4-BE49-F238E27FC236}">
                <a16:creationId xmlns:a16="http://schemas.microsoft.com/office/drawing/2014/main" id="{5E8F8F67-23DA-5C53-BC22-E7F6FB47F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563" y="4365625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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rgbClr val="FFCC00"/>
                </a:solidFill>
                <a:latin typeface="宋体" panose="02010600030101010101" pitchFamily="2" charset="-122"/>
              </a:rPr>
              <a:t>导体表面</a:t>
            </a:r>
            <a:endParaRPr lang="zh-CN" altLang="en-US"/>
          </a:p>
        </p:txBody>
      </p:sp>
      <p:sp>
        <p:nvSpPr>
          <p:cNvPr id="109591" name="Text Box 23">
            <a:extLst>
              <a:ext uri="{FF2B5EF4-FFF2-40B4-BE49-F238E27FC236}">
                <a16:creationId xmlns:a16="http://schemas.microsoft.com/office/drawing/2014/main" id="{CC7170F0-C00D-C799-3009-2A7834298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963" y="4941888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电荷分布：</a:t>
            </a:r>
            <a:endParaRPr lang="zh-CN" altLang="en-US"/>
          </a:p>
        </p:txBody>
      </p:sp>
      <p:sp>
        <p:nvSpPr>
          <p:cNvPr id="109592" name="Text Box 24">
            <a:extLst>
              <a:ext uri="{FF2B5EF4-FFF2-40B4-BE49-F238E27FC236}">
                <a16:creationId xmlns:a16="http://schemas.microsoft.com/office/drawing/2014/main" id="{5FD01838-7242-E79B-32A0-B65B72A42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614988"/>
            <a:ext cx="340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FFFF00"/>
                </a:solidFill>
                <a:latin typeface="宋体" panose="02010600030101010101" pitchFamily="2" charset="-122"/>
              </a:rPr>
              <a:t>2)</a:t>
            </a:r>
            <a:r>
              <a:rPr lang="zh-CN" altLang="en-US" b="1">
                <a:solidFill>
                  <a:srgbClr val="FFFF00"/>
                </a:solidFill>
                <a:latin typeface="宋体" panose="02010600030101010101" pitchFamily="2" charset="-122"/>
              </a:rPr>
              <a:t>介质中的高斯定理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  <a:endParaRPr lang="zh-CN" altLang="en-US" b="1"/>
          </a:p>
        </p:txBody>
      </p:sp>
      <p:pic>
        <p:nvPicPr>
          <p:cNvPr id="109593" name="Picture 25" descr="j0293240">
            <a:extLst>
              <a:ext uri="{FF2B5EF4-FFF2-40B4-BE49-F238E27FC236}">
                <a16:creationId xmlns:a16="http://schemas.microsoft.com/office/drawing/2014/main" id="{B4A31E99-1CD6-EC57-67C3-5E19DDE7E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9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9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09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09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0" grpId="0"/>
      <p:bldP spid="109571" grpId="0"/>
      <p:bldP spid="109575" grpId="0"/>
      <p:bldP spid="109577" grpId="0"/>
      <p:bldP spid="109579" grpId="0"/>
      <p:bldP spid="109580" grpId="0"/>
      <p:bldP spid="109582" grpId="0"/>
      <p:bldP spid="109585" grpId="0"/>
      <p:bldP spid="109586" grpId="0"/>
      <p:bldP spid="109588" grpId="0" animBg="1"/>
      <p:bldP spid="109590" grpId="0"/>
      <p:bldP spid="109591" grpId="0"/>
      <p:bldP spid="10959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>
            <a:extLst>
              <a:ext uri="{FF2B5EF4-FFF2-40B4-BE49-F238E27FC236}">
                <a16:creationId xmlns:a16="http://schemas.microsoft.com/office/drawing/2014/main" id="{E064984C-04D1-B18C-5A2A-826D07464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404813"/>
            <a:ext cx="279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7.</a:t>
            </a:r>
            <a:r>
              <a:rPr lang="zh-CN" altLang="en-US" b="1">
                <a:solidFill>
                  <a:schemeClr val="bg1"/>
                </a:solidFill>
              </a:rPr>
              <a:t>电容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和电场能量 </a:t>
            </a:r>
          </a:p>
        </p:txBody>
      </p:sp>
      <p:sp>
        <p:nvSpPr>
          <p:cNvPr id="110595" name="Text Box 3">
            <a:extLst>
              <a:ext uri="{FF2B5EF4-FFF2-40B4-BE49-F238E27FC236}">
                <a16:creationId xmlns:a16="http://schemas.microsoft.com/office/drawing/2014/main" id="{572CACB3-603A-99AB-A230-B90A975408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268413"/>
            <a:ext cx="230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b="1">
                <a:solidFill>
                  <a:schemeClr val="bg1"/>
                </a:solidFill>
              </a:rPr>
              <a:t>电容</a:t>
            </a:r>
            <a:endParaRPr lang="zh-CN" altLang="en-US"/>
          </a:p>
        </p:txBody>
      </p:sp>
      <p:graphicFrame>
        <p:nvGraphicFramePr>
          <p:cNvPr id="110596" name="Object 2">
            <a:extLst>
              <a:ext uri="{FF2B5EF4-FFF2-40B4-BE49-F238E27FC236}">
                <a16:creationId xmlns:a16="http://schemas.microsoft.com/office/drawing/2014/main" id="{A75278A2-2D40-F27F-A0D0-C29F3C743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9713" y="1141413"/>
          <a:ext cx="136048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52469" imgH="723706" progId="Equation.3">
                  <p:embed/>
                </p:oleObj>
              </mc:Choice>
              <mc:Fallback>
                <p:oleObj name="公式" r:id="rId2" imgW="952469" imgH="72370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1141413"/>
                        <a:ext cx="1360487" cy="7747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7" name="Object 3">
            <a:extLst>
              <a:ext uri="{FF2B5EF4-FFF2-40B4-BE49-F238E27FC236}">
                <a16:creationId xmlns:a16="http://schemas.microsoft.com/office/drawing/2014/main" id="{96566C2E-C088-D612-6477-54CD70C67D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2349500"/>
          <a:ext cx="10763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27636" imgH="343149" progId="Equation.3">
                  <p:embed/>
                </p:oleObj>
              </mc:Choice>
              <mc:Fallback>
                <p:oleObj name="公式" r:id="rId4" imgW="1127636" imgH="34314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349500"/>
                        <a:ext cx="1076325" cy="393700"/>
                      </a:xfrm>
                      <a:prstGeom prst="rect">
                        <a:avLst/>
                      </a:prstGeom>
                      <a:solidFill>
                        <a:srgbClr val="006699">
                          <a:alpha val="50195"/>
                        </a:srgbClr>
                      </a:solidFill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8" name="Rectangle 6">
            <a:extLst>
              <a:ext uri="{FF2B5EF4-FFF2-40B4-BE49-F238E27FC236}">
                <a16:creationId xmlns:a16="http://schemas.microsoft.com/office/drawing/2014/main" id="{3F65433D-6E78-E293-4272-809ACB179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924175"/>
            <a:ext cx="3313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）电场能量</a:t>
            </a:r>
            <a:endParaRPr lang="zh-CN" altLang="en-US"/>
          </a:p>
        </p:txBody>
      </p:sp>
      <p:sp>
        <p:nvSpPr>
          <p:cNvPr id="110599" name="Rectangle 7">
            <a:extLst>
              <a:ext uri="{FF2B5EF4-FFF2-40B4-BE49-F238E27FC236}">
                <a16:creationId xmlns:a16="http://schemas.microsoft.com/office/drawing/2014/main" id="{B2D72C9B-501E-EC42-1FD1-A557C35A2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0" y="3556000"/>
            <a:ext cx="3354388" cy="792163"/>
          </a:xfrm>
          <a:prstGeom prst="rect">
            <a:avLst/>
          </a:prstGeom>
          <a:solidFill>
            <a:srgbClr val="000099">
              <a:alpha val="39999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0600" name="Object 4">
            <a:extLst>
              <a:ext uri="{FF2B5EF4-FFF2-40B4-BE49-F238E27FC236}">
                <a16:creationId xmlns:a16="http://schemas.microsoft.com/office/drawing/2014/main" id="{D31A952A-1395-E322-3E87-5A3B54F22C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6700" y="3532188"/>
          <a:ext cx="100488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95144" imgH="365594" progId="Equation.3">
                  <p:embed/>
                </p:oleObj>
              </mc:Choice>
              <mc:Fallback>
                <p:oleObj name="公式" r:id="rId6" imgW="495144" imgH="36559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3532188"/>
                        <a:ext cx="1004888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1" name="Object 5">
            <a:extLst>
              <a:ext uri="{FF2B5EF4-FFF2-40B4-BE49-F238E27FC236}">
                <a16:creationId xmlns:a16="http://schemas.microsoft.com/office/drawing/2014/main" id="{163BDFF8-80A5-C6AE-5E27-9CAA07C6B3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4463" y="3590925"/>
          <a:ext cx="20081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36569" imgH="343149" progId="Equation.3">
                  <p:embed/>
                </p:oleObj>
              </mc:Choice>
              <mc:Fallback>
                <p:oleObj name="公式" r:id="rId8" imgW="1036569" imgH="34314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63" y="3590925"/>
                        <a:ext cx="20081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2" name="Object 6">
            <a:extLst>
              <a:ext uri="{FF2B5EF4-FFF2-40B4-BE49-F238E27FC236}">
                <a16:creationId xmlns:a16="http://schemas.microsoft.com/office/drawing/2014/main" id="{FC4DA2C0-34BB-99C8-799F-7FD0C80CC8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4613275"/>
          <a:ext cx="14954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07658" imgH="343149" progId="Equation.3">
                  <p:embed/>
                </p:oleObj>
              </mc:Choice>
              <mc:Fallback>
                <p:oleObj name="公式" r:id="rId10" imgW="807658" imgH="34314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613275"/>
                        <a:ext cx="1495425" cy="7223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3" name="Object 7">
            <a:extLst>
              <a:ext uri="{FF2B5EF4-FFF2-40B4-BE49-F238E27FC236}">
                <a16:creationId xmlns:a16="http://schemas.microsoft.com/office/drawing/2014/main" id="{8367EF7A-4766-C8D2-10C8-7BA5FEE3FD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5548313"/>
          <a:ext cx="44196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83989" imgH="343149" progId="Equation.3">
                  <p:embed/>
                </p:oleObj>
              </mc:Choice>
              <mc:Fallback>
                <p:oleObj name="公式" r:id="rId12" imgW="1683989" imgH="34314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548313"/>
                        <a:ext cx="4419600" cy="904875"/>
                      </a:xfrm>
                      <a:prstGeom prst="rect">
                        <a:avLst/>
                      </a:prstGeom>
                      <a:solidFill>
                        <a:srgbClr val="000099">
                          <a:alpha val="50195"/>
                        </a:srgbClr>
                      </a:solidFill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0604" name="Picture 12" descr="j0293240">
            <a:extLst>
              <a:ext uri="{FF2B5EF4-FFF2-40B4-BE49-F238E27FC236}">
                <a16:creationId xmlns:a16="http://schemas.microsoft.com/office/drawing/2014/main" id="{F6FDBB72-8ACF-149B-D5A9-F0DAD9CFE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cmd type="evt" cmd="onstopaudio">
                                      <p:cBhvr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</p:cBhvr>
                                    </p:cmd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/>
      <p:bldP spid="110595" grpId="0" autoUpdateAnimBg="0"/>
      <p:bldP spid="110598" grpId="0" autoUpdateAnimBg="0"/>
      <p:bldP spid="11059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>
            <a:extLst>
              <a:ext uri="{FF2B5EF4-FFF2-40B4-BE49-F238E27FC236}">
                <a16:creationId xmlns:a16="http://schemas.microsoft.com/office/drawing/2014/main" id="{18A13959-C7CB-3B32-A275-2D79067EA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34950"/>
            <a:ext cx="815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00FF00"/>
                </a:solidFill>
              </a:rPr>
              <a:t>例：</a:t>
            </a:r>
            <a:r>
              <a:rPr lang="zh-CN" altLang="en-US" b="1">
                <a:solidFill>
                  <a:schemeClr val="bg1"/>
                </a:solidFill>
              </a:rPr>
              <a:t>用能量法推导球形电容器</a:t>
            </a:r>
            <a:r>
              <a:rPr lang="en-US" altLang="zh-CN" b="1">
                <a:solidFill>
                  <a:srgbClr val="FF9900"/>
                </a:solidFill>
              </a:rPr>
              <a:t>(</a:t>
            </a:r>
            <a:r>
              <a:rPr lang="en-US" altLang="zh-CN" i="1">
                <a:solidFill>
                  <a:srgbClr val="FF9900"/>
                </a:solidFill>
              </a:rPr>
              <a:t>R</a:t>
            </a:r>
            <a:r>
              <a:rPr lang="en-US" altLang="zh-CN" baseline="-25000">
                <a:solidFill>
                  <a:srgbClr val="FF9900"/>
                </a:solidFill>
              </a:rPr>
              <a:t>1</a:t>
            </a:r>
            <a:r>
              <a:rPr lang="en-US" altLang="zh-CN">
                <a:solidFill>
                  <a:srgbClr val="FF9900"/>
                </a:solidFill>
              </a:rPr>
              <a:t>, </a:t>
            </a:r>
            <a:r>
              <a:rPr lang="en-US" altLang="zh-CN" i="1">
                <a:solidFill>
                  <a:srgbClr val="FF9900"/>
                </a:solidFill>
              </a:rPr>
              <a:t>R</a:t>
            </a:r>
            <a:r>
              <a:rPr lang="en-US" altLang="zh-CN" baseline="-25000">
                <a:solidFill>
                  <a:srgbClr val="FF9900"/>
                </a:solidFill>
              </a:rPr>
              <a:t>2</a:t>
            </a:r>
            <a:r>
              <a:rPr lang="en-US" altLang="zh-CN">
                <a:solidFill>
                  <a:srgbClr val="FF9900"/>
                </a:solidFill>
              </a:rPr>
              <a:t>, </a:t>
            </a:r>
            <a:r>
              <a:rPr lang="en-US" altLang="zh-CN" i="1">
                <a:solidFill>
                  <a:srgbClr val="FF9900"/>
                </a:solidFill>
                <a:sym typeface="Symbol" panose="05050102010706020507" pitchFamily="18" charset="2"/>
              </a:rPr>
              <a:t></a:t>
            </a:r>
            <a:r>
              <a:rPr lang="en-US" altLang="zh-CN" i="1" baseline="-25000">
                <a:solidFill>
                  <a:srgbClr val="FF9900"/>
                </a:solidFill>
                <a:sym typeface="Symbol" panose="05050102010706020507" pitchFamily="18" charset="2"/>
              </a:rPr>
              <a:t>r</a:t>
            </a:r>
            <a:r>
              <a:rPr lang="en-US" altLang="zh-CN" b="1">
                <a:solidFill>
                  <a:srgbClr val="FF9900"/>
                </a:solidFill>
              </a:rPr>
              <a:t>)</a:t>
            </a:r>
            <a:r>
              <a:rPr lang="zh-CN" altLang="en-US" b="1">
                <a:solidFill>
                  <a:schemeClr val="bg1"/>
                </a:solidFill>
              </a:rPr>
              <a:t>电容公式</a:t>
            </a:r>
          </a:p>
        </p:txBody>
      </p:sp>
      <p:graphicFrame>
        <p:nvGraphicFramePr>
          <p:cNvPr id="122883" name="Object 3">
            <a:extLst>
              <a:ext uri="{FF2B5EF4-FFF2-40B4-BE49-F238E27FC236}">
                <a16:creationId xmlns:a16="http://schemas.microsoft.com/office/drawing/2014/main" id="{56F8F10D-82E8-8C4A-D6D3-6C33E9ADD8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838200"/>
          <a:ext cx="5826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33462" imgH="381055" progId="Equation.3">
                  <p:embed/>
                </p:oleObj>
              </mc:Choice>
              <mc:Fallback>
                <p:oleObj name="公式" r:id="rId2" imgW="533462" imgH="38105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838200"/>
                        <a:ext cx="582613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4" name="Text Box 4">
            <a:extLst>
              <a:ext uri="{FF2B5EF4-FFF2-40B4-BE49-F238E27FC236}">
                <a16:creationId xmlns:a16="http://schemas.microsoft.com/office/drawing/2014/main" id="{28E47BBF-3A16-76C2-8643-2AD41D868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738188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设极板带电量</a:t>
            </a:r>
          </a:p>
        </p:txBody>
      </p:sp>
      <p:grpSp>
        <p:nvGrpSpPr>
          <p:cNvPr id="122885" name="Group 5">
            <a:extLst>
              <a:ext uri="{FF2B5EF4-FFF2-40B4-BE49-F238E27FC236}">
                <a16:creationId xmlns:a16="http://schemas.microsoft.com/office/drawing/2014/main" id="{E11D6A95-9831-A9CF-E0B0-45302FC47F06}"/>
              </a:ext>
            </a:extLst>
          </p:cNvPr>
          <p:cNvGrpSpPr>
            <a:grpSpLocks/>
          </p:cNvGrpSpPr>
          <p:nvPr/>
        </p:nvGrpSpPr>
        <p:grpSpPr bwMode="auto">
          <a:xfrm>
            <a:off x="3973513" y="1303338"/>
            <a:ext cx="4343400" cy="1981200"/>
            <a:chOff x="2400" y="1114"/>
            <a:chExt cx="3024" cy="1367"/>
          </a:xfrm>
        </p:grpSpPr>
        <p:graphicFrame>
          <p:nvGraphicFramePr>
            <p:cNvPr id="38942" name="Object 6">
              <a:extLst>
                <a:ext uri="{FF2B5EF4-FFF2-40B4-BE49-F238E27FC236}">
                  <a16:creationId xmlns:a16="http://schemas.microsoft.com/office/drawing/2014/main" id="{A54A2811-3282-3578-506B-5EC5088E40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0" y="1441"/>
            <a:ext cx="2304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4343338" imgH="1036431" progId="Equation.3">
                    <p:embed/>
                  </p:oleObj>
                </mc:Choice>
                <mc:Fallback>
                  <p:oleObj name="公式" r:id="rId4" imgW="4343338" imgH="1036431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441"/>
                          <a:ext cx="2304" cy="6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3" name="Object 7">
              <a:extLst>
                <a:ext uri="{FF2B5EF4-FFF2-40B4-BE49-F238E27FC236}">
                  <a16:creationId xmlns:a16="http://schemas.microsoft.com/office/drawing/2014/main" id="{88D6C8C4-51A3-A34B-DF65-5B5726A47C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8" y="1114"/>
            <a:ext cx="1728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781269" imgH="457366" progId="Equation.3">
                    <p:embed/>
                  </p:oleObj>
                </mc:Choice>
                <mc:Fallback>
                  <p:oleObj name="公式" r:id="rId6" imgW="2781269" imgH="457366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114"/>
                          <a:ext cx="1728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8944" name="Group 8">
              <a:extLst>
                <a:ext uri="{FF2B5EF4-FFF2-40B4-BE49-F238E27FC236}">
                  <a16:creationId xmlns:a16="http://schemas.microsoft.com/office/drawing/2014/main" id="{4EAB565C-75FE-644D-FB04-4A1D1A1445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248"/>
              <a:ext cx="720" cy="1152"/>
              <a:chOff x="2400" y="1248"/>
              <a:chExt cx="720" cy="1152"/>
            </a:xfrm>
          </p:grpSpPr>
          <p:graphicFrame>
            <p:nvGraphicFramePr>
              <p:cNvPr id="38946" name="Object 9">
                <a:extLst>
                  <a:ext uri="{FF2B5EF4-FFF2-40B4-BE49-F238E27FC236}">
                    <a16:creationId xmlns:a16="http://schemas.microsoft.com/office/drawing/2014/main" id="{81EAA76A-35E0-D861-F0B3-DCED9BC4E08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00" y="1680"/>
              <a:ext cx="423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617064" imgH="289782" progId="Equation.3">
                      <p:embed/>
                    </p:oleObj>
                  </mc:Choice>
                  <mc:Fallback>
                    <p:oleObj name="公式" r:id="rId8" imgW="617064" imgH="289782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00" y="1680"/>
                            <a:ext cx="423" cy="2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47" name="AutoShape 10">
                <a:extLst>
                  <a:ext uri="{FF2B5EF4-FFF2-40B4-BE49-F238E27FC236}">
                    <a16:creationId xmlns:a16="http://schemas.microsoft.com/office/drawing/2014/main" id="{D15DE06A-574C-4961-E09A-2BA805FEE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1248"/>
                <a:ext cx="192" cy="1152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aphicFrame>
          <p:nvGraphicFramePr>
            <p:cNvPr id="38945" name="Object 11">
              <a:extLst>
                <a:ext uri="{FF2B5EF4-FFF2-40B4-BE49-F238E27FC236}">
                  <a16:creationId xmlns:a16="http://schemas.microsoft.com/office/drawing/2014/main" id="{3F8CB694-0ED3-7358-C68F-7D983A9721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2160"/>
            <a:ext cx="1824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827051" imgH="457366" progId="Equation.3">
                    <p:embed/>
                  </p:oleObj>
                </mc:Choice>
                <mc:Fallback>
                  <p:oleObj name="公式" r:id="rId10" imgW="2827051" imgH="457366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160"/>
                          <a:ext cx="1824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892" name="Text Box 12">
            <a:extLst>
              <a:ext uri="{FF2B5EF4-FFF2-40B4-BE49-F238E27FC236}">
                <a16:creationId xmlns:a16="http://schemas.microsoft.com/office/drawing/2014/main" id="{A69F5009-9CB4-684F-B7B1-C9B8E45C3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2988" y="3213100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取同心球壳为积分元</a:t>
            </a:r>
          </a:p>
        </p:txBody>
      </p:sp>
      <p:grpSp>
        <p:nvGrpSpPr>
          <p:cNvPr id="122893" name="Group 13">
            <a:extLst>
              <a:ext uri="{FF2B5EF4-FFF2-40B4-BE49-F238E27FC236}">
                <a16:creationId xmlns:a16="http://schemas.microsoft.com/office/drawing/2014/main" id="{3663F16E-5F21-3CFF-09FB-0DD248E28A10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716338"/>
            <a:ext cx="7543800" cy="1905000"/>
            <a:chOff x="288" y="2832"/>
            <a:chExt cx="5088" cy="1296"/>
          </a:xfrm>
        </p:grpSpPr>
        <p:graphicFrame>
          <p:nvGraphicFramePr>
            <p:cNvPr id="38940" name="Object 14">
              <a:extLst>
                <a:ext uri="{FF2B5EF4-FFF2-40B4-BE49-F238E27FC236}">
                  <a16:creationId xmlns:a16="http://schemas.microsoft.com/office/drawing/2014/main" id="{B82BD8E6-A78D-A1D8-EEDD-57363A41B3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" y="2832"/>
            <a:ext cx="5088" cy="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147029" imgH="381055" progId="Equation.3">
                    <p:embed/>
                  </p:oleObj>
                </mc:Choice>
                <mc:Fallback>
                  <p:oleObj name="公式" r:id="rId12" imgW="3147029" imgH="38105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832"/>
                          <a:ext cx="5088" cy="6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1" name="Object 15">
              <a:extLst>
                <a:ext uri="{FF2B5EF4-FFF2-40B4-BE49-F238E27FC236}">
                  <a16:creationId xmlns:a16="http://schemas.microsoft.com/office/drawing/2014/main" id="{E7C1E2E6-7B5D-E85B-E321-9CE5BB0B2B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3504"/>
            <a:ext cx="1632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765842" imgH="1104761" progId="Equation.3">
                    <p:embed/>
                  </p:oleObj>
                </mc:Choice>
                <mc:Fallback>
                  <p:oleObj name="公式" r:id="rId14" imgW="2765842" imgH="1104761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3504"/>
                          <a:ext cx="1632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896" name="Group 16">
            <a:extLst>
              <a:ext uri="{FF2B5EF4-FFF2-40B4-BE49-F238E27FC236}">
                <a16:creationId xmlns:a16="http://schemas.microsoft.com/office/drawing/2014/main" id="{1ABA2B8F-4B5F-E141-0144-95D5311630F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685800"/>
            <a:ext cx="2971800" cy="2743200"/>
            <a:chOff x="384" y="480"/>
            <a:chExt cx="1872" cy="1728"/>
          </a:xfrm>
        </p:grpSpPr>
        <p:sp>
          <p:nvSpPr>
            <p:cNvPr id="38930" name="Rectangle 17">
              <a:extLst>
                <a:ext uri="{FF2B5EF4-FFF2-40B4-BE49-F238E27FC236}">
                  <a16:creationId xmlns:a16="http://schemas.microsoft.com/office/drawing/2014/main" id="{5353DF79-0CE4-ED42-F8F0-4C5023060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80"/>
              <a:ext cx="1872" cy="17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AAA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8931" name="AutoShape 18">
              <a:extLst>
                <a:ext uri="{FF2B5EF4-FFF2-40B4-BE49-F238E27FC236}">
                  <a16:creationId xmlns:a16="http://schemas.microsoft.com/office/drawing/2014/main" id="{604729B3-1EBF-B0C8-87AF-2A4F3B6DC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624"/>
              <a:ext cx="1440" cy="14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5 w 21600"/>
                <a:gd name="T25" fmla="*/ 3165 h 21600"/>
                <a:gd name="T26" fmla="*/ 18435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CC99"/>
            </a:solidFill>
            <a:ln w="38100">
              <a:solidFill>
                <a:srgbClr val="66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2" name="Line 19">
              <a:extLst>
                <a:ext uri="{FF2B5EF4-FFF2-40B4-BE49-F238E27FC236}">
                  <a16:creationId xmlns:a16="http://schemas.microsoft.com/office/drawing/2014/main" id="{45CC725E-61FE-D73F-26A9-B19B75137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44"/>
              <a:ext cx="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933" name="Object 20">
              <a:extLst>
                <a:ext uri="{FF2B5EF4-FFF2-40B4-BE49-F238E27FC236}">
                  <a16:creationId xmlns:a16="http://schemas.microsoft.com/office/drawing/2014/main" id="{1C1C123B-E693-55E6-8DBB-5F4B32CB12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8" y="1104"/>
            <a:ext cx="27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583947" imgH="380835" progId="Equation.3">
                    <p:embed/>
                  </p:oleObj>
                </mc:Choice>
                <mc:Fallback>
                  <p:oleObj name="公式" r:id="rId16" imgW="583947" imgH="38083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104"/>
                          <a:ext cx="274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4" name="Object 21">
              <a:extLst>
                <a:ext uri="{FF2B5EF4-FFF2-40B4-BE49-F238E27FC236}">
                  <a16:creationId xmlns:a16="http://schemas.microsoft.com/office/drawing/2014/main" id="{5BFF2049-BE24-9CD6-1B3C-8D8DBF880F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576"/>
            <a:ext cx="274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71252" imgH="355446" progId="Equation.3">
                    <p:embed/>
                  </p:oleObj>
                </mc:Choice>
                <mc:Fallback>
                  <p:oleObj name="公式" r:id="rId18" imgW="571252" imgH="355446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576"/>
                          <a:ext cx="274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5" name="Object 22">
              <a:extLst>
                <a:ext uri="{FF2B5EF4-FFF2-40B4-BE49-F238E27FC236}">
                  <a16:creationId xmlns:a16="http://schemas.microsoft.com/office/drawing/2014/main" id="{90BC5008-3344-2921-B212-7D30F1EA3A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816"/>
            <a:ext cx="19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431800" imgH="508000" progId="Equation.3">
                    <p:embed/>
                  </p:oleObj>
                </mc:Choice>
                <mc:Fallback>
                  <p:oleObj name="公式" r:id="rId20" imgW="431800" imgH="5080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816"/>
                          <a:ext cx="197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6" name="Object 23">
              <a:extLst>
                <a:ext uri="{FF2B5EF4-FFF2-40B4-BE49-F238E27FC236}">
                  <a16:creationId xmlns:a16="http://schemas.microsoft.com/office/drawing/2014/main" id="{E38735B0-A810-D608-075A-514AB0EF68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960"/>
            <a:ext cx="14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55446" imgH="507780" progId="Equation.3">
                    <p:embed/>
                  </p:oleObj>
                </mc:Choice>
                <mc:Fallback>
                  <p:oleObj name="公式" r:id="rId22" imgW="355446" imgH="50778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960"/>
                          <a:ext cx="14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7" name="Object 24">
              <a:extLst>
                <a:ext uri="{FF2B5EF4-FFF2-40B4-BE49-F238E27FC236}">
                  <a16:creationId xmlns:a16="http://schemas.microsoft.com/office/drawing/2014/main" id="{CC07A7E3-2AEF-A988-AF77-A7BF4967A2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1344"/>
            <a:ext cx="17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81000" imgH="508000" progId="Equation.3">
                    <p:embed/>
                  </p:oleObj>
                </mc:Choice>
                <mc:Fallback>
                  <p:oleObj name="公式" r:id="rId24" imgW="381000" imgH="5080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344"/>
                          <a:ext cx="17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8" name="Object 25">
              <a:extLst>
                <a:ext uri="{FF2B5EF4-FFF2-40B4-BE49-F238E27FC236}">
                  <a16:creationId xmlns:a16="http://schemas.microsoft.com/office/drawing/2014/main" id="{431ED87E-A035-1ABB-F503-FFB27FE1D2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0" y="1392"/>
            <a:ext cx="100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241091" imgH="266469" progId="Equation.3">
                    <p:embed/>
                  </p:oleObj>
                </mc:Choice>
                <mc:Fallback>
                  <p:oleObj name="公式" r:id="rId26" imgW="241091" imgH="266469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392"/>
                          <a:ext cx="100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9" name="Line 26">
              <a:extLst>
                <a:ext uri="{FF2B5EF4-FFF2-40B4-BE49-F238E27FC236}">
                  <a16:creationId xmlns:a16="http://schemas.microsoft.com/office/drawing/2014/main" id="{34A4E95C-C05C-3CEB-A0B5-3A3527406D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624"/>
              <a:ext cx="0" cy="72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2907" name="Group 27">
            <a:extLst>
              <a:ext uri="{FF2B5EF4-FFF2-40B4-BE49-F238E27FC236}">
                <a16:creationId xmlns:a16="http://schemas.microsoft.com/office/drawing/2014/main" id="{DAC140D0-3D70-BFC7-9FC0-4C538706C9C1}"/>
              </a:ext>
            </a:extLst>
          </p:cNvPr>
          <p:cNvGrpSpPr>
            <a:grpSpLocks/>
          </p:cNvGrpSpPr>
          <p:nvPr/>
        </p:nvGrpSpPr>
        <p:grpSpPr bwMode="auto">
          <a:xfrm>
            <a:off x="819150" y="1066800"/>
            <a:ext cx="2574925" cy="1905000"/>
            <a:chOff x="660" y="720"/>
            <a:chExt cx="1622" cy="1200"/>
          </a:xfrm>
        </p:grpSpPr>
        <p:sp>
          <p:nvSpPr>
            <p:cNvPr id="38925" name="AutoShape 28">
              <a:extLst>
                <a:ext uri="{FF2B5EF4-FFF2-40B4-BE49-F238E27FC236}">
                  <a16:creationId xmlns:a16="http://schemas.microsoft.com/office/drawing/2014/main" id="{5F71BF33-5A20-C84A-1075-CAE524067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" y="757"/>
              <a:ext cx="1164" cy="116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5 w 21600"/>
                <a:gd name="T25" fmla="*/ 3157 h 21600"/>
                <a:gd name="T26" fmla="*/ 18445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03" y="10800"/>
                  </a:moveTo>
                  <a:cubicBezTo>
                    <a:pt x="1003" y="16211"/>
                    <a:pt x="5389" y="20597"/>
                    <a:pt x="10800" y="20597"/>
                  </a:cubicBezTo>
                  <a:cubicBezTo>
                    <a:pt x="16211" y="20597"/>
                    <a:pt x="20597" y="16211"/>
                    <a:pt x="20597" y="10800"/>
                  </a:cubicBezTo>
                  <a:cubicBezTo>
                    <a:pt x="20597" y="5389"/>
                    <a:pt x="16211" y="1003"/>
                    <a:pt x="10800" y="1003"/>
                  </a:cubicBezTo>
                  <a:cubicBezTo>
                    <a:pt x="5389" y="1003"/>
                    <a:pt x="1003" y="5389"/>
                    <a:pt x="1003" y="108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6" name="Line 29">
              <a:extLst>
                <a:ext uri="{FF2B5EF4-FFF2-40B4-BE49-F238E27FC236}">
                  <a16:creationId xmlns:a16="http://schemas.microsoft.com/office/drawing/2014/main" id="{6E11E71F-7B1A-6F06-C0A5-BFD6D0DD47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344"/>
              <a:ext cx="404" cy="3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927" name="Object 30">
              <a:extLst>
                <a:ext uri="{FF2B5EF4-FFF2-40B4-BE49-F238E27FC236}">
                  <a16:creationId xmlns:a16="http://schemas.microsoft.com/office/drawing/2014/main" id="{A94CDC23-28BE-A1D9-9EAC-5285BCD354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1488"/>
            <a:ext cx="127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75167" imgH="198009" progId="Equation.3">
                    <p:embed/>
                  </p:oleObj>
                </mc:Choice>
                <mc:Fallback>
                  <p:oleObj name="公式" r:id="rId28" imgW="175167" imgH="198009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488"/>
                          <a:ext cx="127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8" name="Line 31">
              <a:extLst>
                <a:ext uri="{FF2B5EF4-FFF2-40B4-BE49-F238E27FC236}">
                  <a16:creationId xmlns:a16="http://schemas.microsoft.com/office/drawing/2014/main" id="{682BEA5F-9D39-AD30-D68D-4448C1EF69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912"/>
              <a:ext cx="232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929" name="Object 32">
              <a:extLst>
                <a:ext uri="{FF2B5EF4-FFF2-40B4-BE49-F238E27FC236}">
                  <a16:creationId xmlns:a16="http://schemas.microsoft.com/office/drawing/2014/main" id="{639DB14A-26C3-684A-9CE9-4984A107C1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720"/>
            <a:ext cx="362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241091" imgH="177646" progId="Equation.3">
                    <p:embed/>
                  </p:oleObj>
                </mc:Choice>
                <mc:Fallback>
                  <p:oleObj name="公式" r:id="rId30" imgW="241091" imgH="177646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720"/>
                          <a:ext cx="362" cy="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2913" name="Object 33">
            <a:extLst>
              <a:ext uri="{FF2B5EF4-FFF2-40B4-BE49-F238E27FC236}">
                <a16:creationId xmlns:a16="http://schemas.microsoft.com/office/drawing/2014/main" id="{1FAE7D48-19C2-AE42-C1E6-DCE93F1BA3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7138" y="5661025"/>
          <a:ext cx="19050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617064" imgH="343149" progId="Equation.3">
                  <p:embed/>
                </p:oleObj>
              </mc:Choice>
              <mc:Fallback>
                <p:oleObj name="Equation" r:id="rId32" imgW="617064" imgH="343149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5661025"/>
                        <a:ext cx="190500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4" name="Object 34">
            <a:extLst>
              <a:ext uri="{FF2B5EF4-FFF2-40B4-BE49-F238E27FC236}">
                <a16:creationId xmlns:a16="http://schemas.microsoft.com/office/drawing/2014/main" id="{5D1438D8-8E9A-9905-62A7-B48D1378EF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2013" y="5157788"/>
          <a:ext cx="342900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3225800" imgH="1092200" progId="Equation.3">
                  <p:embed/>
                </p:oleObj>
              </mc:Choice>
              <mc:Fallback>
                <p:oleObj name="公式" r:id="rId34" imgW="3225800" imgH="10922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2013" y="5157788"/>
                        <a:ext cx="3429000" cy="10683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15" name="Picture 35">
            <a:extLst>
              <a:ext uri="{FF2B5EF4-FFF2-40B4-BE49-F238E27FC236}">
                <a16:creationId xmlns:a16="http://schemas.microsoft.com/office/drawing/2014/main" id="{01E7768F-3D6E-3348-88D8-57F2C5145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2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/>
      <p:bldP spid="122884" grpId="0"/>
      <p:bldP spid="12289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0">
            <a:extLst>
              <a:ext uri="{FF2B5EF4-FFF2-40B4-BE49-F238E27FC236}">
                <a16:creationId xmlns:a16="http://schemas.microsoft.com/office/drawing/2014/main" id="{4CD85CE1-22C2-E549-5F17-8F48F9E30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 sz="1800">
              <a:solidFill>
                <a:srgbClr val="000000"/>
              </a:solidFill>
              <a:latin typeface="Tw Cen MT" panose="020B0602020104020603" pitchFamily="34" charset="0"/>
              <a:ea typeface="华文仿宋" panose="02010600040101010101" pitchFamily="2" charset="-122"/>
            </a:endParaRPr>
          </a:p>
        </p:txBody>
      </p:sp>
      <p:sp>
        <p:nvSpPr>
          <p:cNvPr id="39939" name="Rectangle 22">
            <a:extLst>
              <a:ext uri="{FF2B5EF4-FFF2-40B4-BE49-F238E27FC236}">
                <a16:creationId xmlns:a16="http://schemas.microsoft.com/office/drawing/2014/main" id="{C7A549ED-EF4E-DB91-67D7-D3640742D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 sz="1800">
              <a:solidFill>
                <a:srgbClr val="000000"/>
              </a:solidFill>
              <a:latin typeface="Tw Cen MT" panose="020B0602020104020603" pitchFamily="34" charset="0"/>
              <a:ea typeface="华文仿宋" panose="02010600040101010101" pitchFamily="2" charset="-122"/>
            </a:endParaRPr>
          </a:p>
        </p:txBody>
      </p:sp>
      <p:grpSp>
        <p:nvGrpSpPr>
          <p:cNvPr id="161838" name="Group 46">
            <a:extLst>
              <a:ext uri="{FF2B5EF4-FFF2-40B4-BE49-F238E27FC236}">
                <a16:creationId xmlns:a16="http://schemas.microsoft.com/office/drawing/2014/main" id="{DC1B0EDB-D3BA-E1EE-2410-B7304A6021F3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924175"/>
            <a:ext cx="6337300" cy="2281238"/>
            <a:chOff x="340" y="1842"/>
            <a:chExt cx="3992" cy="1437"/>
          </a:xfrm>
        </p:grpSpPr>
        <p:graphicFrame>
          <p:nvGraphicFramePr>
            <p:cNvPr id="39954" name="Object 35">
              <a:extLst>
                <a:ext uri="{FF2B5EF4-FFF2-40B4-BE49-F238E27FC236}">
                  <a16:creationId xmlns:a16="http://schemas.microsoft.com/office/drawing/2014/main" id="{CBC7FE4A-33E0-06FB-A2DE-0EA4B8C05E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" y="1842"/>
            <a:ext cx="816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533400" imgH="431800" progId="Equation.3">
                    <p:embed/>
                  </p:oleObj>
                </mc:Choice>
                <mc:Fallback>
                  <p:oleObj name="公式" r:id="rId3" imgW="533400" imgH="4318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1842"/>
                          <a:ext cx="816" cy="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5" name="Object 33">
              <a:extLst>
                <a:ext uri="{FF2B5EF4-FFF2-40B4-BE49-F238E27FC236}">
                  <a16:creationId xmlns:a16="http://schemas.microsoft.com/office/drawing/2014/main" id="{E51D4654-E0E6-6008-D6BF-08D57D87B8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06" y="1888"/>
            <a:ext cx="726" cy="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520474" imgH="431613" progId="Equation.3">
                    <p:embed/>
                  </p:oleObj>
                </mc:Choice>
                <mc:Fallback>
                  <p:oleObj name="公式" r:id="rId5" imgW="520474" imgH="431613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1888"/>
                          <a:ext cx="726" cy="5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6" name="Object 32">
              <a:extLst>
                <a:ext uri="{FF2B5EF4-FFF2-40B4-BE49-F238E27FC236}">
                  <a16:creationId xmlns:a16="http://schemas.microsoft.com/office/drawing/2014/main" id="{B6FEC335-2C72-382E-8769-EB4E249DE6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5" y="2704"/>
            <a:ext cx="1367" cy="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016000" imgH="431800" progId="Equation.3">
                    <p:embed/>
                  </p:oleObj>
                </mc:Choice>
                <mc:Fallback>
                  <p:oleObj name="公式" r:id="rId7" imgW="1016000" imgH="4318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704"/>
                          <a:ext cx="1367" cy="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7" name="Object 30">
              <a:extLst>
                <a:ext uri="{FF2B5EF4-FFF2-40B4-BE49-F238E27FC236}">
                  <a16:creationId xmlns:a16="http://schemas.microsoft.com/office/drawing/2014/main" id="{83EDE830-2B67-5FB3-F9BA-81B9810AA0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9" y="2704"/>
            <a:ext cx="693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520474" imgH="431613" progId="Equation.3">
                    <p:embed/>
                  </p:oleObj>
                </mc:Choice>
                <mc:Fallback>
                  <p:oleObj name="公式" r:id="rId9" imgW="520474" imgH="431613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9" y="2704"/>
                          <a:ext cx="693" cy="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8" name="Rectangle 36">
              <a:extLst>
                <a:ext uri="{FF2B5EF4-FFF2-40B4-BE49-F238E27FC236}">
                  <a16:creationId xmlns:a16="http://schemas.microsoft.com/office/drawing/2014/main" id="{99E4C607-11EA-D577-BFB3-431CF9E97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979"/>
              <a:ext cx="5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1">
                  <a:solidFill>
                    <a:srgbClr val="000000"/>
                  </a:solidFill>
                  <a:latin typeface="宋体" panose="02010600030101010101" pitchFamily="2" charset="-122"/>
                </a:rPr>
                <a:t>(A)</a:t>
              </a:r>
            </a:p>
          </p:txBody>
        </p:sp>
        <p:sp>
          <p:nvSpPr>
            <p:cNvPr id="39959" name="Rectangle 37">
              <a:extLst>
                <a:ext uri="{FF2B5EF4-FFF2-40B4-BE49-F238E27FC236}">
                  <a16:creationId xmlns:a16="http://schemas.microsoft.com/office/drawing/2014/main" id="{73CB4C3A-26D7-041E-5180-BD32A340C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979"/>
              <a:ext cx="4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500" b="1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kumimoji="0" lang="en-US" altLang="zh-CN" sz="1800" b="1">
                  <a:solidFill>
                    <a:srgbClr val="000000"/>
                  </a:solidFill>
                  <a:latin typeface="宋体" panose="02010600030101010101" pitchFamily="2" charset="-122"/>
                </a:rPr>
                <a:t>(B)</a:t>
              </a:r>
            </a:p>
          </p:txBody>
        </p:sp>
        <p:sp>
          <p:nvSpPr>
            <p:cNvPr id="39960" name="Rectangle 39">
              <a:extLst>
                <a:ext uri="{FF2B5EF4-FFF2-40B4-BE49-F238E27FC236}">
                  <a16:creationId xmlns:a16="http://schemas.microsoft.com/office/drawing/2014/main" id="{7F1F610C-78C8-9E92-E95C-BA93DC262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840"/>
              <a:ext cx="4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1">
                  <a:solidFill>
                    <a:srgbClr val="000000"/>
                  </a:solidFill>
                  <a:latin typeface="宋体" panose="02010600030101010101" pitchFamily="2" charset="-122"/>
                </a:rPr>
                <a:t>(C)</a:t>
              </a:r>
            </a:p>
          </p:txBody>
        </p:sp>
        <p:sp>
          <p:nvSpPr>
            <p:cNvPr id="39961" name="Rectangle 40">
              <a:extLst>
                <a:ext uri="{FF2B5EF4-FFF2-40B4-BE49-F238E27FC236}">
                  <a16:creationId xmlns:a16="http://schemas.microsoft.com/office/drawing/2014/main" id="{E509A0D9-947A-4640-1F58-DE38118FC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2886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1">
                  <a:solidFill>
                    <a:srgbClr val="000000"/>
                  </a:solidFill>
                  <a:latin typeface="宋体" panose="02010600030101010101" pitchFamily="2" charset="-122"/>
                </a:rPr>
                <a:t> (D)</a:t>
              </a:r>
            </a:p>
          </p:txBody>
        </p:sp>
      </p:grpSp>
      <p:grpSp>
        <p:nvGrpSpPr>
          <p:cNvPr id="39941" name="Group 49">
            <a:extLst>
              <a:ext uri="{FF2B5EF4-FFF2-40B4-BE49-F238E27FC236}">
                <a16:creationId xmlns:a16="http://schemas.microsoft.com/office/drawing/2014/main" id="{45CADC18-0CB8-3DA7-51C0-F26EAA75EA1F}"/>
              </a:ext>
            </a:extLst>
          </p:cNvPr>
          <p:cNvGrpSpPr>
            <a:grpSpLocks/>
          </p:cNvGrpSpPr>
          <p:nvPr/>
        </p:nvGrpSpPr>
        <p:grpSpPr bwMode="auto">
          <a:xfrm>
            <a:off x="0" y="4368800"/>
            <a:ext cx="254000" cy="908050"/>
            <a:chOff x="0" y="2752"/>
            <a:chExt cx="160" cy="572"/>
          </a:xfrm>
        </p:grpSpPr>
        <p:graphicFrame>
          <p:nvGraphicFramePr>
            <p:cNvPr id="39952" name="Object 31">
              <a:extLst>
                <a:ext uri="{FF2B5EF4-FFF2-40B4-BE49-F238E27FC236}">
                  <a16:creationId xmlns:a16="http://schemas.microsoft.com/office/drawing/2014/main" id="{99CC525E-BCCA-36FC-6F1D-B0712B64AC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752"/>
            <a:ext cx="72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14399" imgH="216088" progId="Equation.3">
                    <p:embed/>
                  </p:oleObj>
                </mc:Choice>
                <mc:Fallback>
                  <p:oleObj name="公式" r:id="rId11" imgW="114399" imgH="216088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752"/>
                          <a:ext cx="72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3" name="Rectangle 42">
              <a:extLst>
                <a:ext uri="{FF2B5EF4-FFF2-40B4-BE49-F238E27FC236}">
                  <a16:creationId xmlns:a16="http://schemas.microsoft.com/office/drawing/2014/main" id="{161B55A2-683E-2C5B-4664-2FEA298E1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160"/>
              <a:ext cx="160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100" b="1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endParaRPr kumimoji="0" lang="en-US" altLang="zh-CN" sz="18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161842" name="Group 50">
            <a:extLst>
              <a:ext uri="{FF2B5EF4-FFF2-40B4-BE49-F238E27FC236}">
                <a16:creationId xmlns:a16="http://schemas.microsoft.com/office/drawing/2014/main" id="{72D6027E-5411-B4D1-8326-674B2BBD70F6}"/>
              </a:ext>
            </a:extLst>
          </p:cNvPr>
          <p:cNvGrpSpPr>
            <a:grpSpLocks/>
          </p:cNvGrpSpPr>
          <p:nvPr/>
        </p:nvGrpSpPr>
        <p:grpSpPr bwMode="auto">
          <a:xfrm>
            <a:off x="0" y="1185863"/>
            <a:ext cx="8794750" cy="4533900"/>
            <a:chOff x="0" y="747"/>
            <a:chExt cx="5540" cy="2856"/>
          </a:xfrm>
        </p:grpSpPr>
        <p:grpSp>
          <p:nvGrpSpPr>
            <p:cNvPr id="39944" name="Group 44">
              <a:extLst>
                <a:ext uri="{FF2B5EF4-FFF2-40B4-BE49-F238E27FC236}">
                  <a16:creationId xmlns:a16="http://schemas.microsoft.com/office/drawing/2014/main" id="{7C3514BE-FAEA-FFF5-161C-64A988FEE6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47"/>
              <a:ext cx="5352" cy="1061"/>
              <a:chOff x="0" y="747"/>
              <a:chExt cx="5352" cy="1061"/>
            </a:xfrm>
          </p:grpSpPr>
          <p:sp>
            <p:nvSpPr>
              <p:cNvPr id="39946" name="Rectangle 18">
                <a:extLst>
                  <a:ext uri="{FF2B5EF4-FFF2-40B4-BE49-F238E27FC236}">
                    <a16:creationId xmlns:a16="http://schemas.microsoft.com/office/drawing/2014/main" id="{0290F900-4A6B-4603-3737-3E5A1C9CE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" y="747"/>
                <a:ext cx="5057" cy="85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kumimoji="0" lang="en-US" altLang="zh-CN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    l</a:t>
                </a:r>
                <a:r>
                  <a:rPr kumimoji="0" lang="zh-CN" altLang="en-US" b="1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．一带电量为   、半径为   的金属球，放在内、外半径分别为   和   的金属球壳内，若用导线把球与球壳连接后，则金属球的电势。</a:t>
                </a:r>
              </a:p>
            </p:txBody>
          </p:sp>
          <p:graphicFrame>
            <p:nvGraphicFramePr>
              <p:cNvPr id="39947" name="Object 19">
                <a:extLst>
                  <a:ext uri="{FF2B5EF4-FFF2-40B4-BE49-F238E27FC236}">
                    <a16:creationId xmlns:a16="http://schemas.microsoft.com/office/drawing/2014/main" id="{ABBD521A-F03D-3521-5861-392ADF1939E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18" y="754"/>
              <a:ext cx="208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152268" imgH="203024" progId="Equation.3">
                      <p:embed/>
                    </p:oleObj>
                  </mc:Choice>
                  <mc:Fallback>
                    <p:oleObj name="公式" r:id="rId13" imgW="152268" imgH="203024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8" y="754"/>
                            <a:ext cx="208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48" name="Object 21">
                <a:extLst>
                  <a:ext uri="{FF2B5EF4-FFF2-40B4-BE49-F238E27FC236}">
                    <a16:creationId xmlns:a16="http://schemas.microsoft.com/office/drawing/2014/main" id="{79D62653-0B29-C4DE-C398-552AFC805E5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99" y="747"/>
              <a:ext cx="263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177569" imgH="215619" progId="Equation.3">
                      <p:embed/>
                    </p:oleObj>
                  </mc:Choice>
                  <mc:Fallback>
                    <p:oleObj name="公式" r:id="rId15" imgW="177569" imgH="215619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99" y="747"/>
                            <a:ext cx="263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49" name="Object 24">
                <a:extLst>
                  <a:ext uri="{FF2B5EF4-FFF2-40B4-BE49-F238E27FC236}">
                    <a16:creationId xmlns:a16="http://schemas.microsoft.com/office/drawing/2014/main" id="{1797997A-5AEA-BCF7-C4C4-21BF1E16DF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89" y="1029"/>
              <a:ext cx="257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90500" imgH="215900" progId="Equation.3">
                      <p:embed/>
                    </p:oleObj>
                  </mc:Choice>
                  <mc:Fallback>
                    <p:oleObj name="公式" r:id="rId17" imgW="190500" imgH="215900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89" y="1029"/>
                            <a:ext cx="257" cy="2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50" name="Object 27">
                <a:extLst>
                  <a:ext uri="{FF2B5EF4-FFF2-40B4-BE49-F238E27FC236}">
                    <a16:creationId xmlns:a16="http://schemas.microsoft.com/office/drawing/2014/main" id="{C822339D-7BF5-BE84-B845-43005045F4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52" y="1033"/>
              <a:ext cx="270" cy="3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190500" imgH="228600" progId="Equation.3">
                      <p:embed/>
                    </p:oleObj>
                  </mc:Choice>
                  <mc:Fallback>
                    <p:oleObj name="公式" r:id="rId19" imgW="190500" imgH="22860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52" y="1033"/>
                            <a:ext cx="270" cy="3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51" name="Object 34">
                <a:extLst>
                  <a:ext uri="{FF2B5EF4-FFF2-40B4-BE49-F238E27FC236}">
                    <a16:creationId xmlns:a16="http://schemas.microsoft.com/office/drawing/2014/main" id="{113C9C03-315E-1E9B-62FD-45C0B0E757A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1670"/>
              <a:ext cx="72" cy="1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1" imgW="114399" imgH="216088" progId="Equation.3">
                      <p:embed/>
                    </p:oleObj>
                  </mc:Choice>
                  <mc:Fallback>
                    <p:oleObj name="公式" r:id="rId21" imgW="114399" imgH="216088" progId="Equation.3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670"/>
                            <a:ext cx="72" cy="1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9945" name="Rectangle 43">
              <a:extLst>
                <a:ext uri="{FF2B5EF4-FFF2-40B4-BE49-F238E27FC236}">
                  <a16:creationId xmlns:a16="http://schemas.microsoft.com/office/drawing/2014/main" id="{15FFF75B-A910-1475-301E-984BED041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3312"/>
              <a:ext cx="8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b="1">
                  <a:solidFill>
                    <a:srgbClr val="000000"/>
                  </a:solidFill>
                  <a:latin typeface="宋体" panose="02010600030101010101" pitchFamily="2" charset="-122"/>
                </a:rPr>
                <a:t>（   ）</a:t>
              </a:r>
            </a:p>
          </p:txBody>
        </p:sp>
      </p:grpSp>
      <p:sp>
        <p:nvSpPr>
          <p:cNvPr id="161840" name="Text Box 48">
            <a:extLst>
              <a:ext uri="{FF2B5EF4-FFF2-40B4-BE49-F238E27FC236}">
                <a16:creationId xmlns:a16="http://schemas.microsoft.com/office/drawing/2014/main" id="{36AEE7C2-609F-9DD6-CA96-A1DDE8A17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5229225"/>
            <a:ext cx="719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800" b="1">
                <a:solidFill>
                  <a:srgbClr val="CC0000"/>
                </a:solidFill>
                <a:latin typeface="宋体" panose="02010600030101010101" pitchFamily="2" charset="-122"/>
              </a:rPr>
              <a:t>D</a:t>
            </a:r>
          </a:p>
        </p:txBody>
      </p:sp>
    </p:spTree>
  </p:cSld>
  <p:clrMapOvr>
    <a:masterClrMapping/>
  </p:clrMapOvr>
  <p:transition>
    <p:dissolve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A6A50382-70E3-FE97-A971-69EAA3C5A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 sz="1800">
              <a:solidFill>
                <a:srgbClr val="000000"/>
              </a:solidFill>
              <a:latin typeface="Tw Cen MT" panose="020B0602020104020603" pitchFamily="34" charset="0"/>
              <a:ea typeface="华文仿宋" panose="02010600040101010101" pitchFamily="2" charset="-122"/>
            </a:endParaRPr>
          </a:p>
        </p:txBody>
      </p:sp>
      <p:grpSp>
        <p:nvGrpSpPr>
          <p:cNvPr id="163881" name="Group 41">
            <a:extLst>
              <a:ext uri="{FF2B5EF4-FFF2-40B4-BE49-F238E27FC236}">
                <a16:creationId xmlns:a16="http://schemas.microsoft.com/office/drawing/2014/main" id="{A55D8A13-1C82-AD36-DC2A-4F1578892399}"/>
              </a:ext>
            </a:extLst>
          </p:cNvPr>
          <p:cNvGrpSpPr>
            <a:grpSpLocks/>
          </p:cNvGrpSpPr>
          <p:nvPr/>
        </p:nvGrpSpPr>
        <p:grpSpPr bwMode="auto">
          <a:xfrm>
            <a:off x="385763" y="1185863"/>
            <a:ext cx="8723312" cy="4789487"/>
            <a:chOff x="295" y="747"/>
            <a:chExt cx="5495" cy="3017"/>
          </a:xfrm>
        </p:grpSpPr>
        <p:graphicFrame>
          <p:nvGraphicFramePr>
            <p:cNvPr id="40965" name="Object 6">
              <a:extLst>
                <a:ext uri="{FF2B5EF4-FFF2-40B4-BE49-F238E27FC236}">
                  <a16:creationId xmlns:a16="http://schemas.microsoft.com/office/drawing/2014/main" id="{5FFC8BD2-74FA-2B1D-97BE-55EAC86EDF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0" y="762"/>
            <a:ext cx="95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659827" imgH="177646" progId="Equation.3">
                    <p:embed/>
                  </p:oleObj>
                </mc:Choice>
                <mc:Fallback>
                  <p:oleObj name="公式" r:id="rId3" imgW="659827" imgH="177646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0" y="762"/>
                          <a:ext cx="95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0966" name="Group 38">
              <a:extLst>
                <a:ext uri="{FF2B5EF4-FFF2-40B4-BE49-F238E27FC236}">
                  <a16:creationId xmlns:a16="http://schemas.microsoft.com/office/drawing/2014/main" id="{6761B107-E5DB-840D-A3BE-DF7BF05EE7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1706"/>
              <a:ext cx="2047" cy="2058"/>
              <a:chOff x="385" y="1706"/>
              <a:chExt cx="2047" cy="2058"/>
            </a:xfrm>
          </p:grpSpPr>
          <p:grpSp>
            <p:nvGrpSpPr>
              <p:cNvPr id="40979" name="Group 32">
                <a:extLst>
                  <a:ext uri="{FF2B5EF4-FFF2-40B4-BE49-F238E27FC236}">
                    <a16:creationId xmlns:a16="http://schemas.microsoft.com/office/drawing/2014/main" id="{CA545AD3-E1B8-9474-9136-A2A6691197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3" y="1706"/>
                <a:ext cx="1939" cy="337"/>
                <a:chOff x="493" y="1706"/>
                <a:chExt cx="1939" cy="337"/>
              </a:xfrm>
            </p:grpSpPr>
            <p:graphicFrame>
              <p:nvGraphicFramePr>
                <p:cNvPr id="40989" name="Object 13">
                  <a:extLst>
                    <a:ext uri="{FF2B5EF4-FFF2-40B4-BE49-F238E27FC236}">
                      <a16:creationId xmlns:a16="http://schemas.microsoft.com/office/drawing/2014/main" id="{5FEE8EB8-2215-CDBB-B44D-A5D853BDDAE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253" y="1706"/>
                <a:ext cx="1179" cy="3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5" imgW="800100" imgH="228600" progId="Equation.3">
                        <p:embed/>
                      </p:oleObj>
                    </mc:Choice>
                    <mc:Fallback>
                      <p:oleObj name="公式" r:id="rId5" imgW="800100" imgH="228600" progId="Equation.3">
                        <p:embed/>
                        <p:pic>
                          <p:nvPicPr>
                            <p:cNvPr id="0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253" y="1706"/>
                              <a:ext cx="1179" cy="3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0990" name="Rectangle 14">
                  <a:extLst>
                    <a:ext uri="{FF2B5EF4-FFF2-40B4-BE49-F238E27FC236}">
                      <a16:creationId xmlns:a16="http://schemas.microsoft.com/office/drawing/2014/main" id="{73DC6E63-8FEF-A1C8-15C2-A01619127F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3" y="1706"/>
                  <a:ext cx="51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1500" b="1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 </a:t>
                  </a:r>
                  <a:r>
                    <a:rPr kumimoji="0" lang="en-US" altLang="zh-CN" sz="1800" b="1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(A)</a:t>
                  </a:r>
                </a:p>
              </p:txBody>
            </p:sp>
          </p:grpSp>
          <p:grpSp>
            <p:nvGrpSpPr>
              <p:cNvPr id="40980" name="Group 33">
                <a:extLst>
                  <a:ext uri="{FF2B5EF4-FFF2-40B4-BE49-F238E27FC236}">
                    <a16:creationId xmlns:a16="http://schemas.microsoft.com/office/drawing/2014/main" id="{8CD83382-602A-C9FC-6739-0F2EA65A3C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" y="2287"/>
                <a:ext cx="1994" cy="327"/>
                <a:chOff x="376" y="2160"/>
                <a:chExt cx="1994" cy="327"/>
              </a:xfrm>
            </p:grpSpPr>
            <p:graphicFrame>
              <p:nvGraphicFramePr>
                <p:cNvPr id="40987" name="Object 12">
                  <a:extLst>
                    <a:ext uri="{FF2B5EF4-FFF2-40B4-BE49-F238E27FC236}">
                      <a16:creationId xmlns:a16="http://schemas.microsoft.com/office/drawing/2014/main" id="{44A28D61-5C24-30F4-40B3-428E397789A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289" y="2164"/>
                <a:ext cx="1081" cy="3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7" imgW="787400" imgH="228600" progId="Equation.3">
                        <p:embed/>
                      </p:oleObj>
                    </mc:Choice>
                    <mc:Fallback>
                      <p:oleObj name="公式" r:id="rId7" imgW="787400" imgH="228600" progId="Equation.3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289" y="2164"/>
                              <a:ext cx="1081" cy="31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0988" name="Rectangle 15">
                  <a:extLst>
                    <a:ext uri="{FF2B5EF4-FFF2-40B4-BE49-F238E27FC236}">
                      <a16:creationId xmlns:a16="http://schemas.microsoft.com/office/drawing/2014/main" id="{CF6C71F9-6AFC-FC68-2147-9A7104A4C3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" y="2160"/>
                  <a:ext cx="856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1500" b="1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   </a:t>
                  </a:r>
                  <a:r>
                    <a:rPr kumimoji="0" lang="en-US" altLang="zh-CN" sz="1800" b="1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(B)  </a:t>
                  </a:r>
                </a:p>
              </p:txBody>
            </p:sp>
          </p:grpSp>
          <p:grpSp>
            <p:nvGrpSpPr>
              <p:cNvPr id="40981" name="Group 35">
                <a:extLst>
                  <a:ext uri="{FF2B5EF4-FFF2-40B4-BE49-F238E27FC236}">
                    <a16:creationId xmlns:a16="http://schemas.microsoft.com/office/drawing/2014/main" id="{9F516558-0A5B-C776-BBA9-5FE0401B1E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" y="2821"/>
                <a:ext cx="1896" cy="337"/>
                <a:chOff x="457" y="3113"/>
                <a:chExt cx="1896" cy="337"/>
              </a:xfrm>
            </p:grpSpPr>
            <p:graphicFrame>
              <p:nvGraphicFramePr>
                <p:cNvPr id="40985" name="Object 11">
                  <a:extLst>
                    <a:ext uri="{FF2B5EF4-FFF2-40B4-BE49-F238E27FC236}">
                      <a16:creationId xmlns:a16="http://schemas.microsoft.com/office/drawing/2014/main" id="{BA1D4581-D850-8C40-2505-E7D26E67A50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333" y="3158"/>
                <a:ext cx="1020" cy="2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9" imgW="800100" imgH="228600" progId="Equation.3">
                        <p:embed/>
                      </p:oleObj>
                    </mc:Choice>
                    <mc:Fallback>
                      <p:oleObj name="公式" r:id="rId9" imgW="800100" imgH="228600" progId="Equation.3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33" y="3158"/>
                              <a:ext cx="1020" cy="2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0986" name="Rectangle 16">
                  <a:extLst>
                    <a:ext uri="{FF2B5EF4-FFF2-40B4-BE49-F238E27FC236}">
                      <a16:creationId xmlns:a16="http://schemas.microsoft.com/office/drawing/2014/main" id="{35215C30-5B59-5DF2-6248-62BCEAB306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7" y="3113"/>
                  <a:ext cx="57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1500" b="1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  </a:t>
                  </a:r>
                  <a:r>
                    <a:rPr kumimoji="0" lang="en-US" altLang="zh-CN" sz="1800" b="1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(C)</a:t>
                  </a:r>
                </a:p>
              </p:txBody>
            </p:sp>
          </p:grpSp>
          <p:grpSp>
            <p:nvGrpSpPr>
              <p:cNvPr id="40982" name="Group 34">
                <a:extLst>
                  <a:ext uri="{FF2B5EF4-FFF2-40B4-BE49-F238E27FC236}">
                    <a16:creationId xmlns:a16="http://schemas.microsoft.com/office/drawing/2014/main" id="{EC96B9C6-ABB2-7F42-8622-EEDBE97A48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" y="3385"/>
                <a:ext cx="1963" cy="379"/>
                <a:chOff x="424" y="2568"/>
                <a:chExt cx="1963" cy="379"/>
              </a:xfrm>
            </p:grpSpPr>
            <p:graphicFrame>
              <p:nvGraphicFramePr>
                <p:cNvPr id="40983" name="Object 9">
                  <a:extLst>
                    <a:ext uri="{FF2B5EF4-FFF2-40B4-BE49-F238E27FC236}">
                      <a16:creationId xmlns:a16="http://schemas.microsoft.com/office/drawing/2014/main" id="{15309058-37C5-7EFC-B9F5-780EBF34D06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330" y="2614"/>
                <a:ext cx="1057" cy="3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1" imgW="723586" imgH="228501" progId="Equation.3">
                        <p:embed/>
                      </p:oleObj>
                    </mc:Choice>
                    <mc:Fallback>
                      <p:oleObj name="公式" r:id="rId11" imgW="723586" imgH="228501" progId="Equation.3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330" y="2614"/>
                              <a:ext cx="1057" cy="3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0984" name="Rectangle 17">
                  <a:extLst>
                    <a:ext uri="{FF2B5EF4-FFF2-40B4-BE49-F238E27FC236}">
                      <a16:creationId xmlns:a16="http://schemas.microsoft.com/office/drawing/2014/main" id="{3EF7A4BA-6B36-E524-5721-84094526A8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4" y="2568"/>
                  <a:ext cx="63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defTabSz="4572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0" lang="en-US" altLang="zh-CN" sz="1500" b="1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   </a:t>
                  </a:r>
                  <a:r>
                    <a:rPr kumimoji="0" lang="en-US" altLang="zh-CN" sz="1800" b="1">
                      <a:solidFill>
                        <a:srgbClr val="000000"/>
                      </a:solidFill>
                      <a:latin typeface="宋体" panose="02010600030101010101" pitchFamily="2" charset="-122"/>
                    </a:rPr>
                    <a:t>(D)</a:t>
                  </a:r>
                </a:p>
              </p:txBody>
            </p:sp>
          </p:grpSp>
        </p:grpSp>
        <p:graphicFrame>
          <p:nvGraphicFramePr>
            <p:cNvPr id="40967" name="Object 20">
              <a:extLst>
                <a:ext uri="{FF2B5EF4-FFF2-40B4-BE49-F238E27FC236}">
                  <a16:creationId xmlns:a16="http://schemas.microsoft.com/office/drawing/2014/main" id="{641CE15C-4F57-FE3A-5580-A72F2FD7CD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83" y="2091"/>
            <a:ext cx="72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14399" imgH="216088" progId="Equation.3">
                    <p:embed/>
                  </p:oleObj>
                </mc:Choice>
                <mc:Fallback>
                  <p:oleObj name="公式" r:id="rId13" imgW="114399" imgH="216088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3" y="2091"/>
                          <a:ext cx="72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68" name="Rectangle 21">
              <a:extLst>
                <a:ext uri="{FF2B5EF4-FFF2-40B4-BE49-F238E27FC236}">
                  <a16:creationId xmlns:a16="http://schemas.microsoft.com/office/drawing/2014/main" id="{A51124F3-CA51-B49D-6646-A71E91835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3430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500" b="1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kumimoji="0" lang="en-US" altLang="zh-CN" sz="1800" b="1">
                  <a:solidFill>
                    <a:srgbClr val="000000"/>
                  </a:solidFill>
                  <a:latin typeface="宋体" panose="02010600030101010101" pitchFamily="2" charset="-122"/>
                </a:rPr>
                <a:t>( </a:t>
              </a:r>
              <a:r>
                <a:rPr kumimoji="0" lang="en-US" altLang="zh-CN" sz="1800" b="1">
                  <a:solidFill>
                    <a:srgbClr val="0000FF"/>
                  </a:solidFill>
                  <a:latin typeface="宋体" panose="02010600030101010101" pitchFamily="2" charset="-122"/>
                </a:rPr>
                <a:t>    </a:t>
              </a:r>
              <a:r>
                <a:rPr kumimoji="0" lang="en-US" altLang="zh-CN" sz="1800" b="1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40969" name="Rectangle 4">
              <a:extLst>
                <a:ext uri="{FF2B5EF4-FFF2-40B4-BE49-F238E27FC236}">
                  <a16:creationId xmlns:a16="http://schemas.microsoft.com/office/drawing/2014/main" id="{109AE3C7-A654-81DD-DE34-5D0DF7E21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747"/>
              <a:ext cx="5222" cy="8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kumimoji="0" lang="en-US" altLang="zh-CN" b="1">
                  <a:solidFill>
                    <a:srgbClr val="000000"/>
                  </a:solidFill>
                  <a:latin typeface="宋体" panose="02010600030101010101" pitchFamily="2" charset="-122"/>
                </a:rPr>
                <a:t>    2</a:t>
              </a:r>
              <a:r>
                <a:rPr kumimoji="0" lang="zh-CN" altLang="en-US" b="1">
                  <a:solidFill>
                    <a:srgbClr val="000000"/>
                  </a:solidFill>
                  <a:latin typeface="宋体" panose="02010600030101010101" pitchFamily="2" charset="-122"/>
                </a:rPr>
                <a:t>．           为带电导体表面上的三点，如图所示，静电平衡时，比较三点的面电荷密度、电势及表面附近的场强，下述说法中错误的是：	</a:t>
              </a:r>
            </a:p>
          </p:txBody>
        </p:sp>
        <p:grpSp>
          <p:nvGrpSpPr>
            <p:cNvPr id="40970" name="Group 23">
              <a:extLst>
                <a:ext uri="{FF2B5EF4-FFF2-40B4-BE49-F238E27FC236}">
                  <a16:creationId xmlns:a16="http://schemas.microsoft.com/office/drawing/2014/main" id="{48A0F7A2-47EE-A5DC-C04A-21B57C704D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8" y="1842"/>
              <a:ext cx="1543" cy="1211"/>
              <a:chOff x="1728" y="960"/>
              <a:chExt cx="2032" cy="1528"/>
            </a:xfrm>
          </p:grpSpPr>
          <p:sp>
            <p:nvSpPr>
              <p:cNvPr id="40971" name="Freeform 24">
                <a:extLst>
                  <a:ext uri="{FF2B5EF4-FFF2-40B4-BE49-F238E27FC236}">
                    <a16:creationId xmlns:a16="http://schemas.microsoft.com/office/drawing/2014/main" id="{63C224B4-D8DD-DE7D-D4B4-E0CFCFF20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960"/>
                <a:ext cx="1776" cy="1336"/>
              </a:xfrm>
              <a:custGeom>
                <a:avLst/>
                <a:gdLst>
                  <a:gd name="T0" fmla="*/ 583 w 2320"/>
                  <a:gd name="T1" fmla="*/ 467 h 1584"/>
                  <a:gd name="T2" fmla="*/ 229 w 2320"/>
                  <a:gd name="T3" fmla="*/ 58 h 1584"/>
                  <a:gd name="T4" fmla="*/ 90 w 2320"/>
                  <a:gd name="T5" fmla="*/ 120 h 1584"/>
                  <a:gd name="T6" fmla="*/ 166 w 2320"/>
                  <a:gd name="T7" fmla="*/ 304 h 1584"/>
                  <a:gd name="T8" fmla="*/ 178 w 2320"/>
                  <a:gd name="T9" fmla="*/ 448 h 1584"/>
                  <a:gd name="T10" fmla="*/ 65 w 2320"/>
                  <a:gd name="T11" fmla="*/ 672 h 1584"/>
                  <a:gd name="T12" fmla="*/ 583 w 2320"/>
                  <a:gd name="T13" fmla="*/ 467 h 15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20" h="1584">
                    <a:moveTo>
                      <a:pt x="2216" y="1096"/>
                    </a:moveTo>
                    <a:cubicBezTo>
                      <a:pt x="2320" y="856"/>
                      <a:pt x="1184" y="272"/>
                      <a:pt x="872" y="136"/>
                    </a:cubicBezTo>
                    <a:cubicBezTo>
                      <a:pt x="560" y="0"/>
                      <a:pt x="384" y="184"/>
                      <a:pt x="344" y="280"/>
                    </a:cubicBezTo>
                    <a:cubicBezTo>
                      <a:pt x="304" y="376"/>
                      <a:pt x="576" y="584"/>
                      <a:pt x="632" y="712"/>
                    </a:cubicBezTo>
                    <a:cubicBezTo>
                      <a:pt x="688" y="840"/>
                      <a:pt x="744" y="904"/>
                      <a:pt x="680" y="1048"/>
                    </a:cubicBezTo>
                    <a:cubicBezTo>
                      <a:pt x="616" y="1192"/>
                      <a:pt x="0" y="1568"/>
                      <a:pt x="248" y="1576"/>
                    </a:cubicBezTo>
                    <a:cubicBezTo>
                      <a:pt x="496" y="1584"/>
                      <a:pt x="2112" y="1336"/>
                      <a:pt x="2216" y="1096"/>
                    </a:cubicBezTo>
                    <a:close/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lg"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72" name="Oval 25">
                <a:extLst>
                  <a:ext uri="{FF2B5EF4-FFF2-40B4-BE49-F238E27FC236}">
                    <a16:creationId xmlns:a16="http://schemas.microsoft.com/office/drawing/2014/main" id="{7A6DE174-08F1-00AF-3820-5B7037AC8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728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28575">
                <a:solidFill>
                  <a:srgbClr val="FF3300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 sz="1800">
                  <a:solidFill>
                    <a:srgbClr val="000000"/>
                  </a:solidFill>
                  <a:latin typeface="Tw Cen MT" panose="020B0602020104020603" pitchFamily="34" charset="0"/>
                  <a:ea typeface="华文仿宋" panose="02010600040101010101" pitchFamily="2" charset="-122"/>
                </a:endParaRPr>
              </a:p>
            </p:txBody>
          </p:sp>
          <p:sp>
            <p:nvSpPr>
              <p:cNvPr id="40973" name="Oval 26">
                <a:extLst>
                  <a:ext uri="{FF2B5EF4-FFF2-40B4-BE49-F238E27FC236}">
                    <a16:creationId xmlns:a16="http://schemas.microsoft.com/office/drawing/2014/main" id="{D2A4CF83-CF3E-B1D6-8659-78AA2573E1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824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28575">
                <a:solidFill>
                  <a:srgbClr val="FF3300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 sz="1800">
                  <a:solidFill>
                    <a:srgbClr val="000000"/>
                  </a:solidFill>
                  <a:latin typeface="Tw Cen MT" panose="020B0602020104020603" pitchFamily="34" charset="0"/>
                  <a:ea typeface="华文仿宋" panose="02010600040101010101" pitchFamily="2" charset="-122"/>
                </a:endParaRPr>
              </a:p>
            </p:txBody>
          </p:sp>
          <p:sp>
            <p:nvSpPr>
              <p:cNvPr id="40974" name="Oval 27">
                <a:extLst>
                  <a:ext uri="{FF2B5EF4-FFF2-40B4-BE49-F238E27FC236}">
                    <a16:creationId xmlns:a16="http://schemas.microsoft.com/office/drawing/2014/main" id="{6DC77B27-93A6-7292-1054-334FF23A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160"/>
                <a:ext cx="48" cy="48"/>
              </a:xfrm>
              <a:prstGeom prst="ellipse">
                <a:avLst/>
              </a:prstGeom>
              <a:solidFill>
                <a:srgbClr val="FF3300"/>
              </a:solidFill>
              <a:ln w="28575">
                <a:solidFill>
                  <a:srgbClr val="FF3300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defTabSz="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 sz="1800">
                  <a:solidFill>
                    <a:srgbClr val="000000"/>
                  </a:solidFill>
                  <a:latin typeface="Tw Cen MT" panose="020B0602020104020603" pitchFamily="34" charset="0"/>
                  <a:ea typeface="华文仿宋" panose="02010600040101010101" pitchFamily="2" charset="-122"/>
                </a:endParaRPr>
              </a:p>
            </p:txBody>
          </p:sp>
          <p:graphicFrame>
            <p:nvGraphicFramePr>
              <p:cNvPr id="40975" name="Object 28">
                <a:extLst>
                  <a:ext uri="{FF2B5EF4-FFF2-40B4-BE49-F238E27FC236}">
                    <a16:creationId xmlns:a16="http://schemas.microsoft.com/office/drawing/2014/main" id="{08B1E50C-C894-991A-0676-276C4CAE626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2" y="1728"/>
              <a:ext cx="208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330200" imgH="368300" progId="Equation.3">
                      <p:embed/>
                    </p:oleObj>
                  </mc:Choice>
                  <mc:Fallback>
                    <p:oleObj name="公式" r:id="rId15" imgW="330200" imgH="36830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1728"/>
                            <a:ext cx="208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76" name="Object 29">
                <a:extLst>
                  <a:ext uri="{FF2B5EF4-FFF2-40B4-BE49-F238E27FC236}">
                    <a16:creationId xmlns:a16="http://schemas.microsoft.com/office/drawing/2014/main" id="{BF0DD1A2-8160-4477-6788-F2C9CB8BCB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40" y="2256"/>
              <a:ext cx="208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330200" imgH="368300" progId="Equation.3">
                      <p:embed/>
                    </p:oleObj>
                  </mc:Choice>
                  <mc:Fallback>
                    <p:oleObj name="公式" r:id="rId17" imgW="330200" imgH="36830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2256"/>
                            <a:ext cx="208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77" name="Object 30">
                <a:extLst>
                  <a:ext uri="{FF2B5EF4-FFF2-40B4-BE49-F238E27FC236}">
                    <a16:creationId xmlns:a16="http://schemas.microsoft.com/office/drawing/2014/main" id="{651E87CB-747F-9ACD-762B-40EEFFD107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20" y="1584"/>
              <a:ext cx="22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355446" imgH="380835" progId="Equation.3">
                      <p:embed/>
                    </p:oleObj>
                  </mc:Choice>
                  <mc:Fallback>
                    <p:oleObj name="公式" r:id="rId19" imgW="355446" imgH="380835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0" y="1584"/>
                            <a:ext cx="224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78" name="Object 31">
                <a:extLst>
                  <a:ext uri="{FF2B5EF4-FFF2-40B4-BE49-F238E27FC236}">
                    <a16:creationId xmlns:a16="http://schemas.microsoft.com/office/drawing/2014/main" id="{BE3D0A9E-73CD-E9C0-B089-66CDC68DBA6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96" y="1584"/>
              <a:ext cx="440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1" imgW="698500" imgH="469900" progId="Equation.3">
                      <p:embed/>
                    </p:oleObj>
                  </mc:Choice>
                  <mc:Fallback>
                    <p:oleObj name="公式" r:id="rId21" imgW="698500" imgH="46990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96" y="1584"/>
                            <a:ext cx="440" cy="29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63879" name="Text Box 39">
            <a:extLst>
              <a:ext uri="{FF2B5EF4-FFF2-40B4-BE49-F238E27FC236}">
                <a16:creationId xmlns:a16="http://schemas.microsoft.com/office/drawing/2014/main" id="{80BA6ADC-7A59-9297-5825-B88ED322F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5502275"/>
            <a:ext cx="719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1800" b="1">
                <a:solidFill>
                  <a:srgbClr val="CC0000"/>
                </a:solidFill>
                <a:latin typeface="宋体" panose="02010600030101010101" pitchFamily="2" charset="-122"/>
              </a:rPr>
              <a:t>B</a:t>
            </a:r>
          </a:p>
        </p:txBody>
      </p:sp>
    </p:spTree>
  </p:cSld>
  <p:clrMapOvr>
    <a:masterClrMapping/>
  </p:clrMapOvr>
  <p:transition>
    <p:dissolve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6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62" name="Group 2">
            <a:extLst>
              <a:ext uri="{FF2B5EF4-FFF2-40B4-BE49-F238E27FC236}">
                <a16:creationId xmlns:a16="http://schemas.microsoft.com/office/drawing/2014/main" id="{E10504F7-9D60-4E34-6F64-D910BE5ADFC5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44463"/>
            <a:ext cx="8839200" cy="2590800"/>
            <a:chOff x="96" y="96"/>
            <a:chExt cx="5568" cy="1632"/>
          </a:xfrm>
        </p:grpSpPr>
        <p:sp>
          <p:nvSpPr>
            <p:cNvPr id="42009" name="Text Box 3">
              <a:extLst>
                <a:ext uri="{FF2B5EF4-FFF2-40B4-BE49-F238E27FC236}">
                  <a16:creationId xmlns:a16="http://schemas.microsoft.com/office/drawing/2014/main" id="{AE51BB15-D7E9-1C1C-F90D-691167CD40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96"/>
              <a:ext cx="40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FF00"/>
                  </a:solidFill>
                  <a:latin typeface="宋体" panose="02010600030101010101" pitchFamily="2" charset="-122"/>
                </a:rPr>
                <a:t>例  </a:t>
              </a:r>
              <a:r>
                <a:rPr lang="zh-CN" altLang="en-US" sz="2000" b="1">
                  <a:solidFill>
                    <a:schemeClr val="bg1"/>
                  </a:solidFill>
                  <a:latin typeface="宋体" panose="02010600030101010101" pitchFamily="2" charset="-122"/>
                </a:rPr>
                <a:t>用叠加原理求</a:t>
              </a:r>
              <a:r>
                <a:rPr lang="zh-CN" altLang="en-US" sz="2000" b="1">
                  <a:solidFill>
                    <a:srgbClr val="FF9900"/>
                  </a:solidFill>
                  <a:latin typeface="宋体" panose="02010600030101010101" pitchFamily="2" charset="-122"/>
                </a:rPr>
                <a:t>均匀带电球壳</a:t>
              </a:r>
              <a:r>
                <a:rPr lang="zh-CN" altLang="en-US" sz="2000" b="1">
                  <a:solidFill>
                    <a:schemeClr val="bg1"/>
                  </a:solidFill>
                  <a:latin typeface="宋体" panose="02010600030101010101" pitchFamily="2" charset="-122"/>
                </a:rPr>
                <a:t>腔内任意点的电势</a:t>
              </a:r>
            </a:p>
          </p:txBody>
        </p:sp>
        <p:sp>
          <p:nvSpPr>
            <p:cNvPr id="42010" name="Rectangle 4">
              <a:extLst>
                <a:ext uri="{FF2B5EF4-FFF2-40B4-BE49-F238E27FC236}">
                  <a16:creationId xmlns:a16="http://schemas.microsoft.com/office/drawing/2014/main" id="{CA5823AE-3E36-FCFB-37DA-E36D7E260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44"/>
              <a:ext cx="1584" cy="15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2011" name="AutoShape 5">
              <a:extLst>
                <a:ext uri="{FF2B5EF4-FFF2-40B4-BE49-F238E27FC236}">
                  <a16:creationId xmlns:a16="http://schemas.microsoft.com/office/drawing/2014/main" id="{2A00D19F-0D60-7571-1943-EAFD1FAC2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" y="224"/>
              <a:ext cx="1404" cy="14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9 w 21600"/>
                <a:gd name="T25" fmla="*/ 3162 h 21600"/>
                <a:gd name="T26" fmla="*/ 18431 w 21600"/>
                <a:gd name="T27" fmla="*/ 1843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CC99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2" name="Line 6">
              <a:extLst>
                <a:ext uri="{FF2B5EF4-FFF2-40B4-BE49-F238E27FC236}">
                  <a16:creationId xmlns:a16="http://schemas.microsoft.com/office/drawing/2014/main" id="{18EC3723-C317-C3FB-D5AB-4527A34686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6" y="801"/>
              <a:ext cx="331" cy="1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13" name="Line 7">
              <a:extLst>
                <a:ext uri="{FF2B5EF4-FFF2-40B4-BE49-F238E27FC236}">
                  <a16:creationId xmlns:a16="http://schemas.microsoft.com/office/drawing/2014/main" id="{3EFCC201-0C7F-BA35-17E8-4B368A8B4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68" y="432"/>
              <a:ext cx="508" cy="5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14" name="Object 8">
              <a:extLst>
                <a:ext uri="{FF2B5EF4-FFF2-40B4-BE49-F238E27FC236}">
                  <a16:creationId xmlns:a16="http://schemas.microsoft.com/office/drawing/2014/main" id="{7C85CA47-3B34-E952-4545-E1461E6B6F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2" y="692"/>
            <a:ext cx="18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81000" imgH="508000" progId="Equation.3">
                    <p:embed/>
                  </p:oleObj>
                </mc:Choice>
                <mc:Fallback>
                  <p:oleObj name="公式" r:id="rId2" imgW="381000" imgH="5080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2" y="692"/>
                          <a:ext cx="18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5" name="Object 9">
              <a:extLst>
                <a:ext uri="{FF2B5EF4-FFF2-40B4-BE49-F238E27FC236}">
                  <a16:creationId xmlns:a16="http://schemas.microsoft.com/office/drawing/2014/main" id="{0F36111C-63AB-5F85-CA64-254D77373C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192"/>
            <a:ext cx="20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431800" imgH="508000" progId="Equation.3">
                    <p:embed/>
                  </p:oleObj>
                </mc:Choice>
                <mc:Fallback>
                  <p:oleObj name="公式" r:id="rId4" imgW="431800" imgH="5080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92"/>
                          <a:ext cx="20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16" name="Object 10">
              <a:extLst>
                <a:ext uri="{FF2B5EF4-FFF2-40B4-BE49-F238E27FC236}">
                  <a16:creationId xmlns:a16="http://schemas.microsoft.com/office/drawing/2014/main" id="{F1224EE4-9765-922F-CA27-99C09F54F1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864"/>
            <a:ext cx="607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952087" imgH="495085" progId="Equation.3">
                    <p:embed/>
                  </p:oleObj>
                </mc:Choice>
                <mc:Fallback>
                  <p:oleObj name="公式" r:id="rId6" imgW="952087" imgH="49508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864"/>
                          <a:ext cx="607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7" name="Oval 11">
              <a:extLst>
                <a:ext uri="{FF2B5EF4-FFF2-40B4-BE49-F238E27FC236}">
                  <a16:creationId xmlns:a16="http://schemas.microsoft.com/office/drawing/2014/main" id="{202CBD31-8441-7DBD-D5D9-E1ED0D41F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8" y="1171"/>
              <a:ext cx="36" cy="3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42018" name="Object 12">
              <a:extLst>
                <a:ext uri="{FF2B5EF4-FFF2-40B4-BE49-F238E27FC236}">
                  <a16:creationId xmlns:a16="http://schemas.microsoft.com/office/drawing/2014/main" id="{5C23BBD0-7F95-21BD-E1C4-69ADCFE157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0" y="1104"/>
            <a:ext cx="137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66731" imgH="289782" progId="Equation.3">
                    <p:embed/>
                  </p:oleObj>
                </mc:Choice>
                <mc:Fallback>
                  <p:oleObj name="公式" r:id="rId8" imgW="266731" imgH="289782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1104"/>
                          <a:ext cx="137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9" name="Text Box 13">
              <a:extLst>
                <a:ext uri="{FF2B5EF4-FFF2-40B4-BE49-F238E27FC236}">
                  <a16:creationId xmlns:a16="http://schemas.microsoft.com/office/drawing/2014/main" id="{2738B8BA-AED2-7BB9-480E-6072E6CE3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" y="456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FF00"/>
                  </a:solidFill>
                  <a:latin typeface="宋体" panose="02010600030101010101" pitchFamily="2" charset="-122"/>
                </a:rPr>
                <a:t>已知：</a:t>
              </a:r>
            </a:p>
          </p:txBody>
        </p:sp>
        <p:graphicFrame>
          <p:nvGraphicFramePr>
            <p:cNvPr id="42020" name="Object 14">
              <a:extLst>
                <a:ext uri="{FF2B5EF4-FFF2-40B4-BE49-F238E27FC236}">
                  <a16:creationId xmlns:a16="http://schemas.microsoft.com/office/drawing/2014/main" id="{5D976A5D-0C2F-4895-0395-6A07333268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22" y="432"/>
            <a:ext cx="1404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746947" imgH="160103" progId="Equation.3">
                    <p:embed/>
                  </p:oleObj>
                </mc:Choice>
                <mc:Fallback>
                  <p:oleObj name="公式" r:id="rId10" imgW="746947" imgH="160103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2" y="432"/>
                          <a:ext cx="1404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1" name="Text Box 15">
              <a:extLst>
                <a:ext uri="{FF2B5EF4-FFF2-40B4-BE49-F238E27FC236}">
                  <a16:creationId xmlns:a16="http://schemas.microsoft.com/office/drawing/2014/main" id="{201B4547-BDA9-370F-6F31-4A4745969C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" y="787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FF00"/>
                  </a:solidFill>
                  <a:latin typeface="宋体" panose="02010600030101010101" pitchFamily="2" charset="-122"/>
                </a:rPr>
                <a:t>求：</a:t>
              </a:r>
            </a:p>
          </p:txBody>
        </p:sp>
        <p:graphicFrame>
          <p:nvGraphicFramePr>
            <p:cNvPr id="42022" name="Object 16">
              <a:extLst>
                <a:ext uri="{FF2B5EF4-FFF2-40B4-BE49-F238E27FC236}">
                  <a16:creationId xmlns:a16="http://schemas.microsoft.com/office/drawing/2014/main" id="{24977E95-E8F1-76B1-6353-274E87D897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2" y="816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60238" imgH="160103" progId="Equation.3">
                    <p:embed/>
                  </p:oleObj>
                </mc:Choice>
                <mc:Fallback>
                  <p:oleObj name="公式" r:id="rId12" imgW="160238" imgH="160103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816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7777" name="Text Box 17">
            <a:extLst>
              <a:ext uri="{FF2B5EF4-FFF2-40B4-BE49-F238E27FC236}">
                <a16:creationId xmlns:a16="http://schemas.microsoft.com/office/drawing/2014/main" id="{806020FF-594D-3A99-930E-8EC326B4B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28800"/>
            <a:ext cx="5475288" cy="134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将带电球壳视为许多均匀带电球面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    的集合，取半径 </a:t>
            </a:r>
            <a:r>
              <a:rPr lang="en-US" altLang="zh-CN" b="1" i="1">
                <a:solidFill>
                  <a:srgbClr val="FF9900"/>
                </a:solidFill>
              </a:rPr>
              <a:t>r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，厚 </a:t>
            </a:r>
            <a:r>
              <a:rPr lang="en-US" altLang="zh-CN" b="1">
                <a:solidFill>
                  <a:srgbClr val="FF9900"/>
                </a:solidFill>
              </a:rPr>
              <a:t>d</a:t>
            </a:r>
            <a:r>
              <a:rPr lang="en-US" altLang="zh-CN" b="1" i="1">
                <a:solidFill>
                  <a:srgbClr val="FF9900"/>
                </a:solidFill>
              </a:rPr>
              <a:t>r</a:t>
            </a:r>
            <a:r>
              <a:rPr lang="en-US" altLang="zh-CN" b="1">
                <a:solidFill>
                  <a:srgbClr val="FF9900"/>
                </a:solidFill>
              </a:rPr>
              <a:t> 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的球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    壳为电荷元：</a:t>
            </a:r>
          </a:p>
        </p:txBody>
      </p:sp>
      <p:graphicFrame>
        <p:nvGraphicFramePr>
          <p:cNvPr id="117778" name="Object 18">
            <a:extLst>
              <a:ext uri="{FF2B5EF4-FFF2-40B4-BE49-F238E27FC236}">
                <a16:creationId xmlns:a16="http://schemas.microsoft.com/office/drawing/2014/main" id="{727878CE-6399-C2A0-8782-A7443BAE5D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3113" y="2838450"/>
          <a:ext cx="241141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17451" imgH="388537" progId="Equation.3">
                  <p:embed/>
                </p:oleObj>
              </mc:Choice>
              <mc:Fallback>
                <p:oleObj name="公式" r:id="rId14" imgW="2217451" imgH="38853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2838450"/>
                        <a:ext cx="2411412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779" name="Group 19">
            <a:extLst>
              <a:ext uri="{FF2B5EF4-FFF2-40B4-BE49-F238E27FC236}">
                <a16:creationId xmlns:a16="http://schemas.microsoft.com/office/drawing/2014/main" id="{1D42AB81-60F6-2F7E-8A8D-B5AE9921E0FA}"/>
              </a:ext>
            </a:extLst>
          </p:cNvPr>
          <p:cNvGrpSpPr>
            <a:grpSpLocks/>
          </p:cNvGrpSpPr>
          <p:nvPr/>
        </p:nvGrpSpPr>
        <p:grpSpPr bwMode="auto">
          <a:xfrm>
            <a:off x="646113" y="3357563"/>
            <a:ext cx="6157912" cy="544512"/>
            <a:chOff x="384" y="2928"/>
            <a:chExt cx="3879" cy="405"/>
          </a:xfrm>
        </p:grpSpPr>
        <p:grpSp>
          <p:nvGrpSpPr>
            <p:cNvPr id="42002" name="Group 20">
              <a:extLst>
                <a:ext uri="{FF2B5EF4-FFF2-40B4-BE49-F238E27FC236}">
                  <a16:creationId xmlns:a16="http://schemas.microsoft.com/office/drawing/2014/main" id="{476F282A-3024-0086-5871-D6154D6ECB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2928"/>
              <a:ext cx="1152" cy="364"/>
              <a:chOff x="288" y="2928"/>
              <a:chExt cx="1152" cy="364"/>
            </a:xfrm>
          </p:grpSpPr>
          <p:graphicFrame>
            <p:nvGraphicFramePr>
              <p:cNvPr id="42007" name="Object 21">
                <a:extLst>
                  <a:ext uri="{FF2B5EF4-FFF2-40B4-BE49-F238E27FC236}">
                    <a16:creationId xmlns:a16="http://schemas.microsoft.com/office/drawing/2014/main" id="{D6A16792-7BD2-CF0D-28AB-E08D3F1189F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2" y="3024"/>
              <a:ext cx="768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1165953" imgH="457366" progId="Equation.3">
                      <p:embed/>
                    </p:oleObj>
                  </mc:Choice>
                  <mc:Fallback>
                    <p:oleObj name="公式" r:id="rId16" imgW="1165953" imgH="457366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" y="3024"/>
                            <a:ext cx="768" cy="2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008" name="Text Box 22">
                <a:extLst>
                  <a:ext uri="{FF2B5EF4-FFF2-40B4-BE49-F238E27FC236}">
                    <a16:creationId xmlns:a16="http://schemas.microsoft.com/office/drawing/2014/main" id="{6A57D228-6901-8101-BDAC-6128BDF42B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2928"/>
                <a:ext cx="435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令</a:t>
                </a:r>
              </a:p>
            </p:txBody>
          </p:sp>
        </p:grpSp>
        <p:grpSp>
          <p:nvGrpSpPr>
            <p:cNvPr id="42003" name="Group 23">
              <a:extLst>
                <a:ext uri="{FF2B5EF4-FFF2-40B4-BE49-F238E27FC236}">
                  <a16:creationId xmlns:a16="http://schemas.microsoft.com/office/drawing/2014/main" id="{1A8DBFD4-52CF-EA02-8709-F699F56FAB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976"/>
              <a:ext cx="2535" cy="341"/>
              <a:chOff x="2304" y="2064"/>
              <a:chExt cx="2535" cy="341"/>
            </a:xfrm>
          </p:grpSpPr>
          <p:sp>
            <p:nvSpPr>
              <p:cNvPr id="42005" name="Text Box 24">
                <a:extLst>
                  <a:ext uri="{FF2B5EF4-FFF2-40B4-BE49-F238E27FC236}">
                    <a16:creationId xmlns:a16="http://schemas.microsoft.com/office/drawing/2014/main" id="{C2AEFE2F-80DB-1B14-6108-771BD3CDAD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26" y="2064"/>
                <a:ext cx="2213" cy="3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在腔内产生的电势：</a:t>
                </a:r>
              </a:p>
            </p:txBody>
          </p:sp>
          <p:graphicFrame>
            <p:nvGraphicFramePr>
              <p:cNvPr id="42006" name="Object 25">
                <a:extLst>
                  <a:ext uri="{FF2B5EF4-FFF2-40B4-BE49-F238E27FC236}">
                    <a16:creationId xmlns:a16="http://schemas.microsoft.com/office/drawing/2014/main" id="{E1800490-126D-CC67-1745-AFDFE5E7188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04" y="2064"/>
              <a:ext cx="384" cy="3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152276" imgH="152622" progId="Equation.3">
                      <p:embed/>
                    </p:oleObj>
                  </mc:Choice>
                  <mc:Fallback>
                    <p:oleObj name="公式" r:id="rId18" imgW="152276" imgH="152622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4" y="2064"/>
                            <a:ext cx="384" cy="3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2004" name="Text Box 26">
              <a:extLst>
                <a:ext uri="{FF2B5EF4-FFF2-40B4-BE49-F238E27FC236}">
                  <a16:creationId xmlns:a16="http://schemas.microsoft.com/office/drawing/2014/main" id="{0D80E74E-4DDC-69F5-356C-108FD5D69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6" y="2947"/>
              <a:ext cx="341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chemeClr val="bg1"/>
                  </a:solidFill>
                  <a:latin typeface="宋体" panose="02010600030101010101" pitchFamily="2" charset="-122"/>
                </a:rPr>
                <a:t>，</a:t>
              </a:r>
            </a:p>
          </p:txBody>
        </p:sp>
      </p:grpSp>
      <p:graphicFrame>
        <p:nvGraphicFramePr>
          <p:cNvPr id="117787" name="Object 27">
            <a:extLst>
              <a:ext uri="{FF2B5EF4-FFF2-40B4-BE49-F238E27FC236}">
                <a16:creationId xmlns:a16="http://schemas.microsoft.com/office/drawing/2014/main" id="{5186B847-C805-54E7-BF02-93DEC5AAA7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3933825"/>
          <a:ext cx="62484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981076" imgH="403999" progId="Equation.3">
                  <p:embed/>
                </p:oleObj>
              </mc:Choice>
              <mc:Fallback>
                <p:oleObj name="公式" r:id="rId20" imgW="1981076" imgH="403999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933825"/>
                        <a:ext cx="6248400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8" name="Object 28">
            <a:extLst>
              <a:ext uri="{FF2B5EF4-FFF2-40B4-BE49-F238E27FC236}">
                <a16:creationId xmlns:a16="http://schemas.microsoft.com/office/drawing/2014/main" id="{BDC2660A-9CF8-7C7C-FAFD-6998DFD590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5099050"/>
          <a:ext cx="47434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724524" imgH="1028949" progId="Equation.3">
                  <p:embed/>
                </p:oleObj>
              </mc:Choice>
              <mc:Fallback>
                <p:oleObj name="公式" r:id="rId22" imgW="4724524" imgH="1028949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5099050"/>
                        <a:ext cx="474345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89" name="Text Box 29">
            <a:extLst>
              <a:ext uri="{FF2B5EF4-FFF2-40B4-BE49-F238E27FC236}">
                <a16:creationId xmlns:a16="http://schemas.microsoft.com/office/drawing/2014/main" id="{AEC73A58-02B0-59AC-83F9-88493EF4F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5949950"/>
            <a:ext cx="28813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腔内各点等势</a:t>
            </a:r>
          </a:p>
        </p:txBody>
      </p:sp>
      <p:sp>
        <p:nvSpPr>
          <p:cNvPr id="117790" name="Text Box 30">
            <a:extLst>
              <a:ext uri="{FF2B5EF4-FFF2-40B4-BE49-F238E27FC236}">
                <a16:creationId xmlns:a16="http://schemas.microsoft.com/office/drawing/2014/main" id="{91D59F74-C4B8-49BF-42E0-67000E51D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5229225"/>
            <a:ext cx="2073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由叠加原理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：</a:t>
            </a:r>
          </a:p>
        </p:txBody>
      </p:sp>
      <p:grpSp>
        <p:nvGrpSpPr>
          <p:cNvPr id="117791" name="Group 31">
            <a:extLst>
              <a:ext uri="{FF2B5EF4-FFF2-40B4-BE49-F238E27FC236}">
                <a16:creationId xmlns:a16="http://schemas.microsoft.com/office/drawing/2014/main" id="{5DDE09E7-0CA1-5335-E75B-9A1C26EFAA9A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533400"/>
            <a:ext cx="1778000" cy="2151063"/>
            <a:chOff x="4320" y="336"/>
            <a:chExt cx="1120" cy="1355"/>
          </a:xfrm>
        </p:grpSpPr>
        <p:sp>
          <p:nvSpPr>
            <p:cNvPr id="41996" name="Oval 32">
              <a:extLst>
                <a:ext uri="{FF2B5EF4-FFF2-40B4-BE49-F238E27FC236}">
                  <a16:creationId xmlns:a16="http://schemas.microsoft.com/office/drawing/2014/main" id="{873828BD-291C-4200-B06D-6D976417A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"/>
              <a:ext cx="1120" cy="1180"/>
            </a:xfrm>
            <a:prstGeom prst="ellipse">
              <a:avLst/>
            </a:prstGeom>
            <a:noFill/>
            <a:ln w="762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41997" name="Line 33">
              <a:extLst>
                <a:ext uri="{FF2B5EF4-FFF2-40B4-BE49-F238E27FC236}">
                  <a16:creationId xmlns:a16="http://schemas.microsoft.com/office/drawing/2014/main" id="{E607C746-35FD-D67F-AEC4-9D9359B6F0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1" y="336"/>
              <a:ext cx="0" cy="57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998" name="Object 34">
              <a:extLst>
                <a:ext uri="{FF2B5EF4-FFF2-40B4-BE49-F238E27FC236}">
                  <a16:creationId xmlns:a16="http://schemas.microsoft.com/office/drawing/2014/main" id="{B33784A5-813A-1733-B646-4CAD0A1A83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432"/>
            <a:ext cx="110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75167" imgH="198009" progId="Equation.3">
                    <p:embed/>
                  </p:oleObj>
                </mc:Choice>
                <mc:Fallback>
                  <p:oleObj name="公式" r:id="rId24" imgW="175167" imgH="198009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432"/>
                          <a:ext cx="110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9" name="Line 35">
              <a:extLst>
                <a:ext uri="{FF2B5EF4-FFF2-40B4-BE49-F238E27FC236}">
                  <a16:creationId xmlns:a16="http://schemas.microsoft.com/office/drawing/2014/main" id="{E6B378DC-2E18-7566-5B76-E4C0F1987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344"/>
              <a:ext cx="0" cy="15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0" name="Line 36">
              <a:extLst>
                <a:ext uri="{FF2B5EF4-FFF2-40B4-BE49-F238E27FC236}">
                  <a16:creationId xmlns:a16="http://schemas.microsoft.com/office/drawing/2014/main" id="{F01A2A9D-09EA-33C8-C57E-A6216E08A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536"/>
              <a:ext cx="0" cy="155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01" name="Object 37">
              <a:extLst>
                <a:ext uri="{FF2B5EF4-FFF2-40B4-BE49-F238E27FC236}">
                  <a16:creationId xmlns:a16="http://schemas.microsoft.com/office/drawing/2014/main" id="{9773665D-AF54-67C6-4909-6B955051D4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8" y="1248"/>
            <a:ext cx="265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37347" imgH="121698" progId="Equation.3">
                    <p:embed/>
                  </p:oleObj>
                </mc:Choice>
                <mc:Fallback>
                  <p:oleObj name="公式" r:id="rId26" imgW="137347" imgH="121698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1248"/>
                          <a:ext cx="265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17798" name="Picture 38">
            <a:extLst>
              <a:ext uri="{FF2B5EF4-FFF2-40B4-BE49-F238E27FC236}">
                <a16:creationId xmlns:a16="http://schemas.microsoft.com/office/drawing/2014/main" id="{A8582352-1D4E-C220-0EC9-96F3772FB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7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7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7" grpId="0"/>
      <p:bldP spid="117789" grpId="0"/>
      <p:bldP spid="11779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0FAC22E2-2AD6-6926-59E1-D307DD88C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80988"/>
            <a:ext cx="5559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>
                <a:solidFill>
                  <a:srgbClr val="00FF00"/>
                </a:solidFill>
                <a:latin typeface="宋体" panose="02010600030101010101" pitchFamily="2" charset="-122"/>
              </a:rPr>
              <a:t>.</a:t>
            </a:r>
            <a:r>
              <a:rPr lang="en-US" altLang="zh-CN" b="1">
                <a:latin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如图所示，求单位长度的电容</a:t>
            </a:r>
          </a:p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b="1">
                <a:solidFill>
                  <a:srgbClr val="FF9900"/>
                </a:solidFill>
              </a:rPr>
              <a:t>（ </a:t>
            </a:r>
            <a:r>
              <a:rPr lang="en-US" altLang="zh-CN" b="1" i="1">
                <a:solidFill>
                  <a:srgbClr val="FF9900"/>
                </a:solidFill>
              </a:rPr>
              <a:t>d</a:t>
            </a:r>
            <a:r>
              <a:rPr lang="en-US" altLang="zh-CN" b="1">
                <a:solidFill>
                  <a:srgbClr val="FF9900"/>
                </a:solidFill>
              </a:rPr>
              <a:t> &gt;&gt; </a:t>
            </a:r>
            <a:r>
              <a:rPr lang="en-US" altLang="zh-CN" b="1" i="1">
                <a:solidFill>
                  <a:srgbClr val="FF9900"/>
                </a:solidFill>
              </a:rPr>
              <a:t>a</a:t>
            </a:r>
            <a:r>
              <a:rPr lang="zh-CN" altLang="en-US" b="1">
                <a:solidFill>
                  <a:srgbClr val="FF9900"/>
                </a:solidFill>
              </a:rPr>
              <a:t>）</a:t>
            </a:r>
          </a:p>
        </p:txBody>
      </p:sp>
      <p:graphicFrame>
        <p:nvGraphicFramePr>
          <p:cNvPr id="121859" name="Object 3">
            <a:extLst>
              <a:ext uri="{FF2B5EF4-FFF2-40B4-BE49-F238E27FC236}">
                <a16:creationId xmlns:a16="http://schemas.microsoft.com/office/drawing/2014/main" id="{665BC220-D79F-9281-FED4-3B1E8EF872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1239838"/>
          <a:ext cx="609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56353" imgH="312226" progId="Equation.3">
                  <p:embed/>
                </p:oleObj>
              </mc:Choice>
              <mc:Fallback>
                <p:oleObj name="公式" r:id="rId2" imgW="556353" imgH="31222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239838"/>
                        <a:ext cx="609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0" name="Text Box 4">
            <a:extLst>
              <a:ext uri="{FF2B5EF4-FFF2-40B4-BE49-F238E27FC236}">
                <a16:creationId xmlns:a16="http://schemas.microsoft.com/office/drawing/2014/main" id="{C692B238-1A2C-CDAF-DD0E-0FFA813D9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63638"/>
            <a:ext cx="350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设单位长度带电</a:t>
            </a:r>
          </a:p>
        </p:txBody>
      </p:sp>
      <p:grpSp>
        <p:nvGrpSpPr>
          <p:cNvPr id="43013" name="Group 5">
            <a:extLst>
              <a:ext uri="{FF2B5EF4-FFF2-40B4-BE49-F238E27FC236}">
                <a16:creationId xmlns:a16="http://schemas.microsoft.com/office/drawing/2014/main" id="{940AB4FE-E7B5-B4AD-C8F8-468225D088D6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96838"/>
            <a:ext cx="2895600" cy="2971800"/>
            <a:chOff x="429" y="1056"/>
            <a:chExt cx="1968" cy="2304"/>
          </a:xfrm>
        </p:grpSpPr>
        <p:sp>
          <p:nvSpPr>
            <p:cNvPr id="43024" name="Rectangle 6">
              <a:extLst>
                <a:ext uri="{FF2B5EF4-FFF2-40B4-BE49-F238E27FC236}">
                  <a16:creationId xmlns:a16="http://schemas.microsoft.com/office/drawing/2014/main" id="{22AFE3C2-0E0E-2F1B-9E0C-0E4C1750E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" y="1056"/>
              <a:ext cx="1968" cy="23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AAA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43025" name="Group 7">
              <a:extLst>
                <a:ext uri="{FF2B5EF4-FFF2-40B4-BE49-F238E27FC236}">
                  <a16:creationId xmlns:a16="http://schemas.microsoft.com/office/drawing/2014/main" id="{37287C56-66C0-9C2A-C7F4-39A4D60A4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152"/>
              <a:ext cx="1629" cy="2077"/>
              <a:chOff x="627" y="1152"/>
              <a:chExt cx="1629" cy="2077"/>
            </a:xfrm>
          </p:grpSpPr>
          <p:graphicFrame>
            <p:nvGraphicFramePr>
              <p:cNvPr id="43026" name="Object 8">
                <a:extLst>
                  <a:ext uri="{FF2B5EF4-FFF2-40B4-BE49-F238E27FC236}">
                    <a16:creationId xmlns:a16="http://schemas.microsoft.com/office/drawing/2014/main" id="{198BEA31-A8FE-2ADC-6BF3-73B73A55ADA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2" y="2254"/>
              <a:ext cx="47" cy="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101468" imgH="114151" progId="Equation.3">
                      <p:embed/>
                    </p:oleObj>
                  </mc:Choice>
                  <mc:Fallback>
                    <p:oleObj name="公式" r:id="rId4" imgW="101468" imgH="114151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2" y="2254"/>
                            <a:ext cx="47" cy="66"/>
                          </a:xfrm>
                          <a:prstGeom prst="rect">
                            <a:avLst/>
                          </a:prstGeom>
                          <a:solidFill>
                            <a:srgbClr val="00FF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3027" name="Group 9">
                <a:extLst>
                  <a:ext uri="{FF2B5EF4-FFF2-40B4-BE49-F238E27FC236}">
                    <a16:creationId xmlns:a16="http://schemas.microsoft.com/office/drawing/2014/main" id="{2F8FB0A7-9135-C2F3-CBB2-ABE7994F22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392"/>
                <a:ext cx="1286" cy="1837"/>
                <a:chOff x="816" y="1392"/>
                <a:chExt cx="1286" cy="1837"/>
              </a:xfrm>
            </p:grpSpPr>
            <p:grpSp>
              <p:nvGrpSpPr>
                <p:cNvPr id="43040" name="Group 10">
                  <a:extLst>
                    <a:ext uri="{FF2B5EF4-FFF2-40B4-BE49-F238E27FC236}">
                      <a16:creationId xmlns:a16="http://schemas.microsoft.com/office/drawing/2014/main" id="{F33C968D-3E8A-703A-7E0A-2E4279EE2C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6" y="1392"/>
                  <a:ext cx="815" cy="1837"/>
                  <a:chOff x="816" y="1392"/>
                  <a:chExt cx="815" cy="1837"/>
                </a:xfrm>
              </p:grpSpPr>
              <p:sp>
                <p:nvSpPr>
                  <p:cNvPr id="43044" name="AutoShape 11">
                    <a:extLst>
                      <a:ext uri="{FF2B5EF4-FFF2-40B4-BE49-F238E27FC236}">
                        <a16:creationId xmlns:a16="http://schemas.microsoft.com/office/drawing/2014/main" id="{8AB57ADF-04DC-0EED-B9CF-C7749DAFAE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88" y="1392"/>
                    <a:ext cx="143" cy="1837"/>
                  </a:xfrm>
                  <a:prstGeom prst="can">
                    <a:avLst>
                      <a:gd name="adj" fmla="val 71130"/>
                    </a:avLst>
                  </a:prstGeom>
                  <a:solidFill>
                    <a:srgbClr val="FFCC99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/>
                  </a:p>
                </p:txBody>
              </p:sp>
              <p:sp>
                <p:nvSpPr>
                  <p:cNvPr id="43045" name="AutoShape 12">
                    <a:extLst>
                      <a:ext uri="{FF2B5EF4-FFF2-40B4-BE49-F238E27FC236}">
                        <a16:creationId xmlns:a16="http://schemas.microsoft.com/office/drawing/2014/main" id="{FB93652F-526B-2CF5-EFBC-15725554BE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16" y="1392"/>
                    <a:ext cx="143" cy="1837"/>
                  </a:xfrm>
                  <a:prstGeom prst="can">
                    <a:avLst>
                      <a:gd name="adj" fmla="val 71130"/>
                    </a:avLst>
                  </a:prstGeom>
                  <a:solidFill>
                    <a:srgbClr val="FFCC99"/>
                  </a:solidFill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/>
                  </a:p>
                </p:txBody>
              </p:sp>
            </p:grpSp>
            <p:sp>
              <p:nvSpPr>
                <p:cNvPr id="43041" name="Line 13">
                  <a:extLst>
                    <a:ext uri="{FF2B5EF4-FFF2-40B4-BE49-F238E27FC236}">
                      <a16:creationId xmlns:a16="http://schemas.microsoft.com/office/drawing/2014/main" id="{2310E2F9-498C-7EC4-08FE-F8D30A8C59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87" y="2288"/>
                  <a:ext cx="121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43042" name="Object 14">
                  <a:extLst>
                    <a:ext uri="{FF2B5EF4-FFF2-40B4-BE49-F238E27FC236}">
                      <a16:creationId xmlns:a16="http://schemas.microsoft.com/office/drawing/2014/main" id="{8F30333D-5771-E06E-1A5A-E7D569EA620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52" y="2267"/>
                <a:ext cx="47" cy="6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6" imgW="101468" imgH="114151" progId="Equation.3">
                        <p:embed/>
                      </p:oleObj>
                    </mc:Choice>
                    <mc:Fallback>
                      <p:oleObj name="公式" r:id="rId6" imgW="101468" imgH="114151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52" y="2267"/>
                              <a:ext cx="47" cy="6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3043" name="Object 15">
                  <a:extLst>
                    <a:ext uri="{FF2B5EF4-FFF2-40B4-BE49-F238E27FC236}">
                      <a16:creationId xmlns:a16="http://schemas.microsoft.com/office/drawing/2014/main" id="{095F0EEB-02FA-F685-D7A7-C87F31BB17C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555" y="2267"/>
                <a:ext cx="47" cy="6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6" imgW="101468" imgH="114151" progId="Equation.3">
                        <p:embed/>
                      </p:oleObj>
                    </mc:Choice>
                    <mc:Fallback>
                      <p:oleObj name="公式" r:id="rId6" imgW="101468" imgH="114151" progId="Equation.3">
                        <p:embed/>
                        <p:pic>
                          <p:nvPicPr>
                            <p:cNvPr id="0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555" y="2267"/>
                              <a:ext cx="47" cy="6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43028" name="Line 16">
                <a:extLst>
                  <a:ext uri="{FF2B5EF4-FFF2-40B4-BE49-F238E27FC236}">
                    <a16:creationId xmlns:a16="http://schemas.microsoft.com/office/drawing/2014/main" id="{2EA44BDC-A0F0-87D5-5DBD-7E178233D3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7" y="2275"/>
                <a:ext cx="25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3029" name="Object 17">
                <a:extLst>
                  <a:ext uri="{FF2B5EF4-FFF2-40B4-BE49-F238E27FC236}">
                    <a16:creationId xmlns:a16="http://schemas.microsoft.com/office/drawing/2014/main" id="{D8722B4F-CD8A-A96F-41CA-DBF1CF514ED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32" y="2365"/>
              <a:ext cx="169" cy="2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274196" imgH="381055" progId="Equation.3">
                      <p:embed/>
                    </p:oleObj>
                  </mc:Choice>
                  <mc:Fallback>
                    <p:oleObj name="公式" r:id="rId7" imgW="274196" imgH="381055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2" y="2365"/>
                            <a:ext cx="169" cy="2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030" name="Object 18">
                <a:extLst>
                  <a:ext uri="{FF2B5EF4-FFF2-40B4-BE49-F238E27FC236}">
                    <a16:creationId xmlns:a16="http://schemas.microsoft.com/office/drawing/2014/main" id="{D2407980-EA85-24DF-D85D-D82FF016C2F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6" y="2016"/>
              <a:ext cx="163" cy="2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253780" imgH="266469" progId="Equation.3">
                      <p:embed/>
                    </p:oleObj>
                  </mc:Choice>
                  <mc:Fallback>
                    <p:oleObj name="公式" r:id="rId9" imgW="253780" imgH="266469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2016"/>
                            <a:ext cx="163" cy="2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031" name="Object 19">
                <a:extLst>
                  <a:ext uri="{FF2B5EF4-FFF2-40B4-BE49-F238E27FC236}">
                    <a16:creationId xmlns:a16="http://schemas.microsoft.com/office/drawing/2014/main" id="{6766D574-FB0E-F7D4-189B-9DE44B3E087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27" y="1632"/>
              <a:ext cx="151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236376" imgH="312226" progId="Equation.3">
                      <p:embed/>
                    </p:oleObj>
                  </mc:Choice>
                  <mc:Fallback>
                    <p:oleObj name="公式" r:id="rId11" imgW="236376" imgH="312226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7" y="1632"/>
                            <a:ext cx="151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032" name="Object 20">
                <a:extLst>
                  <a:ext uri="{FF2B5EF4-FFF2-40B4-BE49-F238E27FC236}">
                    <a16:creationId xmlns:a16="http://schemas.microsoft.com/office/drawing/2014/main" id="{EC7361B3-C475-5047-5530-B6A4C4C68B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32" y="1632"/>
              <a:ext cx="263" cy="1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609600" imgH="368300" progId="Equation.3">
                      <p:embed/>
                    </p:oleObj>
                  </mc:Choice>
                  <mc:Fallback>
                    <p:oleObj name="公式" r:id="rId13" imgW="609600" imgH="3683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32" y="1632"/>
                            <a:ext cx="263" cy="1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033" name="Line 21">
                <a:extLst>
                  <a:ext uri="{FF2B5EF4-FFF2-40B4-BE49-F238E27FC236}">
                    <a16:creationId xmlns:a16="http://schemas.microsoft.com/office/drawing/2014/main" id="{1AC72B82-5AE7-7B83-EF9B-100CA3661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6" y="1424"/>
                <a:ext cx="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4" name="Line 22">
                <a:extLst>
                  <a:ext uri="{FF2B5EF4-FFF2-40B4-BE49-F238E27FC236}">
                    <a16:creationId xmlns:a16="http://schemas.microsoft.com/office/drawing/2014/main" id="{A5751467-107A-C77F-C47D-994C2FB2C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7" y="1424"/>
                <a:ext cx="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3035" name="Object 23">
                <a:extLst>
                  <a:ext uri="{FF2B5EF4-FFF2-40B4-BE49-F238E27FC236}">
                    <a16:creationId xmlns:a16="http://schemas.microsoft.com/office/drawing/2014/main" id="{0C9C2E46-C5E4-0C74-A87C-C7563833749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6" y="1152"/>
              <a:ext cx="14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253780" imgH="266469" progId="Equation.3">
                      <p:embed/>
                    </p:oleObj>
                  </mc:Choice>
                  <mc:Fallback>
                    <p:oleObj name="公式" r:id="rId15" imgW="253780" imgH="266469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1152"/>
                            <a:ext cx="14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036" name="Object 24">
                <a:extLst>
                  <a:ext uri="{FF2B5EF4-FFF2-40B4-BE49-F238E27FC236}">
                    <a16:creationId xmlns:a16="http://schemas.microsoft.com/office/drawing/2014/main" id="{B38D8793-9766-6C47-0ED9-D5B0CCBEE2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88" y="1152"/>
              <a:ext cx="14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253780" imgH="266469" progId="Equation.3">
                      <p:embed/>
                    </p:oleObj>
                  </mc:Choice>
                  <mc:Fallback>
                    <p:oleObj name="公式" r:id="rId15" imgW="253780" imgH="266469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1152"/>
                            <a:ext cx="14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037" name="Object 25">
                <a:extLst>
                  <a:ext uri="{FF2B5EF4-FFF2-40B4-BE49-F238E27FC236}">
                    <a16:creationId xmlns:a16="http://schemas.microsoft.com/office/drawing/2014/main" id="{8173A2B2-9311-2AA4-E81A-9EAE20418F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38" y="2230"/>
              <a:ext cx="118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253780" imgH="266469" progId="Equation.3">
                      <p:embed/>
                    </p:oleObj>
                  </mc:Choice>
                  <mc:Fallback>
                    <p:oleObj name="公式" r:id="rId17" imgW="253780" imgH="266469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38" y="2230"/>
                            <a:ext cx="118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038" name="Object 26">
                <a:extLst>
                  <a:ext uri="{FF2B5EF4-FFF2-40B4-BE49-F238E27FC236}">
                    <a16:creationId xmlns:a16="http://schemas.microsoft.com/office/drawing/2014/main" id="{A80097B5-CED5-CD2A-F642-C0857BC17D5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6" y="2320"/>
              <a:ext cx="112" cy="1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241091" imgH="266469" progId="Equation.3">
                      <p:embed/>
                    </p:oleObj>
                  </mc:Choice>
                  <mc:Fallback>
                    <p:oleObj name="公式" r:id="rId18" imgW="241091" imgH="266469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6" y="2320"/>
                            <a:ext cx="112" cy="1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039" name="Object 27">
                <a:extLst>
                  <a:ext uri="{FF2B5EF4-FFF2-40B4-BE49-F238E27FC236}">
                    <a16:creationId xmlns:a16="http://schemas.microsoft.com/office/drawing/2014/main" id="{053A8A20-98C1-A675-5F4A-FD5C5B351D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40" y="2352"/>
              <a:ext cx="20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91973" imgH="368140" progId="Equation.3">
                      <p:embed/>
                    </p:oleObj>
                  </mc:Choice>
                  <mc:Fallback>
                    <p:oleObj name="公式" r:id="rId20" imgW="291973" imgH="36814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2352"/>
                            <a:ext cx="20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21884" name="Group 28">
            <a:extLst>
              <a:ext uri="{FF2B5EF4-FFF2-40B4-BE49-F238E27FC236}">
                <a16:creationId xmlns:a16="http://schemas.microsoft.com/office/drawing/2014/main" id="{CA935F4B-CB73-85EF-45A4-685DF9237B7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06588"/>
            <a:ext cx="6629400" cy="1882775"/>
            <a:chOff x="1248" y="768"/>
            <a:chExt cx="4176" cy="1186"/>
          </a:xfrm>
        </p:grpSpPr>
        <p:graphicFrame>
          <p:nvGraphicFramePr>
            <p:cNvPr id="43018" name="Object 29">
              <a:extLst>
                <a:ext uri="{FF2B5EF4-FFF2-40B4-BE49-F238E27FC236}">
                  <a16:creationId xmlns:a16="http://schemas.microsoft.com/office/drawing/2014/main" id="{DF8E8A3E-5F5E-B3A0-2B6D-4A7216BBC9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1238"/>
            <a:ext cx="416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617064" imgH="289782" progId="Equation.3">
                    <p:embed/>
                  </p:oleObj>
                </mc:Choice>
                <mc:Fallback>
                  <p:oleObj name="公式" r:id="rId22" imgW="617064" imgH="289782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238"/>
                          <a:ext cx="416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19" name="AutoShape 30">
              <a:extLst>
                <a:ext uri="{FF2B5EF4-FFF2-40B4-BE49-F238E27FC236}">
                  <a16:creationId xmlns:a16="http://schemas.microsoft.com/office/drawing/2014/main" id="{98C84CB4-DE2C-4763-D721-1BB111F42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864"/>
              <a:ext cx="142" cy="1008"/>
            </a:xfrm>
            <a:prstGeom prst="leftBrace">
              <a:avLst>
                <a:gd name="adj1" fmla="val 59155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43020" name="Object 31">
              <a:extLst>
                <a:ext uri="{FF2B5EF4-FFF2-40B4-BE49-F238E27FC236}">
                  <a16:creationId xmlns:a16="http://schemas.microsoft.com/office/drawing/2014/main" id="{C8FED54E-9250-A0FD-EDA1-46C8E9C1A7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1321"/>
            <a:ext cx="2016" cy="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429187" imgH="1036431" progId="Equation.3">
                    <p:embed/>
                  </p:oleObj>
                </mc:Choice>
                <mc:Fallback>
                  <p:oleObj name="公式" r:id="rId24" imgW="3429187" imgH="1036431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321"/>
                          <a:ext cx="2016" cy="6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1" name="Object 32">
              <a:extLst>
                <a:ext uri="{FF2B5EF4-FFF2-40B4-BE49-F238E27FC236}">
                  <a16:creationId xmlns:a16="http://schemas.microsoft.com/office/drawing/2014/main" id="{E36371D8-7A10-4A86-DA80-DE17500613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864"/>
            <a:ext cx="151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90593" imgH="312226" progId="Equation.3">
                    <p:embed/>
                  </p:oleObj>
                </mc:Choice>
                <mc:Fallback>
                  <p:oleObj name="公式" r:id="rId26" imgW="190593" imgH="312226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864"/>
                          <a:ext cx="151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2" name="Text Box 33">
              <a:extLst>
                <a:ext uri="{FF2B5EF4-FFF2-40B4-BE49-F238E27FC236}">
                  <a16:creationId xmlns:a16="http://schemas.microsoft.com/office/drawing/2014/main" id="{0F5824D4-623C-4367-4DB1-8D7C675DF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768"/>
              <a:ext cx="12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  <a:latin typeface="宋体" panose="02010600030101010101" pitchFamily="2" charset="-122"/>
                </a:rPr>
                <a:t>（导体内）</a:t>
              </a:r>
            </a:p>
          </p:txBody>
        </p:sp>
        <p:sp>
          <p:nvSpPr>
            <p:cNvPr id="43023" name="Rectangle 34">
              <a:extLst>
                <a:ext uri="{FF2B5EF4-FFF2-40B4-BE49-F238E27FC236}">
                  <a16:creationId xmlns:a16="http://schemas.microsoft.com/office/drawing/2014/main" id="{DE2BDC33-FF78-2CB9-4787-EDF565C45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488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  <a:latin typeface="宋体" panose="02010600030101010101" pitchFamily="2" charset="-122"/>
                </a:rPr>
                <a:t>（导体间）</a:t>
              </a:r>
            </a:p>
          </p:txBody>
        </p:sp>
      </p:grpSp>
      <p:graphicFrame>
        <p:nvGraphicFramePr>
          <p:cNvPr id="121891" name="Object 35">
            <a:extLst>
              <a:ext uri="{FF2B5EF4-FFF2-40B4-BE49-F238E27FC236}">
                <a16:creationId xmlns:a16="http://schemas.microsoft.com/office/drawing/2014/main" id="{DC0E9E64-F169-717F-D2D4-49EE6B0207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3860800"/>
          <a:ext cx="7848600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3147029" imgH="426942" progId="Equation.3">
                  <p:embed/>
                </p:oleObj>
              </mc:Choice>
              <mc:Fallback>
                <p:oleObj name="公式" r:id="rId28" imgW="3147029" imgH="426942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860800"/>
                        <a:ext cx="7848600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2" name="Object 36">
            <a:extLst>
              <a:ext uri="{FF2B5EF4-FFF2-40B4-BE49-F238E27FC236}">
                <a16:creationId xmlns:a16="http://schemas.microsoft.com/office/drawing/2014/main" id="{C24A91B5-CF00-2523-C7AE-627D99C802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5300663"/>
          <a:ext cx="4800600" cy="143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584960" imgH="533178" progId="Equation.3">
                  <p:embed/>
                </p:oleObj>
              </mc:Choice>
              <mc:Fallback>
                <p:oleObj name="公式" r:id="rId30" imgW="1584960" imgH="533178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300663"/>
                        <a:ext cx="4800600" cy="1433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1893" name="Picture 37">
            <a:extLst>
              <a:ext uri="{FF2B5EF4-FFF2-40B4-BE49-F238E27FC236}">
                <a16:creationId xmlns:a16="http://schemas.microsoft.com/office/drawing/2014/main" id="{A3DF2E16-FD8B-BB26-16E3-603A3BE98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1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1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1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>
            <a:extLst>
              <a:ext uri="{FF2B5EF4-FFF2-40B4-BE49-F238E27FC236}">
                <a16:creationId xmlns:a16="http://schemas.microsoft.com/office/drawing/2014/main" id="{1942AB2C-EF37-61E3-81D4-954A08E7B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1638"/>
            <a:ext cx="582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00FF00"/>
                </a:solidFill>
                <a:latin typeface="宋体" panose="02010600030101010101" pitchFamily="2" charset="-122"/>
              </a:rPr>
              <a:t>例：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圆柱形电容器（                 ）</a:t>
            </a:r>
          </a:p>
        </p:txBody>
      </p:sp>
      <p:graphicFrame>
        <p:nvGraphicFramePr>
          <p:cNvPr id="123907" name="Object 3">
            <a:extLst>
              <a:ext uri="{FF2B5EF4-FFF2-40B4-BE49-F238E27FC236}">
                <a16:creationId xmlns:a16="http://schemas.microsoft.com/office/drawing/2014/main" id="{ED5712B2-8471-A618-8BD7-A88A5EB6A0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71475"/>
          <a:ext cx="24939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76524" imgH="457366" progId="Equation.3">
                  <p:embed/>
                </p:oleObj>
              </mc:Choice>
              <mc:Fallback>
                <p:oleObj name="公式" r:id="rId2" imgW="1676524" imgH="45736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71475"/>
                        <a:ext cx="24939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8" name="Text Box 4">
            <a:extLst>
              <a:ext uri="{FF2B5EF4-FFF2-40B4-BE49-F238E27FC236}">
                <a16:creationId xmlns:a16="http://schemas.microsoft.com/office/drawing/2014/main" id="{83DF9481-FFD3-2ED5-EB3B-FB4E2324D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914400"/>
            <a:ext cx="86741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001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573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17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1.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保持与端电压 </a:t>
            </a:r>
            <a:r>
              <a:rPr lang="en-US" altLang="zh-CN" b="1" i="1">
                <a:solidFill>
                  <a:srgbClr val="FF9900"/>
                </a:solidFill>
              </a:rPr>
              <a:t>V</a:t>
            </a:r>
            <a:r>
              <a:rPr lang="en-US" altLang="zh-CN" b="1" i="1">
                <a:solidFill>
                  <a:schemeClr val="bg1"/>
                </a:solidFill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的电源连接。将介质层从电容器内拉出。</a:t>
            </a:r>
          </a:p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   求外力的功。</a:t>
            </a:r>
          </a:p>
        </p:txBody>
      </p:sp>
      <p:sp>
        <p:nvSpPr>
          <p:cNvPr id="123909" name="Text Box 5">
            <a:extLst>
              <a:ext uri="{FF2B5EF4-FFF2-40B4-BE49-F238E27FC236}">
                <a16:creationId xmlns:a16="http://schemas.microsoft.com/office/drawing/2014/main" id="{98095BC6-67C0-B489-F6B4-46590A953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773238"/>
            <a:ext cx="4322762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2.  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断开电源，将介质层拉出。</a:t>
            </a:r>
          </a:p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   求外力的功。</a:t>
            </a:r>
          </a:p>
        </p:txBody>
      </p:sp>
      <p:sp>
        <p:nvSpPr>
          <p:cNvPr id="123910" name="Text Box 6">
            <a:extLst>
              <a:ext uri="{FF2B5EF4-FFF2-40B4-BE49-F238E27FC236}">
                <a16:creationId xmlns:a16="http://schemas.microsoft.com/office/drawing/2014/main" id="{B8A30CA5-3690-5B74-0B53-CFFB060A8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2962275"/>
            <a:ext cx="5334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分析：</a:t>
            </a:r>
          </a:p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保持与电源连接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en-US" altLang="zh-CN" b="1" i="1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不变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断开电源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en-US" altLang="zh-CN" b="1" i="1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Q </a:t>
            </a:r>
            <a:r>
              <a:rPr lang="zh-CN" altLang="en-US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不变</a:t>
            </a:r>
            <a:r>
              <a:rPr lang="en-US" altLang="zh-CN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123911" name="Group 7">
            <a:extLst>
              <a:ext uri="{FF2B5EF4-FFF2-40B4-BE49-F238E27FC236}">
                <a16:creationId xmlns:a16="http://schemas.microsoft.com/office/drawing/2014/main" id="{2A4283F2-07FA-C56A-6A64-2F03C847299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781300"/>
            <a:ext cx="2819400" cy="2895600"/>
            <a:chOff x="192" y="1776"/>
            <a:chExt cx="1776" cy="1824"/>
          </a:xfrm>
        </p:grpSpPr>
        <p:sp>
          <p:nvSpPr>
            <p:cNvPr id="46089" name="Rectangle 8">
              <a:extLst>
                <a:ext uri="{FF2B5EF4-FFF2-40B4-BE49-F238E27FC236}">
                  <a16:creationId xmlns:a16="http://schemas.microsoft.com/office/drawing/2014/main" id="{1B958773-859E-11DE-AE64-0E040DDC5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776"/>
              <a:ext cx="1776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AAA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46090" name="Object 9">
              <a:extLst>
                <a:ext uri="{FF2B5EF4-FFF2-40B4-BE49-F238E27FC236}">
                  <a16:creationId xmlns:a16="http://schemas.microsoft.com/office/drawing/2014/main" id="{E574B7CA-9E56-4091-C27F-712FDCD855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640"/>
            <a:ext cx="16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91973" imgH="342751" progId="Equation.3">
                    <p:embed/>
                  </p:oleObj>
                </mc:Choice>
                <mc:Fallback>
                  <p:oleObj name="公式" r:id="rId4" imgW="291973" imgH="342751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640"/>
                          <a:ext cx="16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091" name="Group 10">
              <a:extLst>
                <a:ext uri="{FF2B5EF4-FFF2-40B4-BE49-F238E27FC236}">
                  <a16:creationId xmlns:a16="http://schemas.microsoft.com/office/drawing/2014/main" id="{FB507126-A4AF-BFF6-F4FE-B57506CA1D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016"/>
              <a:ext cx="1128" cy="1488"/>
              <a:chOff x="480" y="2016"/>
              <a:chExt cx="1128" cy="1488"/>
            </a:xfrm>
          </p:grpSpPr>
          <p:sp>
            <p:nvSpPr>
              <p:cNvPr id="46099" name="AutoShape 11">
                <a:extLst>
                  <a:ext uri="{FF2B5EF4-FFF2-40B4-BE49-F238E27FC236}">
                    <a16:creationId xmlns:a16="http://schemas.microsoft.com/office/drawing/2014/main" id="{1DAF3074-2CBF-7564-0A65-A68A7242F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6"/>
                <a:ext cx="1104" cy="1488"/>
              </a:xfrm>
              <a:prstGeom prst="can">
                <a:avLst>
                  <a:gd name="adj" fmla="val 46737"/>
                </a:avLst>
              </a:prstGeom>
              <a:solidFill>
                <a:srgbClr val="FFCC99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6100" name="AutoShape 12">
                <a:extLst>
                  <a:ext uri="{FF2B5EF4-FFF2-40B4-BE49-F238E27FC236}">
                    <a16:creationId xmlns:a16="http://schemas.microsoft.com/office/drawing/2014/main" id="{F09EB47D-F6CB-510D-35F3-2CDBB4FA6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112"/>
                <a:ext cx="768" cy="1296"/>
              </a:xfrm>
              <a:prstGeom prst="can">
                <a:avLst>
                  <a:gd name="adj" fmla="val 42188"/>
                </a:avLst>
              </a:prstGeom>
              <a:solidFill>
                <a:srgbClr val="FFCC99"/>
              </a:solidFill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6101" name="Oval 13">
                <a:extLst>
                  <a:ext uri="{FF2B5EF4-FFF2-40B4-BE49-F238E27FC236}">
                    <a16:creationId xmlns:a16="http://schemas.microsoft.com/office/drawing/2014/main" id="{7DD60EF2-8F03-9BF3-E6AD-363CCF882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6"/>
                <a:ext cx="1128" cy="528"/>
              </a:xfrm>
              <a:prstGeom prst="ellipse">
                <a:avLst/>
              </a:prstGeom>
              <a:noFill/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aphicFrame>
          <p:nvGraphicFramePr>
            <p:cNvPr id="46092" name="Object 14">
              <a:extLst>
                <a:ext uri="{FF2B5EF4-FFF2-40B4-BE49-F238E27FC236}">
                  <a16:creationId xmlns:a16="http://schemas.microsoft.com/office/drawing/2014/main" id="{F92110C8-D62B-0CED-90FD-F9F2A0860C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" y="2640"/>
            <a:ext cx="272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64885" imgH="215619" progId="Equation.3">
                    <p:embed/>
                  </p:oleObj>
                </mc:Choice>
                <mc:Fallback>
                  <p:oleObj name="公式" r:id="rId6" imgW="164885" imgH="215619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2640"/>
                          <a:ext cx="272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6093" name="Group 15">
              <a:extLst>
                <a:ext uri="{FF2B5EF4-FFF2-40B4-BE49-F238E27FC236}">
                  <a16:creationId xmlns:a16="http://schemas.microsoft.com/office/drawing/2014/main" id="{C454048C-BB72-41E0-ECD1-62D5B3B537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064"/>
              <a:ext cx="768" cy="384"/>
              <a:chOff x="672" y="2064"/>
              <a:chExt cx="768" cy="384"/>
            </a:xfrm>
          </p:grpSpPr>
          <p:sp>
            <p:nvSpPr>
              <p:cNvPr id="46094" name="Oval 16">
                <a:extLst>
                  <a:ext uri="{FF2B5EF4-FFF2-40B4-BE49-F238E27FC236}">
                    <a16:creationId xmlns:a16="http://schemas.microsoft.com/office/drawing/2014/main" id="{F76928A6-DC0F-D6C1-D520-548CAECB8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112"/>
                <a:ext cx="768" cy="33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6095" name="Line 17">
                <a:extLst>
                  <a:ext uri="{FF2B5EF4-FFF2-40B4-BE49-F238E27FC236}">
                    <a16:creationId xmlns:a16="http://schemas.microsoft.com/office/drawing/2014/main" id="{B295FA27-D3DB-5240-5F13-03ABDDBD0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2256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6096" name="Object 18">
                <a:extLst>
                  <a:ext uri="{FF2B5EF4-FFF2-40B4-BE49-F238E27FC236}">
                    <a16:creationId xmlns:a16="http://schemas.microsoft.com/office/drawing/2014/main" id="{C5780401-1199-066F-2425-B41B155238B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4" y="2160"/>
              <a:ext cx="12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241300" imgH="368300" progId="Equation.3">
                      <p:embed/>
                    </p:oleObj>
                  </mc:Choice>
                  <mc:Fallback>
                    <p:oleObj name="公式" r:id="rId8" imgW="241300" imgH="3683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4" y="2160"/>
                            <a:ext cx="12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097" name="Object 19">
                <a:extLst>
                  <a:ext uri="{FF2B5EF4-FFF2-40B4-BE49-F238E27FC236}">
                    <a16:creationId xmlns:a16="http://schemas.microsoft.com/office/drawing/2014/main" id="{5D085883-674C-CC71-DC44-EB0C79139A9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4" y="2256"/>
              <a:ext cx="159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253780" imgH="266469" progId="Equation.3">
                      <p:embed/>
                    </p:oleObj>
                  </mc:Choice>
                  <mc:Fallback>
                    <p:oleObj name="公式" r:id="rId10" imgW="253780" imgH="266469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2256"/>
                            <a:ext cx="159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098" name="Line 20">
                <a:extLst>
                  <a:ext uri="{FF2B5EF4-FFF2-40B4-BE49-F238E27FC236}">
                    <a16:creationId xmlns:a16="http://schemas.microsoft.com/office/drawing/2014/main" id="{4606D636-3E32-E1CB-CA1E-3DF803C56E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2" y="2064"/>
                <a:ext cx="384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123925" name="Picture 21">
            <a:extLst>
              <a:ext uri="{FF2B5EF4-FFF2-40B4-BE49-F238E27FC236}">
                <a16:creationId xmlns:a16="http://schemas.microsoft.com/office/drawing/2014/main" id="{D5207EF3-3C10-C80A-E8CA-2C5BB3438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3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3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6" grpId="0"/>
      <p:bldP spid="123908" grpId="0"/>
      <p:bldP spid="123909" grpId="0"/>
      <p:bldP spid="1239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2">
            <a:extLst>
              <a:ext uri="{FF2B5EF4-FFF2-40B4-BE49-F238E27FC236}">
                <a16:creationId xmlns:a16="http://schemas.microsoft.com/office/drawing/2014/main" id="{7C7B8401-5622-3532-D378-E39F3FEDE39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04800"/>
            <a:ext cx="2819400" cy="2895600"/>
            <a:chOff x="192" y="1776"/>
            <a:chExt cx="1776" cy="1824"/>
          </a:xfrm>
        </p:grpSpPr>
        <p:sp>
          <p:nvSpPr>
            <p:cNvPr id="47114" name="Rectangle 3">
              <a:extLst>
                <a:ext uri="{FF2B5EF4-FFF2-40B4-BE49-F238E27FC236}">
                  <a16:creationId xmlns:a16="http://schemas.microsoft.com/office/drawing/2014/main" id="{599FD31A-41EC-FAC6-0ED9-0A849DA81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776"/>
              <a:ext cx="1776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AAA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47115" name="Object 4">
              <a:extLst>
                <a:ext uri="{FF2B5EF4-FFF2-40B4-BE49-F238E27FC236}">
                  <a16:creationId xmlns:a16="http://schemas.microsoft.com/office/drawing/2014/main" id="{C12625F6-59EF-AC0B-229B-59079467D0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640"/>
            <a:ext cx="16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91973" imgH="342751" progId="Equation.3">
                    <p:embed/>
                  </p:oleObj>
                </mc:Choice>
                <mc:Fallback>
                  <p:oleObj name="公式" r:id="rId2" imgW="291973" imgH="342751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640"/>
                          <a:ext cx="16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7116" name="Group 5">
              <a:extLst>
                <a:ext uri="{FF2B5EF4-FFF2-40B4-BE49-F238E27FC236}">
                  <a16:creationId xmlns:a16="http://schemas.microsoft.com/office/drawing/2014/main" id="{1DED1BB8-C3E4-CEC1-D1FE-A8B8997198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016"/>
              <a:ext cx="1128" cy="1488"/>
              <a:chOff x="480" y="2016"/>
              <a:chExt cx="1128" cy="1488"/>
            </a:xfrm>
          </p:grpSpPr>
          <p:sp>
            <p:nvSpPr>
              <p:cNvPr id="47124" name="AutoShape 6">
                <a:extLst>
                  <a:ext uri="{FF2B5EF4-FFF2-40B4-BE49-F238E27FC236}">
                    <a16:creationId xmlns:a16="http://schemas.microsoft.com/office/drawing/2014/main" id="{D513BAA3-0549-7576-DFCA-478237F98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6"/>
                <a:ext cx="1104" cy="1488"/>
              </a:xfrm>
              <a:prstGeom prst="can">
                <a:avLst>
                  <a:gd name="adj" fmla="val 46737"/>
                </a:avLst>
              </a:prstGeom>
              <a:solidFill>
                <a:srgbClr val="FFCC99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7125" name="AutoShape 7">
                <a:extLst>
                  <a:ext uri="{FF2B5EF4-FFF2-40B4-BE49-F238E27FC236}">
                    <a16:creationId xmlns:a16="http://schemas.microsoft.com/office/drawing/2014/main" id="{8A156FBC-C41D-BE0D-FDB8-9259D9190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112"/>
                <a:ext cx="768" cy="1296"/>
              </a:xfrm>
              <a:prstGeom prst="can">
                <a:avLst>
                  <a:gd name="adj" fmla="val 42188"/>
                </a:avLst>
              </a:prstGeom>
              <a:solidFill>
                <a:srgbClr val="FFCC99"/>
              </a:solidFill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7126" name="Oval 8">
                <a:extLst>
                  <a:ext uri="{FF2B5EF4-FFF2-40B4-BE49-F238E27FC236}">
                    <a16:creationId xmlns:a16="http://schemas.microsoft.com/office/drawing/2014/main" id="{B54F6D4B-54CE-5D7D-B31D-4C6781CC8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6"/>
                <a:ext cx="1128" cy="528"/>
              </a:xfrm>
              <a:prstGeom prst="ellipse">
                <a:avLst/>
              </a:prstGeom>
              <a:noFill/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aphicFrame>
          <p:nvGraphicFramePr>
            <p:cNvPr id="47117" name="Object 9">
              <a:extLst>
                <a:ext uri="{FF2B5EF4-FFF2-40B4-BE49-F238E27FC236}">
                  <a16:creationId xmlns:a16="http://schemas.microsoft.com/office/drawing/2014/main" id="{DE24BC8F-40C0-B11D-2CEB-32B5B2AFD1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" y="2640"/>
            <a:ext cx="272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64885" imgH="215619" progId="Equation.3">
                    <p:embed/>
                  </p:oleObj>
                </mc:Choice>
                <mc:Fallback>
                  <p:oleObj name="公式" r:id="rId4" imgW="164885" imgH="215619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2640"/>
                          <a:ext cx="272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7118" name="Group 10">
              <a:extLst>
                <a:ext uri="{FF2B5EF4-FFF2-40B4-BE49-F238E27FC236}">
                  <a16:creationId xmlns:a16="http://schemas.microsoft.com/office/drawing/2014/main" id="{2FA4709E-DCF1-F451-8ECB-508E7FEDF2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064"/>
              <a:ext cx="768" cy="384"/>
              <a:chOff x="672" y="2064"/>
              <a:chExt cx="768" cy="384"/>
            </a:xfrm>
          </p:grpSpPr>
          <p:sp>
            <p:nvSpPr>
              <p:cNvPr id="47119" name="Oval 11">
                <a:extLst>
                  <a:ext uri="{FF2B5EF4-FFF2-40B4-BE49-F238E27FC236}">
                    <a16:creationId xmlns:a16="http://schemas.microsoft.com/office/drawing/2014/main" id="{A2D105A2-899A-7855-026C-835F76FA7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112"/>
                <a:ext cx="768" cy="33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7120" name="Line 12">
                <a:extLst>
                  <a:ext uri="{FF2B5EF4-FFF2-40B4-BE49-F238E27FC236}">
                    <a16:creationId xmlns:a16="http://schemas.microsoft.com/office/drawing/2014/main" id="{8FE344DE-5DF9-3708-01A7-CAC18AA501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2256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7121" name="Object 13">
                <a:extLst>
                  <a:ext uri="{FF2B5EF4-FFF2-40B4-BE49-F238E27FC236}">
                    <a16:creationId xmlns:a16="http://schemas.microsoft.com/office/drawing/2014/main" id="{A5C630FE-441E-C83D-943C-AC3339C32AD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4" y="2160"/>
              <a:ext cx="12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241300" imgH="368300" progId="Equation.3">
                      <p:embed/>
                    </p:oleObj>
                  </mc:Choice>
                  <mc:Fallback>
                    <p:oleObj name="公式" r:id="rId6" imgW="241300" imgH="3683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4" y="2160"/>
                            <a:ext cx="12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122" name="Object 14">
                <a:extLst>
                  <a:ext uri="{FF2B5EF4-FFF2-40B4-BE49-F238E27FC236}">
                    <a16:creationId xmlns:a16="http://schemas.microsoft.com/office/drawing/2014/main" id="{5B5208D1-81BF-0E57-D882-88BD9B72A96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4" y="2256"/>
              <a:ext cx="159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253780" imgH="266469" progId="Equation.3">
                      <p:embed/>
                    </p:oleObj>
                  </mc:Choice>
                  <mc:Fallback>
                    <p:oleObj name="公式" r:id="rId8" imgW="253780" imgH="266469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2256"/>
                            <a:ext cx="159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123" name="Line 15">
                <a:extLst>
                  <a:ext uri="{FF2B5EF4-FFF2-40B4-BE49-F238E27FC236}">
                    <a16:creationId xmlns:a16="http://schemas.microsoft.com/office/drawing/2014/main" id="{83C0322D-FB82-5EF5-505D-2F81EC19A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2" y="2064"/>
                <a:ext cx="384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24944" name="Text Box 16">
            <a:extLst>
              <a:ext uri="{FF2B5EF4-FFF2-40B4-BE49-F238E27FC236}">
                <a16:creationId xmlns:a16="http://schemas.microsoft.com/office/drawing/2014/main" id="{6F30B283-9A05-666E-DAFE-4799D3FA3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81000"/>
            <a:ext cx="343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解：原电容：</a:t>
            </a:r>
          </a:p>
        </p:txBody>
      </p:sp>
      <p:sp>
        <p:nvSpPr>
          <p:cNvPr id="124945" name="Text Box 17">
            <a:extLst>
              <a:ext uri="{FF2B5EF4-FFF2-40B4-BE49-F238E27FC236}">
                <a16:creationId xmlns:a16="http://schemas.microsoft.com/office/drawing/2014/main" id="{9CE01378-F395-D81C-F21C-E52560B6F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133600"/>
            <a:ext cx="2795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拉出介质层后：</a:t>
            </a:r>
          </a:p>
        </p:txBody>
      </p:sp>
      <p:graphicFrame>
        <p:nvGraphicFramePr>
          <p:cNvPr id="124946" name="Object 18">
            <a:extLst>
              <a:ext uri="{FF2B5EF4-FFF2-40B4-BE49-F238E27FC236}">
                <a16:creationId xmlns:a16="http://schemas.microsoft.com/office/drawing/2014/main" id="{0475402E-5856-C82A-64F2-F9709E19FA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8113" y="344488"/>
          <a:ext cx="17653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14344" imgH="1127705" progId="Equation.3">
                  <p:embed/>
                </p:oleObj>
              </mc:Choice>
              <mc:Fallback>
                <p:oleObj name="公式" r:id="rId10" imgW="1714344" imgH="112770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113" y="344488"/>
                        <a:ext cx="17653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7" name="Object 19">
            <a:extLst>
              <a:ext uri="{FF2B5EF4-FFF2-40B4-BE49-F238E27FC236}">
                <a16:creationId xmlns:a16="http://schemas.microsoft.com/office/drawing/2014/main" id="{20A1ED85-560A-36B2-3B31-96C89ACD08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2060575"/>
          <a:ext cx="214471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95531" imgH="1127705" progId="Equation.3">
                  <p:embed/>
                </p:oleObj>
              </mc:Choice>
              <mc:Fallback>
                <p:oleObj name="公式" r:id="rId12" imgW="2095531" imgH="112770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060575"/>
                        <a:ext cx="2144712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8" name="Text Box 20">
            <a:extLst>
              <a:ext uri="{FF2B5EF4-FFF2-40B4-BE49-F238E27FC236}">
                <a16:creationId xmlns:a16="http://schemas.microsoft.com/office/drawing/2014/main" id="{4630246D-5BEE-89DF-4932-CC8E584CA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578225"/>
            <a:ext cx="6604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bg1"/>
                </a:solidFill>
              </a:rPr>
              <a:t>1)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不断开电源</a:t>
            </a:r>
          </a:p>
          <a:p>
            <a:pPr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   两板电势差 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=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电源端电压 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= </a:t>
            </a:r>
            <a:r>
              <a:rPr lang="en-US" altLang="zh-CN" b="1" i="1">
                <a:solidFill>
                  <a:schemeClr val="bg1"/>
                </a:solidFill>
              </a:rPr>
              <a:t>V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b="1">
                <a:solidFill>
                  <a:srgbClr val="FF9900"/>
                </a:solidFill>
                <a:latin typeface="宋体" panose="02010600030101010101" pitchFamily="2" charset="-122"/>
              </a:rPr>
              <a:t>(</a:t>
            </a:r>
            <a:r>
              <a:rPr lang="zh-CN" altLang="zh-CN" sz="2000" b="1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保持</a:t>
            </a:r>
            <a:r>
              <a:rPr lang="zh-CN" altLang="en-US" sz="2000" b="1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不变</a:t>
            </a:r>
            <a:r>
              <a:rPr lang="en-US" altLang="zh-CN" sz="2000" b="1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eaLnBrk="1" hangingPunct="1"/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电容器储能变化：</a:t>
            </a:r>
          </a:p>
        </p:txBody>
      </p:sp>
      <p:graphicFrame>
        <p:nvGraphicFramePr>
          <p:cNvPr id="124949" name="Object 21">
            <a:extLst>
              <a:ext uri="{FF2B5EF4-FFF2-40B4-BE49-F238E27FC236}">
                <a16:creationId xmlns:a16="http://schemas.microsoft.com/office/drawing/2014/main" id="{79F96C72-6A26-3267-6D8D-73A033410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5013325"/>
          <a:ext cx="63769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357016" imgH="785054" progId="Equation.3">
                  <p:embed/>
                </p:oleObj>
              </mc:Choice>
              <mc:Fallback>
                <p:oleObj name="公式" r:id="rId14" imgW="5357016" imgH="785054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013325"/>
                        <a:ext cx="637698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4950" name="Picture 22">
            <a:extLst>
              <a:ext uri="{FF2B5EF4-FFF2-40B4-BE49-F238E27FC236}">
                <a16:creationId xmlns:a16="http://schemas.microsoft.com/office/drawing/2014/main" id="{14972FAA-AEB0-B4A7-01EC-2DEC9AB09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2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44" grpId="0"/>
      <p:bldP spid="124945" grpId="0"/>
      <p:bldP spid="12494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ext Box 2">
            <a:extLst>
              <a:ext uri="{FF2B5EF4-FFF2-40B4-BE49-F238E27FC236}">
                <a16:creationId xmlns:a16="http://schemas.microsoft.com/office/drawing/2014/main" id="{72DCD5E9-DA70-9E45-E1CD-F74385C62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280988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极板电量变化</a:t>
            </a:r>
          </a:p>
        </p:txBody>
      </p:sp>
      <p:graphicFrame>
        <p:nvGraphicFramePr>
          <p:cNvPr id="125955" name="Object 3">
            <a:extLst>
              <a:ext uri="{FF2B5EF4-FFF2-40B4-BE49-F238E27FC236}">
                <a16:creationId xmlns:a16="http://schemas.microsoft.com/office/drawing/2014/main" id="{CA983D43-F383-1674-1674-AF35215452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957263"/>
          <a:ext cx="43418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290091" imgH="388537" progId="Equation.3">
                  <p:embed/>
                </p:oleObj>
              </mc:Choice>
              <mc:Fallback>
                <p:oleObj name="公式" r:id="rId2" imgW="4290091" imgH="38853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957263"/>
                        <a:ext cx="43418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6" name="Text Box 4">
            <a:extLst>
              <a:ext uri="{FF2B5EF4-FFF2-40B4-BE49-F238E27FC236}">
                <a16:creationId xmlns:a16="http://schemas.microsoft.com/office/drawing/2014/main" id="{AA4324DA-A8E1-5598-1782-E413D0420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484313"/>
            <a:ext cx="4475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有电荷回流电源 ， 电源做功：</a:t>
            </a:r>
          </a:p>
        </p:txBody>
      </p:sp>
      <p:grpSp>
        <p:nvGrpSpPr>
          <p:cNvPr id="125959" name="Group 7">
            <a:extLst>
              <a:ext uri="{FF2B5EF4-FFF2-40B4-BE49-F238E27FC236}">
                <a16:creationId xmlns:a16="http://schemas.microsoft.com/office/drawing/2014/main" id="{93C64E9B-747F-5B51-6599-D747F2187831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627063"/>
            <a:ext cx="2590800" cy="2514600"/>
            <a:chOff x="192" y="1776"/>
            <a:chExt cx="1776" cy="1824"/>
          </a:xfrm>
        </p:grpSpPr>
        <p:sp>
          <p:nvSpPr>
            <p:cNvPr id="48175" name="Rectangle 8">
              <a:extLst>
                <a:ext uri="{FF2B5EF4-FFF2-40B4-BE49-F238E27FC236}">
                  <a16:creationId xmlns:a16="http://schemas.microsoft.com/office/drawing/2014/main" id="{6A956F5E-7202-47A6-1A4D-33F243370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776"/>
              <a:ext cx="1776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AAA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48176" name="Object 9">
              <a:extLst>
                <a:ext uri="{FF2B5EF4-FFF2-40B4-BE49-F238E27FC236}">
                  <a16:creationId xmlns:a16="http://schemas.microsoft.com/office/drawing/2014/main" id="{7E2D33B2-2EC0-54DD-C901-989CC94C51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640"/>
            <a:ext cx="16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91973" imgH="342751" progId="Equation.3">
                    <p:embed/>
                  </p:oleObj>
                </mc:Choice>
                <mc:Fallback>
                  <p:oleObj name="公式" r:id="rId4" imgW="291973" imgH="342751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640"/>
                          <a:ext cx="16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8177" name="Group 10">
              <a:extLst>
                <a:ext uri="{FF2B5EF4-FFF2-40B4-BE49-F238E27FC236}">
                  <a16:creationId xmlns:a16="http://schemas.microsoft.com/office/drawing/2014/main" id="{F04DECAE-481F-DD89-C2E7-13024C4D78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016"/>
              <a:ext cx="1128" cy="1488"/>
              <a:chOff x="480" y="2016"/>
              <a:chExt cx="1128" cy="1488"/>
            </a:xfrm>
          </p:grpSpPr>
          <p:sp>
            <p:nvSpPr>
              <p:cNvPr id="48185" name="AutoShape 11">
                <a:extLst>
                  <a:ext uri="{FF2B5EF4-FFF2-40B4-BE49-F238E27FC236}">
                    <a16:creationId xmlns:a16="http://schemas.microsoft.com/office/drawing/2014/main" id="{4786DFDE-285C-9B4B-D1E9-B8A43C2B15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6"/>
                <a:ext cx="1104" cy="1488"/>
              </a:xfrm>
              <a:prstGeom prst="can">
                <a:avLst>
                  <a:gd name="adj" fmla="val 46737"/>
                </a:avLst>
              </a:prstGeom>
              <a:solidFill>
                <a:srgbClr val="FFCC99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8186" name="AutoShape 12">
                <a:extLst>
                  <a:ext uri="{FF2B5EF4-FFF2-40B4-BE49-F238E27FC236}">
                    <a16:creationId xmlns:a16="http://schemas.microsoft.com/office/drawing/2014/main" id="{227A06DC-D5AB-416B-4767-1F1CDACC5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112"/>
                <a:ext cx="768" cy="1296"/>
              </a:xfrm>
              <a:prstGeom prst="can">
                <a:avLst>
                  <a:gd name="adj" fmla="val 42188"/>
                </a:avLst>
              </a:prstGeom>
              <a:solidFill>
                <a:srgbClr val="FFCC99"/>
              </a:solidFill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8187" name="Oval 13">
                <a:extLst>
                  <a:ext uri="{FF2B5EF4-FFF2-40B4-BE49-F238E27FC236}">
                    <a16:creationId xmlns:a16="http://schemas.microsoft.com/office/drawing/2014/main" id="{DB157DED-9C57-FD44-63EB-48838E2D4B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6"/>
                <a:ext cx="1128" cy="528"/>
              </a:xfrm>
              <a:prstGeom prst="ellipse">
                <a:avLst/>
              </a:prstGeom>
              <a:noFill/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aphicFrame>
          <p:nvGraphicFramePr>
            <p:cNvPr id="48178" name="Object 14">
              <a:extLst>
                <a:ext uri="{FF2B5EF4-FFF2-40B4-BE49-F238E27FC236}">
                  <a16:creationId xmlns:a16="http://schemas.microsoft.com/office/drawing/2014/main" id="{1D85E27E-C8F7-DEFF-6462-8E39CD82D9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" y="2640"/>
            <a:ext cx="272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64885" imgH="215619" progId="Equation.3">
                    <p:embed/>
                  </p:oleObj>
                </mc:Choice>
                <mc:Fallback>
                  <p:oleObj name="公式" r:id="rId6" imgW="164885" imgH="215619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2640"/>
                          <a:ext cx="272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8179" name="Group 15">
              <a:extLst>
                <a:ext uri="{FF2B5EF4-FFF2-40B4-BE49-F238E27FC236}">
                  <a16:creationId xmlns:a16="http://schemas.microsoft.com/office/drawing/2014/main" id="{A2AE620F-0608-B86D-D517-28A6E5D120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064"/>
              <a:ext cx="768" cy="384"/>
              <a:chOff x="672" y="2064"/>
              <a:chExt cx="768" cy="384"/>
            </a:xfrm>
          </p:grpSpPr>
          <p:sp>
            <p:nvSpPr>
              <p:cNvPr id="48180" name="Oval 16">
                <a:extLst>
                  <a:ext uri="{FF2B5EF4-FFF2-40B4-BE49-F238E27FC236}">
                    <a16:creationId xmlns:a16="http://schemas.microsoft.com/office/drawing/2014/main" id="{389834C3-A50A-8584-946B-FD97CDA271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112"/>
                <a:ext cx="768" cy="33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8181" name="Line 17">
                <a:extLst>
                  <a:ext uri="{FF2B5EF4-FFF2-40B4-BE49-F238E27FC236}">
                    <a16:creationId xmlns:a16="http://schemas.microsoft.com/office/drawing/2014/main" id="{B108C7E8-5DFC-536C-B40A-E5692F0F2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2256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8182" name="Object 18">
                <a:extLst>
                  <a:ext uri="{FF2B5EF4-FFF2-40B4-BE49-F238E27FC236}">
                    <a16:creationId xmlns:a16="http://schemas.microsoft.com/office/drawing/2014/main" id="{5CDA9511-8858-1576-88C0-3F71D843EF7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4" y="2160"/>
              <a:ext cx="12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241300" imgH="368300" progId="Equation.3">
                      <p:embed/>
                    </p:oleObj>
                  </mc:Choice>
                  <mc:Fallback>
                    <p:oleObj name="公式" r:id="rId8" imgW="241300" imgH="3683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4" y="2160"/>
                            <a:ext cx="12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83" name="Object 19">
                <a:extLst>
                  <a:ext uri="{FF2B5EF4-FFF2-40B4-BE49-F238E27FC236}">
                    <a16:creationId xmlns:a16="http://schemas.microsoft.com/office/drawing/2014/main" id="{D9313123-7C94-01A1-452D-2ACD3E88A84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4" y="2256"/>
              <a:ext cx="159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253780" imgH="266469" progId="Equation.3">
                      <p:embed/>
                    </p:oleObj>
                  </mc:Choice>
                  <mc:Fallback>
                    <p:oleObj name="公式" r:id="rId10" imgW="253780" imgH="266469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2256"/>
                            <a:ext cx="159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184" name="Line 20">
                <a:extLst>
                  <a:ext uri="{FF2B5EF4-FFF2-40B4-BE49-F238E27FC236}">
                    <a16:creationId xmlns:a16="http://schemas.microsoft.com/office/drawing/2014/main" id="{C3762106-85C2-F6CB-6175-76E1807A7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2" y="2064"/>
                <a:ext cx="384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25979" name="Group 27">
            <a:extLst>
              <a:ext uri="{FF2B5EF4-FFF2-40B4-BE49-F238E27FC236}">
                <a16:creationId xmlns:a16="http://schemas.microsoft.com/office/drawing/2014/main" id="{B1EA5F99-5431-93B2-1A5F-57CF84DD62BC}"/>
              </a:ext>
            </a:extLst>
          </p:cNvPr>
          <p:cNvGrpSpPr>
            <a:grpSpLocks/>
          </p:cNvGrpSpPr>
          <p:nvPr/>
        </p:nvGrpSpPr>
        <p:grpSpPr bwMode="auto">
          <a:xfrm>
            <a:off x="107504" y="4200441"/>
            <a:ext cx="3673475" cy="1944688"/>
            <a:chOff x="2475" y="432"/>
            <a:chExt cx="2832" cy="1728"/>
          </a:xfrm>
        </p:grpSpPr>
        <p:sp>
          <p:nvSpPr>
            <p:cNvPr id="48145" name="Rectangle 28">
              <a:extLst>
                <a:ext uri="{FF2B5EF4-FFF2-40B4-BE49-F238E27FC236}">
                  <a16:creationId xmlns:a16="http://schemas.microsoft.com/office/drawing/2014/main" id="{8B50E04F-FF2F-2D7A-DC18-AD7C30EB9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5" y="432"/>
              <a:ext cx="2832" cy="17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AAA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48146" name="Group 29">
              <a:extLst>
                <a:ext uri="{FF2B5EF4-FFF2-40B4-BE49-F238E27FC236}">
                  <a16:creationId xmlns:a16="http://schemas.microsoft.com/office/drawing/2014/main" id="{865621D7-9A30-424E-8D61-9D833E5E18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624"/>
              <a:ext cx="2562" cy="1344"/>
              <a:chOff x="2661" y="624"/>
              <a:chExt cx="2562" cy="1344"/>
            </a:xfrm>
          </p:grpSpPr>
          <p:grpSp>
            <p:nvGrpSpPr>
              <p:cNvPr id="48147" name="Group 30">
                <a:extLst>
                  <a:ext uri="{FF2B5EF4-FFF2-40B4-BE49-F238E27FC236}">
                    <a16:creationId xmlns:a16="http://schemas.microsoft.com/office/drawing/2014/main" id="{89063802-9E63-494F-F497-3D60E8643B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32" y="624"/>
                <a:ext cx="1176" cy="1344"/>
                <a:chOff x="3072" y="960"/>
                <a:chExt cx="1296" cy="1536"/>
              </a:xfrm>
            </p:grpSpPr>
            <p:grpSp>
              <p:nvGrpSpPr>
                <p:cNvPr id="48165" name="Group 31">
                  <a:extLst>
                    <a:ext uri="{FF2B5EF4-FFF2-40B4-BE49-F238E27FC236}">
                      <a16:creationId xmlns:a16="http://schemas.microsoft.com/office/drawing/2014/main" id="{105BD4BC-4C04-3675-5820-AFC9BFD7F6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2" y="960"/>
                  <a:ext cx="1296" cy="624"/>
                  <a:chOff x="3072" y="960"/>
                  <a:chExt cx="1296" cy="624"/>
                </a:xfrm>
              </p:grpSpPr>
              <p:grpSp>
                <p:nvGrpSpPr>
                  <p:cNvPr id="48171" name="Group 32">
                    <a:extLst>
                      <a:ext uri="{FF2B5EF4-FFF2-40B4-BE49-F238E27FC236}">
                        <a16:creationId xmlns:a16="http://schemas.microsoft.com/office/drawing/2014/main" id="{55007FB1-25BD-9D5E-6D9D-0E9DF151134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072" y="960"/>
                    <a:ext cx="1296" cy="624"/>
                    <a:chOff x="3072" y="960"/>
                    <a:chExt cx="1296" cy="624"/>
                  </a:xfrm>
                </p:grpSpPr>
                <p:sp>
                  <p:nvSpPr>
                    <p:cNvPr id="48173" name="Line 33">
                      <a:extLst>
                        <a:ext uri="{FF2B5EF4-FFF2-40B4-BE49-F238E27FC236}">
                          <a16:creationId xmlns:a16="http://schemas.microsoft.com/office/drawing/2014/main" id="{FD3D8FDE-148F-A66E-7C16-49A0F47654C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072" y="960"/>
                      <a:ext cx="0" cy="62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8174" name="Line 34">
                      <a:extLst>
                        <a:ext uri="{FF2B5EF4-FFF2-40B4-BE49-F238E27FC236}">
                          <a16:creationId xmlns:a16="http://schemas.microsoft.com/office/drawing/2014/main" id="{322862FC-223A-34B2-B3B9-1774498959B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368" y="960"/>
                      <a:ext cx="0" cy="62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48172" name="Line 35">
                    <a:extLst>
                      <a:ext uri="{FF2B5EF4-FFF2-40B4-BE49-F238E27FC236}">
                        <a16:creationId xmlns:a16="http://schemas.microsoft.com/office/drawing/2014/main" id="{E3807245-2966-EEB3-8944-B5CD269118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72" y="960"/>
                    <a:ext cx="129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8166" name="Group 36">
                  <a:extLst>
                    <a:ext uri="{FF2B5EF4-FFF2-40B4-BE49-F238E27FC236}">
                      <a16:creationId xmlns:a16="http://schemas.microsoft.com/office/drawing/2014/main" id="{BA51ED44-800F-ADB5-1051-75D21568D8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072" y="1872"/>
                  <a:ext cx="1296" cy="624"/>
                  <a:chOff x="3072" y="960"/>
                  <a:chExt cx="1296" cy="624"/>
                </a:xfrm>
              </p:grpSpPr>
              <p:grpSp>
                <p:nvGrpSpPr>
                  <p:cNvPr id="48167" name="Group 37">
                    <a:extLst>
                      <a:ext uri="{FF2B5EF4-FFF2-40B4-BE49-F238E27FC236}">
                        <a16:creationId xmlns:a16="http://schemas.microsoft.com/office/drawing/2014/main" id="{A85D5E6E-2FEA-3BC4-BF65-2CC587701BD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072" y="960"/>
                    <a:ext cx="1296" cy="624"/>
                    <a:chOff x="3072" y="960"/>
                    <a:chExt cx="1296" cy="624"/>
                  </a:xfrm>
                </p:grpSpPr>
                <p:sp>
                  <p:nvSpPr>
                    <p:cNvPr id="48169" name="Line 38">
                      <a:extLst>
                        <a:ext uri="{FF2B5EF4-FFF2-40B4-BE49-F238E27FC236}">
                          <a16:creationId xmlns:a16="http://schemas.microsoft.com/office/drawing/2014/main" id="{EBA092E4-8734-62BD-3A3A-7FE394C06EB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072" y="960"/>
                      <a:ext cx="0" cy="62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8170" name="Line 39">
                      <a:extLst>
                        <a:ext uri="{FF2B5EF4-FFF2-40B4-BE49-F238E27FC236}">
                          <a16:creationId xmlns:a16="http://schemas.microsoft.com/office/drawing/2014/main" id="{5BC707B6-E073-56EE-C736-0153DF906C3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368" y="960"/>
                      <a:ext cx="0" cy="62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48168" name="Line 40">
                    <a:extLst>
                      <a:ext uri="{FF2B5EF4-FFF2-40B4-BE49-F238E27FC236}">
                        <a16:creationId xmlns:a16="http://schemas.microsoft.com/office/drawing/2014/main" id="{359CDC37-C642-AAB6-65BF-31AFDFCCA6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72" y="960"/>
                    <a:ext cx="129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48148" name="Group 41">
                <a:extLst>
                  <a:ext uri="{FF2B5EF4-FFF2-40B4-BE49-F238E27FC236}">
                    <a16:creationId xmlns:a16="http://schemas.microsoft.com/office/drawing/2014/main" id="{12966DFB-787E-1251-E5C5-2987CD819F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3" y="1170"/>
                <a:ext cx="959" cy="252"/>
                <a:chOff x="2544" y="1584"/>
                <a:chExt cx="1056" cy="288"/>
              </a:xfrm>
            </p:grpSpPr>
            <p:sp>
              <p:nvSpPr>
                <p:cNvPr id="48163" name="Line 42">
                  <a:extLst>
                    <a:ext uri="{FF2B5EF4-FFF2-40B4-BE49-F238E27FC236}">
                      <a16:creationId xmlns:a16="http://schemas.microsoft.com/office/drawing/2014/main" id="{04A639B6-9248-7DB8-41E1-6491E98764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1584"/>
                  <a:ext cx="1056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164" name="Line 43">
                  <a:extLst>
                    <a:ext uri="{FF2B5EF4-FFF2-40B4-BE49-F238E27FC236}">
                      <a16:creationId xmlns:a16="http://schemas.microsoft.com/office/drawing/2014/main" id="{99A2703A-52B1-E574-BAE3-B5EB54E3A0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1872"/>
                  <a:ext cx="1056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149" name="Rectangle 44">
                <a:extLst>
                  <a:ext uri="{FF2B5EF4-FFF2-40B4-BE49-F238E27FC236}">
                    <a16:creationId xmlns:a16="http://schemas.microsoft.com/office/drawing/2014/main" id="{D74309EF-4823-2D28-378C-4730AC8B3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3" y="1212"/>
                <a:ext cx="959" cy="1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pSp>
            <p:nvGrpSpPr>
              <p:cNvPr id="48150" name="Group 45">
                <a:extLst>
                  <a:ext uri="{FF2B5EF4-FFF2-40B4-BE49-F238E27FC236}">
                    <a16:creationId xmlns:a16="http://schemas.microsoft.com/office/drawing/2014/main" id="{A379203E-AA20-F56E-AD2D-CD5697FCAE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1152"/>
                <a:ext cx="435" cy="252"/>
                <a:chOff x="4128" y="1584"/>
                <a:chExt cx="480" cy="288"/>
              </a:xfrm>
            </p:grpSpPr>
            <p:grpSp>
              <p:nvGrpSpPr>
                <p:cNvPr id="48157" name="Group 46">
                  <a:extLst>
                    <a:ext uri="{FF2B5EF4-FFF2-40B4-BE49-F238E27FC236}">
                      <a16:creationId xmlns:a16="http://schemas.microsoft.com/office/drawing/2014/main" id="{68256C11-4BAD-1DF0-917C-9DBD43DE76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28" y="1584"/>
                  <a:ext cx="480" cy="96"/>
                  <a:chOff x="4128" y="1584"/>
                  <a:chExt cx="480" cy="96"/>
                </a:xfrm>
              </p:grpSpPr>
              <p:sp>
                <p:nvSpPr>
                  <p:cNvPr id="48161" name="Line 47">
                    <a:extLst>
                      <a:ext uri="{FF2B5EF4-FFF2-40B4-BE49-F238E27FC236}">
                        <a16:creationId xmlns:a16="http://schemas.microsoft.com/office/drawing/2014/main" id="{85CC3519-BA01-10C0-4519-36B2AC817F8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28" y="1584"/>
                    <a:ext cx="480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162" name="Line 48">
                    <a:extLst>
                      <a:ext uri="{FF2B5EF4-FFF2-40B4-BE49-F238E27FC236}">
                        <a16:creationId xmlns:a16="http://schemas.microsoft.com/office/drawing/2014/main" id="{BC8F89D5-F0FB-2C08-6284-5AAB6A1D7B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72" y="1680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8158" name="Group 49">
                  <a:extLst>
                    <a:ext uri="{FF2B5EF4-FFF2-40B4-BE49-F238E27FC236}">
                      <a16:creationId xmlns:a16="http://schemas.microsoft.com/office/drawing/2014/main" id="{1F56DAE9-412F-B749-DE4B-C7DEF46631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28" y="1776"/>
                  <a:ext cx="480" cy="96"/>
                  <a:chOff x="4128" y="1584"/>
                  <a:chExt cx="480" cy="96"/>
                </a:xfrm>
              </p:grpSpPr>
              <p:sp>
                <p:nvSpPr>
                  <p:cNvPr id="48159" name="Line 50">
                    <a:extLst>
                      <a:ext uri="{FF2B5EF4-FFF2-40B4-BE49-F238E27FC236}">
                        <a16:creationId xmlns:a16="http://schemas.microsoft.com/office/drawing/2014/main" id="{D602DC3E-45C1-8601-491B-38E1BAD1D4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28" y="1584"/>
                    <a:ext cx="480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160" name="Line 51">
                    <a:extLst>
                      <a:ext uri="{FF2B5EF4-FFF2-40B4-BE49-F238E27FC236}">
                        <a16:creationId xmlns:a16="http://schemas.microsoft.com/office/drawing/2014/main" id="{FE62157C-1C3A-3DAF-0842-D4C0B3FC0C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72" y="1680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aphicFrame>
            <p:nvGraphicFramePr>
              <p:cNvPr id="48151" name="Object 52">
                <a:extLst>
                  <a:ext uri="{FF2B5EF4-FFF2-40B4-BE49-F238E27FC236}">
                    <a16:creationId xmlns:a16="http://schemas.microsoft.com/office/drawing/2014/main" id="{03AE026E-3F26-DB1A-26F7-73BBDFC1039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002" y="1198"/>
              <a:ext cx="221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253780" imgH="266469" progId="Equation.3">
                      <p:embed/>
                    </p:oleObj>
                  </mc:Choice>
                  <mc:Fallback>
                    <p:oleObj name="公式" r:id="rId12" imgW="253780" imgH="266469" progId="Equation.3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02" y="1198"/>
                            <a:ext cx="221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52" name="Object 53">
                <a:extLst>
                  <a:ext uri="{FF2B5EF4-FFF2-40B4-BE49-F238E27FC236}">
                    <a16:creationId xmlns:a16="http://schemas.microsoft.com/office/drawing/2014/main" id="{F8A77DDC-F7BF-115A-B703-46C8B331BE1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55" y="1212"/>
              <a:ext cx="189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330200" imgH="368300" progId="Equation.3">
                      <p:embed/>
                    </p:oleObj>
                  </mc:Choice>
                  <mc:Fallback>
                    <p:oleObj name="公式" r:id="rId14" imgW="330200" imgH="368300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5" y="1212"/>
                            <a:ext cx="189" cy="2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53" name="Object 54">
                <a:extLst>
                  <a:ext uri="{FF2B5EF4-FFF2-40B4-BE49-F238E27FC236}">
                    <a16:creationId xmlns:a16="http://schemas.microsoft.com/office/drawing/2014/main" id="{410CD81A-83A2-9D0D-B8BF-1AADD3A67B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84" y="924"/>
              <a:ext cx="240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355292" imgH="342603" progId="Equation.3">
                      <p:embed/>
                    </p:oleObj>
                  </mc:Choice>
                  <mc:Fallback>
                    <p:oleObj name="公式" r:id="rId16" imgW="355292" imgH="342603" progId="Equation.3">
                      <p:embed/>
                      <p:pic>
                        <p:nvPicPr>
                          <p:cNvPr id="0" name="Object 5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924"/>
                            <a:ext cx="240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154" name="Line 55">
                <a:extLst>
                  <a:ext uri="{FF2B5EF4-FFF2-40B4-BE49-F238E27FC236}">
                    <a16:creationId xmlns:a16="http://schemas.microsoft.com/office/drawing/2014/main" id="{E6962AB6-3CF6-DA30-7BF2-83FE9A88EE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1" y="1296"/>
                <a:ext cx="392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155" name="Arc 56">
                <a:extLst>
                  <a:ext uri="{FF2B5EF4-FFF2-40B4-BE49-F238E27FC236}">
                    <a16:creationId xmlns:a16="http://schemas.microsoft.com/office/drawing/2014/main" id="{F1B4D917-BC7D-23E9-C850-84AD9479D682}"/>
                  </a:ext>
                </a:extLst>
              </p:cNvPr>
              <p:cNvSpPr>
                <a:spLocks/>
              </p:cNvSpPr>
              <p:nvPr/>
            </p:nvSpPr>
            <p:spPr bwMode="auto">
              <a:xfrm rot="-1077090">
                <a:off x="3696" y="624"/>
                <a:ext cx="741" cy="294"/>
              </a:xfrm>
              <a:custGeom>
                <a:avLst/>
                <a:gdLst>
                  <a:gd name="T0" fmla="*/ 0 w 21600"/>
                  <a:gd name="T1" fmla="*/ 0 h 21585"/>
                  <a:gd name="T2" fmla="*/ 0 w 21600"/>
                  <a:gd name="T3" fmla="*/ 0 h 21585"/>
                  <a:gd name="T4" fmla="*/ 0 w 21600"/>
                  <a:gd name="T5" fmla="*/ 0 h 215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585" fill="none" extrusionOk="0">
                    <a:moveTo>
                      <a:pt x="797" y="-1"/>
                    </a:moveTo>
                    <a:cubicBezTo>
                      <a:pt x="12408" y="428"/>
                      <a:pt x="21600" y="9965"/>
                      <a:pt x="21600" y="21585"/>
                    </a:cubicBezTo>
                  </a:path>
                  <a:path w="21600" h="21585" stroke="0" extrusionOk="0">
                    <a:moveTo>
                      <a:pt x="797" y="-1"/>
                    </a:moveTo>
                    <a:cubicBezTo>
                      <a:pt x="12408" y="428"/>
                      <a:pt x="21600" y="9965"/>
                      <a:pt x="21600" y="21585"/>
                    </a:cubicBezTo>
                    <a:lnTo>
                      <a:pt x="0" y="21585"/>
                    </a:lnTo>
                    <a:lnTo>
                      <a:pt x="797" y="-1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8156" name="Object 57">
                <a:extLst>
                  <a:ext uri="{FF2B5EF4-FFF2-40B4-BE49-F238E27FC236}">
                    <a16:creationId xmlns:a16="http://schemas.microsoft.com/office/drawing/2014/main" id="{E0E53FA2-A5B2-812C-026A-EE61397B647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84" y="720"/>
              <a:ext cx="316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622300" imgH="457200" progId="Equation.3">
                      <p:embed/>
                    </p:oleObj>
                  </mc:Choice>
                  <mc:Fallback>
                    <p:oleObj name="公式" r:id="rId18" imgW="622300" imgH="457200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720"/>
                            <a:ext cx="316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26010" name="Object 58">
            <a:extLst>
              <a:ext uri="{FF2B5EF4-FFF2-40B4-BE49-F238E27FC236}">
                <a16:creationId xmlns:a16="http://schemas.microsoft.com/office/drawing/2014/main" id="{A7A71D9A-DAAE-2294-B9AB-FC7259517B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070100"/>
          <a:ext cx="1028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975360" imgH="228434" progId="Equation.3">
                  <p:embed/>
                </p:oleObj>
              </mc:Choice>
              <mc:Fallback>
                <p:oleObj name="公式" r:id="rId20" imgW="975360" imgH="228434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070100"/>
                        <a:ext cx="1028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17" name="Object 65">
            <a:extLst>
              <a:ext uri="{FF2B5EF4-FFF2-40B4-BE49-F238E27FC236}">
                <a16:creationId xmlns:a16="http://schemas.microsoft.com/office/drawing/2014/main" id="{93EF0F24-82EA-AF4A-550E-85B3392E25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0763" y="2592388"/>
          <a:ext cx="204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989038" imgH="350631" progId="Equation.3">
                  <p:embed/>
                </p:oleObj>
              </mc:Choice>
              <mc:Fallback>
                <p:oleObj name="公式" r:id="rId22" imgW="1989038" imgH="350631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0763" y="2592388"/>
                        <a:ext cx="204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18" name="Object 66">
            <a:extLst>
              <a:ext uri="{FF2B5EF4-FFF2-40B4-BE49-F238E27FC236}">
                <a16:creationId xmlns:a16="http://schemas.microsoft.com/office/drawing/2014/main" id="{0EDF195A-E2B7-3896-4F2E-D0B7D874DB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2565400"/>
          <a:ext cx="2565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514538" imgH="480309" progId="Equation.3">
                  <p:embed/>
                </p:oleObj>
              </mc:Choice>
              <mc:Fallback>
                <p:oleObj name="公式" r:id="rId24" imgW="2514538" imgH="480309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565400"/>
                        <a:ext cx="2565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20" name="Object 68">
            <a:extLst>
              <a:ext uri="{FF2B5EF4-FFF2-40B4-BE49-F238E27FC236}">
                <a16:creationId xmlns:a16="http://schemas.microsoft.com/office/drawing/2014/main" id="{59FC4DD6-4208-53EE-BF8C-91203E5AE7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3960813"/>
          <a:ext cx="17716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737236" imgH="350631" progId="Equation.3">
                  <p:embed/>
                </p:oleObj>
              </mc:Choice>
              <mc:Fallback>
                <p:oleObj name="公式" r:id="rId26" imgW="1737236" imgH="350631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960813"/>
                        <a:ext cx="177165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021" name="Group 69">
            <a:extLst>
              <a:ext uri="{FF2B5EF4-FFF2-40B4-BE49-F238E27FC236}">
                <a16:creationId xmlns:a16="http://schemas.microsoft.com/office/drawing/2014/main" id="{2DAF2D64-E6E6-3AAA-B63E-654461BC9405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3184525"/>
            <a:ext cx="5283200" cy="531813"/>
            <a:chOff x="240" y="1872"/>
            <a:chExt cx="3328" cy="335"/>
          </a:xfrm>
        </p:grpSpPr>
        <p:sp>
          <p:nvSpPr>
            <p:cNvPr id="48143" name="Text Box 70">
              <a:extLst>
                <a:ext uri="{FF2B5EF4-FFF2-40B4-BE49-F238E27FC236}">
                  <a16:creationId xmlns:a16="http://schemas.microsoft.com/office/drawing/2014/main" id="{22A87BD6-4FD4-E175-FEDD-A0FA0C7EAC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905"/>
              <a:ext cx="12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  <a:latin typeface="宋体" panose="02010600030101010101" pitchFamily="2" charset="-122"/>
                </a:rPr>
                <a:t>由功能原理：</a:t>
              </a:r>
            </a:p>
          </p:txBody>
        </p:sp>
        <p:graphicFrame>
          <p:nvGraphicFramePr>
            <p:cNvPr id="48144" name="Object 71">
              <a:extLst>
                <a:ext uri="{FF2B5EF4-FFF2-40B4-BE49-F238E27FC236}">
                  <a16:creationId xmlns:a16="http://schemas.microsoft.com/office/drawing/2014/main" id="{5819F8C7-5FDC-7191-E488-3365949A3D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1872"/>
            <a:ext cx="1600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484182" imgH="480309" progId="Equation.3">
                    <p:embed/>
                  </p:oleObj>
                </mc:Choice>
                <mc:Fallback>
                  <p:oleObj name="公式" r:id="rId28" imgW="2484182" imgH="480309" progId="Equation.3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1872"/>
                          <a:ext cx="1600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6024" name="Object 72">
            <a:extLst>
              <a:ext uri="{FF2B5EF4-FFF2-40B4-BE49-F238E27FC236}">
                <a16:creationId xmlns:a16="http://schemas.microsoft.com/office/drawing/2014/main" id="{FB002D8B-6C99-C76F-2872-FF65ABB654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4506913"/>
          <a:ext cx="3338512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3314731" imgH="670338" progId="Equation.3">
                  <p:embed/>
                </p:oleObj>
              </mc:Choice>
              <mc:Fallback>
                <p:oleObj name="公式" r:id="rId30" imgW="3314731" imgH="670338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506913"/>
                        <a:ext cx="3338512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25" name="Object 73">
            <a:extLst>
              <a:ext uri="{FF2B5EF4-FFF2-40B4-BE49-F238E27FC236}">
                <a16:creationId xmlns:a16="http://schemas.microsoft.com/office/drawing/2014/main" id="{41E30DA7-7B7C-6541-593C-B2025BD8E9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5373688"/>
          <a:ext cx="4448175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4427438" imgH="1051394" progId="Equation.3">
                  <p:embed/>
                </p:oleObj>
              </mc:Choice>
              <mc:Fallback>
                <p:oleObj name="公式" r:id="rId32" imgW="4427438" imgH="1051394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373688"/>
                        <a:ext cx="4448175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6027" name="Picture 75">
            <a:extLst>
              <a:ext uri="{FF2B5EF4-FFF2-40B4-BE49-F238E27FC236}">
                <a16:creationId xmlns:a16="http://schemas.microsoft.com/office/drawing/2014/main" id="{D3B52BFD-3488-8681-9BCC-884CF316F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6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6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/>
      <p:bldP spid="12595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2">
            <a:extLst>
              <a:ext uri="{FF2B5EF4-FFF2-40B4-BE49-F238E27FC236}">
                <a16:creationId xmlns:a16="http://schemas.microsoft.com/office/drawing/2014/main" id="{9F352313-E1D8-D643-492C-8E361E47D59C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304800"/>
            <a:ext cx="4495800" cy="2743200"/>
            <a:chOff x="2475" y="432"/>
            <a:chExt cx="2832" cy="1728"/>
          </a:xfrm>
        </p:grpSpPr>
        <p:sp>
          <p:nvSpPr>
            <p:cNvPr id="49183" name="Rectangle 3">
              <a:extLst>
                <a:ext uri="{FF2B5EF4-FFF2-40B4-BE49-F238E27FC236}">
                  <a16:creationId xmlns:a16="http://schemas.microsoft.com/office/drawing/2014/main" id="{F0289AB3-BB7D-91C5-D432-A4546E532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5" y="432"/>
              <a:ext cx="2832" cy="17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AAA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49184" name="Group 4">
              <a:extLst>
                <a:ext uri="{FF2B5EF4-FFF2-40B4-BE49-F238E27FC236}">
                  <a16:creationId xmlns:a16="http://schemas.microsoft.com/office/drawing/2014/main" id="{A5486A5B-6FD1-A96C-8578-B3AD8C2B28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624"/>
              <a:ext cx="2562" cy="1344"/>
              <a:chOff x="2661" y="624"/>
              <a:chExt cx="2562" cy="1344"/>
            </a:xfrm>
          </p:grpSpPr>
          <p:grpSp>
            <p:nvGrpSpPr>
              <p:cNvPr id="49185" name="Group 5">
                <a:extLst>
                  <a:ext uri="{FF2B5EF4-FFF2-40B4-BE49-F238E27FC236}">
                    <a16:creationId xmlns:a16="http://schemas.microsoft.com/office/drawing/2014/main" id="{8F764A8A-4E8C-39DD-951F-E3E823053A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32" y="624"/>
                <a:ext cx="1176" cy="1344"/>
                <a:chOff x="3072" y="960"/>
                <a:chExt cx="1296" cy="1536"/>
              </a:xfrm>
            </p:grpSpPr>
            <p:grpSp>
              <p:nvGrpSpPr>
                <p:cNvPr id="49203" name="Group 6">
                  <a:extLst>
                    <a:ext uri="{FF2B5EF4-FFF2-40B4-BE49-F238E27FC236}">
                      <a16:creationId xmlns:a16="http://schemas.microsoft.com/office/drawing/2014/main" id="{489969A6-F940-0B9E-E11A-D8A69C9298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2" y="960"/>
                  <a:ext cx="1296" cy="624"/>
                  <a:chOff x="3072" y="960"/>
                  <a:chExt cx="1296" cy="624"/>
                </a:xfrm>
              </p:grpSpPr>
              <p:grpSp>
                <p:nvGrpSpPr>
                  <p:cNvPr id="49209" name="Group 7">
                    <a:extLst>
                      <a:ext uri="{FF2B5EF4-FFF2-40B4-BE49-F238E27FC236}">
                        <a16:creationId xmlns:a16="http://schemas.microsoft.com/office/drawing/2014/main" id="{A4640F7C-1FB9-FEC9-2820-772B450FE0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072" y="960"/>
                    <a:ext cx="1296" cy="624"/>
                    <a:chOff x="3072" y="960"/>
                    <a:chExt cx="1296" cy="624"/>
                  </a:xfrm>
                </p:grpSpPr>
                <p:sp>
                  <p:nvSpPr>
                    <p:cNvPr id="49211" name="Line 8">
                      <a:extLst>
                        <a:ext uri="{FF2B5EF4-FFF2-40B4-BE49-F238E27FC236}">
                          <a16:creationId xmlns:a16="http://schemas.microsoft.com/office/drawing/2014/main" id="{D5220DD3-9CC8-33BB-B6BD-E2FC6EDDB97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072" y="960"/>
                      <a:ext cx="0" cy="62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9212" name="Line 9">
                      <a:extLst>
                        <a:ext uri="{FF2B5EF4-FFF2-40B4-BE49-F238E27FC236}">
                          <a16:creationId xmlns:a16="http://schemas.microsoft.com/office/drawing/2014/main" id="{CE5C8FC5-D2D4-C137-8E18-715A79DF4DD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368" y="960"/>
                      <a:ext cx="0" cy="62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49210" name="Line 10">
                    <a:extLst>
                      <a:ext uri="{FF2B5EF4-FFF2-40B4-BE49-F238E27FC236}">
                        <a16:creationId xmlns:a16="http://schemas.microsoft.com/office/drawing/2014/main" id="{32177055-367A-7CBB-9EB4-7032161AC0E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72" y="960"/>
                    <a:ext cx="129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204" name="Group 11">
                  <a:extLst>
                    <a:ext uri="{FF2B5EF4-FFF2-40B4-BE49-F238E27FC236}">
                      <a16:creationId xmlns:a16="http://schemas.microsoft.com/office/drawing/2014/main" id="{3E70B486-6CB8-EE9D-D283-EC501F778D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072" y="1872"/>
                  <a:ext cx="1296" cy="624"/>
                  <a:chOff x="3072" y="960"/>
                  <a:chExt cx="1296" cy="624"/>
                </a:xfrm>
              </p:grpSpPr>
              <p:grpSp>
                <p:nvGrpSpPr>
                  <p:cNvPr id="49205" name="Group 12">
                    <a:extLst>
                      <a:ext uri="{FF2B5EF4-FFF2-40B4-BE49-F238E27FC236}">
                        <a16:creationId xmlns:a16="http://schemas.microsoft.com/office/drawing/2014/main" id="{127C8ADB-A1F7-4752-9469-FF3A6A97C8C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072" y="960"/>
                    <a:ext cx="1296" cy="624"/>
                    <a:chOff x="3072" y="960"/>
                    <a:chExt cx="1296" cy="624"/>
                  </a:xfrm>
                </p:grpSpPr>
                <p:sp>
                  <p:nvSpPr>
                    <p:cNvPr id="49207" name="Line 13">
                      <a:extLst>
                        <a:ext uri="{FF2B5EF4-FFF2-40B4-BE49-F238E27FC236}">
                          <a16:creationId xmlns:a16="http://schemas.microsoft.com/office/drawing/2014/main" id="{CEB13446-B7DC-363B-1F3B-D65327D4502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072" y="960"/>
                      <a:ext cx="0" cy="62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9208" name="Line 14">
                      <a:extLst>
                        <a:ext uri="{FF2B5EF4-FFF2-40B4-BE49-F238E27FC236}">
                          <a16:creationId xmlns:a16="http://schemas.microsoft.com/office/drawing/2014/main" id="{E8589FBB-1A64-BEEC-8B35-1133761EEEE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368" y="960"/>
                      <a:ext cx="0" cy="62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49206" name="Line 15">
                    <a:extLst>
                      <a:ext uri="{FF2B5EF4-FFF2-40B4-BE49-F238E27FC236}">
                        <a16:creationId xmlns:a16="http://schemas.microsoft.com/office/drawing/2014/main" id="{238BBEC1-ABF9-C870-3339-DE9D90A09E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72" y="960"/>
                    <a:ext cx="129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49186" name="Group 16">
                <a:extLst>
                  <a:ext uri="{FF2B5EF4-FFF2-40B4-BE49-F238E27FC236}">
                    <a16:creationId xmlns:a16="http://schemas.microsoft.com/office/drawing/2014/main" id="{D0D6BE3A-CDD9-B6F2-2C1E-1DA4C6660E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53" y="1170"/>
                <a:ext cx="959" cy="252"/>
                <a:chOff x="2544" y="1584"/>
                <a:chExt cx="1056" cy="288"/>
              </a:xfrm>
            </p:grpSpPr>
            <p:sp>
              <p:nvSpPr>
                <p:cNvPr id="49201" name="Line 17">
                  <a:extLst>
                    <a:ext uri="{FF2B5EF4-FFF2-40B4-BE49-F238E27FC236}">
                      <a16:creationId xmlns:a16="http://schemas.microsoft.com/office/drawing/2014/main" id="{0204DE6C-C912-A8A2-7E76-7270B90F90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1584"/>
                  <a:ext cx="1056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202" name="Line 18">
                  <a:extLst>
                    <a:ext uri="{FF2B5EF4-FFF2-40B4-BE49-F238E27FC236}">
                      <a16:creationId xmlns:a16="http://schemas.microsoft.com/office/drawing/2014/main" id="{448701FD-5EB0-0235-EBD2-DD33157A61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1872"/>
                  <a:ext cx="1056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9187" name="Rectangle 19">
                <a:extLst>
                  <a:ext uri="{FF2B5EF4-FFF2-40B4-BE49-F238E27FC236}">
                    <a16:creationId xmlns:a16="http://schemas.microsoft.com/office/drawing/2014/main" id="{A0C4541A-A25D-0A5F-D35E-55AE410BE5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3" y="1212"/>
                <a:ext cx="959" cy="16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pSp>
            <p:nvGrpSpPr>
              <p:cNvPr id="49188" name="Group 20">
                <a:extLst>
                  <a:ext uri="{FF2B5EF4-FFF2-40B4-BE49-F238E27FC236}">
                    <a16:creationId xmlns:a16="http://schemas.microsoft.com/office/drawing/2014/main" id="{1C8509AD-7024-4708-3AB7-200F8F6BBE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1152"/>
                <a:ext cx="435" cy="252"/>
                <a:chOff x="4128" y="1584"/>
                <a:chExt cx="480" cy="288"/>
              </a:xfrm>
            </p:grpSpPr>
            <p:grpSp>
              <p:nvGrpSpPr>
                <p:cNvPr id="49195" name="Group 21">
                  <a:extLst>
                    <a:ext uri="{FF2B5EF4-FFF2-40B4-BE49-F238E27FC236}">
                      <a16:creationId xmlns:a16="http://schemas.microsoft.com/office/drawing/2014/main" id="{B103CF43-7F18-4E00-E9CF-3F26FF7380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28" y="1584"/>
                  <a:ext cx="480" cy="96"/>
                  <a:chOff x="4128" y="1584"/>
                  <a:chExt cx="480" cy="96"/>
                </a:xfrm>
              </p:grpSpPr>
              <p:sp>
                <p:nvSpPr>
                  <p:cNvPr id="49199" name="Line 22">
                    <a:extLst>
                      <a:ext uri="{FF2B5EF4-FFF2-40B4-BE49-F238E27FC236}">
                        <a16:creationId xmlns:a16="http://schemas.microsoft.com/office/drawing/2014/main" id="{B16834C1-1FAF-A57D-8B8D-E3775E3191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28" y="1584"/>
                    <a:ext cx="480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200" name="Line 23">
                    <a:extLst>
                      <a:ext uri="{FF2B5EF4-FFF2-40B4-BE49-F238E27FC236}">
                        <a16:creationId xmlns:a16="http://schemas.microsoft.com/office/drawing/2014/main" id="{F780000C-588B-35E6-75F8-8FE9B0CA05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72" y="1680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9196" name="Group 24">
                  <a:extLst>
                    <a:ext uri="{FF2B5EF4-FFF2-40B4-BE49-F238E27FC236}">
                      <a16:creationId xmlns:a16="http://schemas.microsoft.com/office/drawing/2014/main" id="{827F789D-8278-B908-2472-60453BA23E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28" y="1776"/>
                  <a:ext cx="480" cy="96"/>
                  <a:chOff x="4128" y="1584"/>
                  <a:chExt cx="480" cy="96"/>
                </a:xfrm>
              </p:grpSpPr>
              <p:sp>
                <p:nvSpPr>
                  <p:cNvPr id="49197" name="Line 25">
                    <a:extLst>
                      <a:ext uri="{FF2B5EF4-FFF2-40B4-BE49-F238E27FC236}">
                        <a16:creationId xmlns:a16="http://schemas.microsoft.com/office/drawing/2014/main" id="{6840E364-CF98-B35B-182B-7381C65FDE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28" y="1584"/>
                    <a:ext cx="480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198" name="Line 26">
                    <a:extLst>
                      <a:ext uri="{FF2B5EF4-FFF2-40B4-BE49-F238E27FC236}">
                        <a16:creationId xmlns:a16="http://schemas.microsoft.com/office/drawing/2014/main" id="{F1CEAB4F-54C8-5D84-0A1B-23C6557FB9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72" y="1680"/>
                    <a:ext cx="192" cy="0"/>
                  </a:xfrm>
                  <a:prstGeom prst="line">
                    <a:avLst/>
                  </a:prstGeom>
                  <a:noFill/>
                  <a:ln w="57150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graphicFrame>
            <p:nvGraphicFramePr>
              <p:cNvPr id="49189" name="Object 27">
                <a:extLst>
                  <a:ext uri="{FF2B5EF4-FFF2-40B4-BE49-F238E27FC236}">
                    <a16:creationId xmlns:a16="http://schemas.microsoft.com/office/drawing/2014/main" id="{6C85ADDF-984A-B8CB-26A6-77BDD578DA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002" y="1198"/>
              <a:ext cx="221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" imgW="253780" imgH="266469" progId="Equation.3">
                      <p:embed/>
                    </p:oleObj>
                  </mc:Choice>
                  <mc:Fallback>
                    <p:oleObj name="公式" r:id="rId2" imgW="253780" imgH="266469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02" y="1198"/>
                            <a:ext cx="221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90" name="Object 28">
                <a:extLst>
                  <a:ext uri="{FF2B5EF4-FFF2-40B4-BE49-F238E27FC236}">
                    <a16:creationId xmlns:a16="http://schemas.microsoft.com/office/drawing/2014/main" id="{405D590B-39F6-2E73-0450-F91F5716F26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55" y="1212"/>
              <a:ext cx="189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330200" imgH="368300" progId="Equation.3">
                      <p:embed/>
                    </p:oleObj>
                  </mc:Choice>
                  <mc:Fallback>
                    <p:oleObj name="公式" r:id="rId4" imgW="330200" imgH="36830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5" y="1212"/>
                            <a:ext cx="189" cy="2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91" name="Object 29">
                <a:extLst>
                  <a:ext uri="{FF2B5EF4-FFF2-40B4-BE49-F238E27FC236}">
                    <a16:creationId xmlns:a16="http://schemas.microsoft.com/office/drawing/2014/main" id="{7C938E1B-A511-8EB9-BACD-08D5074D76B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84" y="924"/>
              <a:ext cx="240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355292" imgH="342603" progId="Equation.3">
                      <p:embed/>
                    </p:oleObj>
                  </mc:Choice>
                  <mc:Fallback>
                    <p:oleObj name="公式" r:id="rId6" imgW="355292" imgH="342603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924"/>
                            <a:ext cx="240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192" name="Line 30">
                <a:extLst>
                  <a:ext uri="{FF2B5EF4-FFF2-40B4-BE49-F238E27FC236}">
                    <a16:creationId xmlns:a16="http://schemas.microsoft.com/office/drawing/2014/main" id="{C9A5BF30-75DB-E73F-A9E7-43F0DF06A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61" y="1296"/>
                <a:ext cx="392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193" name="Arc 31">
                <a:extLst>
                  <a:ext uri="{FF2B5EF4-FFF2-40B4-BE49-F238E27FC236}">
                    <a16:creationId xmlns:a16="http://schemas.microsoft.com/office/drawing/2014/main" id="{4C52DDF1-73EE-228C-9863-AC2ABA26B351}"/>
                  </a:ext>
                </a:extLst>
              </p:cNvPr>
              <p:cNvSpPr>
                <a:spLocks/>
              </p:cNvSpPr>
              <p:nvPr/>
            </p:nvSpPr>
            <p:spPr bwMode="auto">
              <a:xfrm rot="-1077090">
                <a:off x="3696" y="624"/>
                <a:ext cx="741" cy="294"/>
              </a:xfrm>
              <a:custGeom>
                <a:avLst/>
                <a:gdLst>
                  <a:gd name="T0" fmla="*/ 0 w 21600"/>
                  <a:gd name="T1" fmla="*/ 0 h 21585"/>
                  <a:gd name="T2" fmla="*/ 0 w 21600"/>
                  <a:gd name="T3" fmla="*/ 0 h 21585"/>
                  <a:gd name="T4" fmla="*/ 0 w 21600"/>
                  <a:gd name="T5" fmla="*/ 0 h 2158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585" fill="none" extrusionOk="0">
                    <a:moveTo>
                      <a:pt x="797" y="-1"/>
                    </a:moveTo>
                    <a:cubicBezTo>
                      <a:pt x="12408" y="428"/>
                      <a:pt x="21600" y="9965"/>
                      <a:pt x="21600" y="21585"/>
                    </a:cubicBezTo>
                  </a:path>
                  <a:path w="21600" h="21585" stroke="0" extrusionOk="0">
                    <a:moveTo>
                      <a:pt x="797" y="-1"/>
                    </a:moveTo>
                    <a:cubicBezTo>
                      <a:pt x="12408" y="428"/>
                      <a:pt x="21600" y="9965"/>
                      <a:pt x="21600" y="21585"/>
                    </a:cubicBezTo>
                    <a:lnTo>
                      <a:pt x="0" y="21585"/>
                    </a:lnTo>
                    <a:lnTo>
                      <a:pt x="797" y="-1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9194" name="Object 32">
                <a:extLst>
                  <a:ext uri="{FF2B5EF4-FFF2-40B4-BE49-F238E27FC236}">
                    <a16:creationId xmlns:a16="http://schemas.microsoft.com/office/drawing/2014/main" id="{6AF6EBA9-DDA6-868F-F777-0B3C3F19AD8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84" y="720"/>
              <a:ext cx="316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622300" imgH="457200" progId="Equation.3">
                      <p:embed/>
                    </p:oleObj>
                  </mc:Choice>
                  <mc:Fallback>
                    <p:oleObj name="公式" r:id="rId8" imgW="622300" imgH="45720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720"/>
                            <a:ext cx="316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9155" name="Group 33">
            <a:extLst>
              <a:ext uri="{FF2B5EF4-FFF2-40B4-BE49-F238E27FC236}">
                <a16:creationId xmlns:a16="http://schemas.microsoft.com/office/drawing/2014/main" id="{E9C96644-7568-4C5C-5BF0-5F045B7BDBE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352800"/>
            <a:ext cx="7543800" cy="990600"/>
            <a:chOff x="384" y="2160"/>
            <a:chExt cx="4752" cy="624"/>
          </a:xfrm>
        </p:grpSpPr>
        <p:sp>
          <p:nvSpPr>
            <p:cNvPr id="49177" name="Text Box 34">
              <a:extLst>
                <a:ext uri="{FF2B5EF4-FFF2-40B4-BE49-F238E27FC236}">
                  <a16:creationId xmlns:a16="http://schemas.microsoft.com/office/drawing/2014/main" id="{8E1B5C9D-CEB6-E6E4-F1E9-1DC42D6D3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304"/>
              <a:ext cx="1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1"/>
                  </a:solidFill>
                  <a:latin typeface="宋体" panose="02010600030101010101" pitchFamily="2" charset="-122"/>
                </a:rPr>
                <a:t>能量转换过程：</a:t>
              </a:r>
            </a:p>
          </p:txBody>
        </p:sp>
        <p:grpSp>
          <p:nvGrpSpPr>
            <p:cNvPr id="49178" name="Group 35">
              <a:extLst>
                <a:ext uri="{FF2B5EF4-FFF2-40B4-BE49-F238E27FC236}">
                  <a16:creationId xmlns:a16="http://schemas.microsoft.com/office/drawing/2014/main" id="{4FDC3CEB-8E62-77E1-F743-C9A99AD6A1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2160"/>
              <a:ext cx="2976" cy="624"/>
              <a:chOff x="720" y="2880"/>
              <a:chExt cx="2976" cy="624"/>
            </a:xfrm>
          </p:grpSpPr>
          <p:sp>
            <p:nvSpPr>
              <p:cNvPr id="49179" name="Text Box 36">
                <a:extLst>
                  <a:ext uri="{FF2B5EF4-FFF2-40B4-BE49-F238E27FC236}">
                    <a16:creationId xmlns:a16="http://schemas.microsoft.com/office/drawing/2014/main" id="{CD076A1F-499E-11C2-9071-70E015E5EE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2880"/>
                <a:ext cx="13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外力做功</a:t>
                </a:r>
              </a:p>
            </p:txBody>
          </p:sp>
          <p:sp>
            <p:nvSpPr>
              <p:cNvPr id="49180" name="Text Box 37">
                <a:extLst>
                  <a:ext uri="{FF2B5EF4-FFF2-40B4-BE49-F238E27FC236}">
                    <a16:creationId xmlns:a16="http://schemas.microsoft.com/office/drawing/2014/main" id="{B38E9AB2-D790-E2B5-CED2-D38BB697F8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3216"/>
                <a:ext cx="14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电场能减少</a:t>
                </a:r>
              </a:p>
            </p:txBody>
          </p:sp>
          <p:sp>
            <p:nvSpPr>
              <p:cNvPr id="49181" name="Text Box 38">
                <a:extLst>
                  <a:ext uri="{FF2B5EF4-FFF2-40B4-BE49-F238E27FC236}">
                    <a16:creationId xmlns:a16="http://schemas.microsoft.com/office/drawing/2014/main" id="{E0A8473F-02EB-8CD3-CEAD-6051256DAF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3072"/>
                <a:ext cx="14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对电源充电</a:t>
                </a:r>
              </a:p>
            </p:txBody>
          </p:sp>
          <p:sp>
            <p:nvSpPr>
              <p:cNvPr id="49182" name="AutoShape 39">
                <a:extLst>
                  <a:ext uri="{FF2B5EF4-FFF2-40B4-BE49-F238E27FC236}">
                    <a16:creationId xmlns:a16="http://schemas.microsoft.com/office/drawing/2014/main" id="{57CB26EA-9A2C-1D4F-8EC7-5CD3CDB92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8" y="3024"/>
                <a:ext cx="288" cy="432"/>
              </a:xfrm>
              <a:prstGeom prst="rightBrace">
                <a:avLst>
                  <a:gd name="adj1" fmla="val 12500"/>
                  <a:gd name="adj2" fmla="val 50000"/>
                </a:avLst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127016" name="Group 40">
            <a:extLst>
              <a:ext uri="{FF2B5EF4-FFF2-40B4-BE49-F238E27FC236}">
                <a16:creationId xmlns:a16="http://schemas.microsoft.com/office/drawing/2014/main" id="{B5F56952-5E33-C269-FF4B-DE95233F331D}"/>
              </a:ext>
            </a:extLst>
          </p:cNvPr>
          <p:cNvGrpSpPr>
            <a:grpSpLocks/>
          </p:cNvGrpSpPr>
          <p:nvPr/>
        </p:nvGrpSpPr>
        <p:grpSpPr bwMode="auto">
          <a:xfrm>
            <a:off x="488950" y="4546600"/>
            <a:ext cx="8043863" cy="830263"/>
            <a:chOff x="288" y="2926"/>
            <a:chExt cx="5067" cy="523"/>
          </a:xfrm>
        </p:grpSpPr>
        <p:grpSp>
          <p:nvGrpSpPr>
            <p:cNvPr id="49173" name="Group 41">
              <a:extLst>
                <a:ext uri="{FF2B5EF4-FFF2-40B4-BE49-F238E27FC236}">
                  <a16:creationId xmlns:a16="http://schemas.microsoft.com/office/drawing/2014/main" id="{04A6B860-829C-CF6F-2A5C-D4911B7A7C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926"/>
              <a:ext cx="3629" cy="523"/>
              <a:chOff x="192" y="206"/>
              <a:chExt cx="3629" cy="523"/>
            </a:xfrm>
          </p:grpSpPr>
          <p:sp>
            <p:nvSpPr>
              <p:cNvPr id="49175" name="Text Box 42">
                <a:extLst>
                  <a:ext uri="{FF2B5EF4-FFF2-40B4-BE49-F238E27FC236}">
                    <a16:creationId xmlns:a16="http://schemas.microsoft.com/office/drawing/2014/main" id="{3BE6E746-2FE8-6C11-8BF2-A06254B0C4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" y="206"/>
                <a:ext cx="3629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chemeClr val="bg1"/>
                    </a:solidFill>
                  </a:rPr>
                  <a:t>2) </a:t>
                </a:r>
                <a:r>
                  <a:rPr lang="zh-CN" altLang="en-US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断开电源</a:t>
                </a:r>
              </a:p>
              <a:p>
                <a:pPr eaLnBrk="1" hangingPunct="1"/>
                <a:r>
                  <a:rPr lang="zh-CN" altLang="en-US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    极板电量      不变，电源不做功。</a:t>
                </a:r>
              </a:p>
            </p:txBody>
          </p:sp>
          <p:graphicFrame>
            <p:nvGraphicFramePr>
              <p:cNvPr id="49176" name="Object 43">
                <a:extLst>
                  <a:ext uri="{FF2B5EF4-FFF2-40B4-BE49-F238E27FC236}">
                    <a16:creationId xmlns:a16="http://schemas.microsoft.com/office/drawing/2014/main" id="{EE148BFF-1914-5ACC-E91D-1BBA1C1F2E2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80" y="480"/>
              <a:ext cx="240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289622" imgH="403999" progId="Equation.3">
                      <p:embed/>
                    </p:oleObj>
                  </mc:Choice>
                  <mc:Fallback>
                    <p:oleObj name="公式" r:id="rId10" imgW="289622" imgH="403999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480"/>
                            <a:ext cx="240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174" name="Rectangle 44">
              <a:extLst>
                <a:ext uri="{FF2B5EF4-FFF2-40B4-BE49-F238E27FC236}">
                  <a16:creationId xmlns:a16="http://schemas.microsoft.com/office/drawing/2014/main" id="{1AD511D0-70F1-A36E-DB5C-029509DB4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153"/>
              <a:ext cx="14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solidFill>
                    <a:schemeClr val="bg1"/>
                  </a:solidFill>
                  <a:latin typeface="宋体" panose="02010600030101010101" pitchFamily="2" charset="-122"/>
                </a:rPr>
                <a:t>电容器储能变化</a:t>
              </a:r>
            </a:p>
          </p:txBody>
        </p:sp>
      </p:grpSp>
      <p:graphicFrame>
        <p:nvGraphicFramePr>
          <p:cNvPr id="127021" name="Object 45">
            <a:extLst>
              <a:ext uri="{FF2B5EF4-FFF2-40B4-BE49-F238E27FC236}">
                <a16:creationId xmlns:a16="http://schemas.microsoft.com/office/drawing/2014/main" id="{D5E53F33-E2A7-210D-DD87-AF95686976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5638800"/>
          <a:ext cx="54864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248276" imgH="998026" progId="Equation.3">
                  <p:embed/>
                </p:oleObj>
              </mc:Choice>
              <mc:Fallback>
                <p:oleObj name="公式" r:id="rId12" imgW="6248276" imgH="998026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638800"/>
                        <a:ext cx="54864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8" name="Group 46">
            <a:extLst>
              <a:ext uri="{FF2B5EF4-FFF2-40B4-BE49-F238E27FC236}">
                <a16:creationId xmlns:a16="http://schemas.microsoft.com/office/drawing/2014/main" id="{D9B39061-0124-C0E0-1E9C-089E881B8A3E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04800"/>
            <a:ext cx="2819400" cy="2895600"/>
            <a:chOff x="192" y="1776"/>
            <a:chExt cx="1776" cy="1824"/>
          </a:xfrm>
        </p:grpSpPr>
        <p:sp>
          <p:nvSpPr>
            <p:cNvPr id="49160" name="Rectangle 47">
              <a:extLst>
                <a:ext uri="{FF2B5EF4-FFF2-40B4-BE49-F238E27FC236}">
                  <a16:creationId xmlns:a16="http://schemas.microsoft.com/office/drawing/2014/main" id="{1EAD8952-BC99-E993-AFE5-BAD158F28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776"/>
              <a:ext cx="1776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AAA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49161" name="Object 48">
              <a:extLst>
                <a:ext uri="{FF2B5EF4-FFF2-40B4-BE49-F238E27FC236}">
                  <a16:creationId xmlns:a16="http://schemas.microsoft.com/office/drawing/2014/main" id="{E6DBC170-AADF-4A9C-B623-5FD24C6EBB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640"/>
            <a:ext cx="16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91973" imgH="342751" progId="Equation.3">
                    <p:embed/>
                  </p:oleObj>
                </mc:Choice>
                <mc:Fallback>
                  <p:oleObj name="公式" r:id="rId14" imgW="291973" imgH="342751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640"/>
                          <a:ext cx="16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162" name="Group 49">
              <a:extLst>
                <a:ext uri="{FF2B5EF4-FFF2-40B4-BE49-F238E27FC236}">
                  <a16:creationId xmlns:a16="http://schemas.microsoft.com/office/drawing/2014/main" id="{BBD9A632-0768-0DF2-B3EA-7722C9E817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016"/>
              <a:ext cx="1128" cy="1488"/>
              <a:chOff x="480" y="2016"/>
              <a:chExt cx="1128" cy="1488"/>
            </a:xfrm>
          </p:grpSpPr>
          <p:sp>
            <p:nvSpPr>
              <p:cNvPr id="49170" name="AutoShape 50">
                <a:extLst>
                  <a:ext uri="{FF2B5EF4-FFF2-40B4-BE49-F238E27FC236}">
                    <a16:creationId xmlns:a16="http://schemas.microsoft.com/office/drawing/2014/main" id="{13C03B04-BA25-B285-6D59-417415A8D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6"/>
                <a:ext cx="1104" cy="1488"/>
              </a:xfrm>
              <a:prstGeom prst="can">
                <a:avLst>
                  <a:gd name="adj" fmla="val 46737"/>
                </a:avLst>
              </a:prstGeom>
              <a:solidFill>
                <a:srgbClr val="FFCC99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9171" name="AutoShape 51">
                <a:extLst>
                  <a:ext uri="{FF2B5EF4-FFF2-40B4-BE49-F238E27FC236}">
                    <a16:creationId xmlns:a16="http://schemas.microsoft.com/office/drawing/2014/main" id="{43879179-E221-731B-29AA-AB7082D94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112"/>
                <a:ext cx="768" cy="1296"/>
              </a:xfrm>
              <a:prstGeom prst="can">
                <a:avLst>
                  <a:gd name="adj" fmla="val 42188"/>
                </a:avLst>
              </a:prstGeom>
              <a:solidFill>
                <a:srgbClr val="FFCC99"/>
              </a:solidFill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9172" name="Oval 52">
                <a:extLst>
                  <a:ext uri="{FF2B5EF4-FFF2-40B4-BE49-F238E27FC236}">
                    <a16:creationId xmlns:a16="http://schemas.microsoft.com/office/drawing/2014/main" id="{20247DB4-84BE-CBF9-8A6A-78FAC971C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6"/>
                <a:ext cx="1128" cy="528"/>
              </a:xfrm>
              <a:prstGeom prst="ellipse">
                <a:avLst/>
              </a:prstGeom>
              <a:noFill/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aphicFrame>
          <p:nvGraphicFramePr>
            <p:cNvPr id="49163" name="Object 53">
              <a:extLst>
                <a:ext uri="{FF2B5EF4-FFF2-40B4-BE49-F238E27FC236}">
                  <a16:creationId xmlns:a16="http://schemas.microsoft.com/office/drawing/2014/main" id="{132CE2D0-DEB9-17E7-1044-FA8F696EEE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" y="2640"/>
            <a:ext cx="272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64885" imgH="215619" progId="Equation.3">
                    <p:embed/>
                  </p:oleObj>
                </mc:Choice>
                <mc:Fallback>
                  <p:oleObj name="公式" r:id="rId16" imgW="164885" imgH="215619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2640"/>
                          <a:ext cx="272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164" name="Group 54">
              <a:extLst>
                <a:ext uri="{FF2B5EF4-FFF2-40B4-BE49-F238E27FC236}">
                  <a16:creationId xmlns:a16="http://schemas.microsoft.com/office/drawing/2014/main" id="{28AEAEA0-1A5A-306A-E295-E061A603B4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064"/>
              <a:ext cx="768" cy="384"/>
              <a:chOff x="672" y="2064"/>
              <a:chExt cx="768" cy="384"/>
            </a:xfrm>
          </p:grpSpPr>
          <p:sp>
            <p:nvSpPr>
              <p:cNvPr id="49165" name="Oval 55">
                <a:extLst>
                  <a:ext uri="{FF2B5EF4-FFF2-40B4-BE49-F238E27FC236}">
                    <a16:creationId xmlns:a16="http://schemas.microsoft.com/office/drawing/2014/main" id="{778202B9-D1EF-E63E-FBE4-AD0FEFFD8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112"/>
                <a:ext cx="768" cy="33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49166" name="Line 56">
                <a:extLst>
                  <a:ext uri="{FF2B5EF4-FFF2-40B4-BE49-F238E27FC236}">
                    <a16:creationId xmlns:a16="http://schemas.microsoft.com/office/drawing/2014/main" id="{305A8731-D2E1-1281-EFFE-B803B48C4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2256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9167" name="Object 57">
                <a:extLst>
                  <a:ext uri="{FF2B5EF4-FFF2-40B4-BE49-F238E27FC236}">
                    <a16:creationId xmlns:a16="http://schemas.microsoft.com/office/drawing/2014/main" id="{66660E14-2FA1-F643-3300-1A9B0DF2F5F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4" y="2160"/>
              <a:ext cx="12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241300" imgH="368300" progId="Equation.3">
                      <p:embed/>
                    </p:oleObj>
                  </mc:Choice>
                  <mc:Fallback>
                    <p:oleObj name="公式" r:id="rId18" imgW="241300" imgH="368300" progId="Equation.3">
                      <p:embed/>
                      <p:pic>
                        <p:nvPicPr>
                          <p:cNvPr id="0" name="Object 5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4" y="2160"/>
                            <a:ext cx="12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68" name="Object 58">
                <a:extLst>
                  <a:ext uri="{FF2B5EF4-FFF2-40B4-BE49-F238E27FC236}">
                    <a16:creationId xmlns:a16="http://schemas.microsoft.com/office/drawing/2014/main" id="{EE57CF97-87DA-60D9-628A-20D6B04572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4" y="2256"/>
              <a:ext cx="159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53780" imgH="266469" progId="Equation.3">
                      <p:embed/>
                    </p:oleObj>
                  </mc:Choice>
                  <mc:Fallback>
                    <p:oleObj name="公式" r:id="rId20" imgW="253780" imgH="266469" progId="Equation.3">
                      <p:embed/>
                      <p:pic>
                        <p:nvPicPr>
                          <p:cNvPr id="0" name="Object 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2256"/>
                            <a:ext cx="159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169" name="Line 59">
                <a:extLst>
                  <a:ext uri="{FF2B5EF4-FFF2-40B4-BE49-F238E27FC236}">
                    <a16:creationId xmlns:a16="http://schemas.microsoft.com/office/drawing/2014/main" id="{B63E7336-4C86-6978-87D6-3BBBEBFCC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2" y="2064"/>
                <a:ext cx="384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127036" name="Picture 60">
            <a:extLst>
              <a:ext uri="{FF2B5EF4-FFF2-40B4-BE49-F238E27FC236}">
                <a16:creationId xmlns:a16="http://schemas.microsoft.com/office/drawing/2014/main" id="{21FF6486-AA54-4709-70CC-B87FA6701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7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7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002" name="Group 2">
            <a:extLst>
              <a:ext uri="{FF2B5EF4-FFF2-40B4-BE49-F238E27FC236}">
                <a16:creationId xmlns:a16="http://schemas.microsoft.com/office/drawing/2014/main" id="{F4408017-09DA-5165-3A1F-BAA67556DBF6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81000"/>
            <a:ext cx="2819400" cy="2895600"/>
            <a:chOff x="192" y="1776"/>
            <a:chExt cx="1776" cy="1824"/>
          </a:xfrm>
        </p:grpSpPr>
        <p:sp>
          <p:nvSpPr>
            <p:cNvPr id="50198" name="Rectangle 3">
              <a:extLst>
                <a:ext uri="{FF2B5EF4-FFF2-40B4-BE49-F238E27FC236}">
                  <a16:creationId xmlns:a16="http://schemas.microsoft.com/office/drawing/2014/main" id="{E883D193-2B49-E090-ACBF-2FE028BC0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776"/>
              <a:ext cx="1776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AAA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50199" name="Object 4">
              <a:extLst>
                <a:ext uri="{FF2B5EF4-FFF2-40B4-BE49-F238E27FC236}">
                  <a16:creationId xmlns:a16="http://schemas.microsoft.com/office/drawing/2014/main" id="{E83B9BE2-A7D1-BBF5-946C-7193CA3545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2640"/>
            <a:ext cx="16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91973" imgH="342751" progId="Equation.3">
                    <p:embed/>
                  </p:oleObj>
                </mc:Choice>
                <mc:Fallback>
                  <p:oleObj name="公式" r:id="rId2" imgW="291973" imgH="342751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2640"/>
                          <a:ext cx="16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200" name="Group 5">
              <a:extLst>
                <a:ext uri="{FF2B5EF4-FFF2-40B4-BE49-F238E27FC236}">
                  <a16:creationId xmlns:a16="http://schemas.microsoft.com/office/drawing/2014/main" id="{46FD3D0B-239F-95A2-AB42-2FE47FD22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016"/>
              <a:ext cx="1128" cy="1488"/>
              <a:chOff x="480" y="2016"/>
              <a:chExt cx="1128" cy="1488"/>
            </a:xfrm>
          </p:grpSpPr>
          <p:sp>
            <p:nvSpPr>
              <p:cNvPr id="50208" name="AutoShape 6">
                <a:extLst>
                  <a:ext uri="{FF2B5EF4-FFF2-40B4-BE49-F238E27FC236}">
                    <a16:creationId xmlns:a16="http://schemas.microsoft.com/office/drawing/2014/main" id="{EF1978C4-1DA9-99EB-5BCE-B51922B3E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6"/>
                <a:ext cx="1104" cy="1488"/>
              </a:xfrm>
              <a:prstGeom prst="can">
                <a:avLst>
                  <a:gd name="adj" fmla="val 46737"/>
                </a:avLst>
              </a:prstGeom>
              <a:solidFill>
                <a:srgbClr val="FFCC99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50209" name="AutoShape 7">
                <a:extLst>
                  <a:ext uri="{FF2B5EF4-FFF2-40B4-BE49-F238E27FC236}">
                    <a16:creationId xmlns:a16="http://schemas.microsoft.com/office/drawing/2014/main" id="{A866B76D-B93E-2BC1-3CDC-E4DCE67985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112"/>
                <a:ext cx="768" cy="1296"/>
              </a:xfrm>
              <a:prstGeom prst="can">
                <a:avLst>
                  <a:gd name="adj" fmla="val 42188"/>
                </a:avLst>
              </a:prstGeom>
              <a:solidFill>
                <a:srgbClr val="FFCC99"/>
              </a:solidFill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50210" name="Oval 8">
                <a:extLst>
                  <a:ext uri="{FF2B5EF4-FFF2-40B4-BE49-F238E27FC236}">
                    <a16:creationId xmlns:a16="http://schemas.microsoft.com/office/drawing/2014/main" id="{2E4D8809-7CF5-BC07-D3CF-B85ADBDCC4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016"/>
                <a:ext cx="1128" cy="528"/>
              </a:xfrm>
              <a:prstGeom prst="ellipse">
                <a:avLst/>
              </a:prstGeom>
              <a:noFill/>
              <a:ln w="38100">
                <a:solidFill>
                  <a:srgbClr val="66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aphicFrame>
          <p:nvGraphicFramePr>
            <p:cNvPr id="50201" name="Object 9">
              <a:extLst>
                <a:ext uri="{FF2B5EF4-FFF2-40B4-BE49-F238E27FC236}">
                  <a16:creationId xmlns:a16="http://schemas.microsoft.com/office/drawing/2014/main" id="{C5A64F84-9031-C70D-3C66-C4157BDE12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" y="2640"/>
            <a:ext cx="272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64885" imgH="215619" progId="Equation.3">
                    <p:embed/>
                  </p:oleObj>
                </mc:Choice>
                <mc:Fallback>
                  <p:oleObj name="公式" r:id="rId4" imgW="164885" imgH="215619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2640"/>
                          <a:ext cx="272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202" name="Group 10">
              <a:extLst>
                <a:ext uri="{FF2B5EF4-FFF2-40B4-BE49-F238E27FC236}">
                  <a16:creationId xmlns:a16="http://schemas.microsoft.com/office/drawing/2014/main" id="{67FB7F7E-B2B8-E874-3FE6-4D7CD7B97F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064"/>
              <a:ext cx="768" cy="384"/>
              <a:chOff x="672" y="2064"/>
              <a:chExt cx="768" cy="384"/>
            </a:xfrm>
          </p:grpSpPr>
          <p:sp>
            <p:nvSpPr>
              <p:cNvPr id="50203" name="Oval 11">
                <a:extLst>
                  <a:ext uri="{FF2B5EF4-FFF2-40B4-BE49-F238E27FC236}">
                    <a16:creationId xmlns:a16="http://schemas.microsoft.com/office/drawing/2014/main" id="{2E20507C-92EF-8257-AB19-617A303C0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112"/>
                <a:ext cx="768" cy="33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50204" name="Line 12">
                <a:extLst>
                  <a:ext uri="{FF2B5EF4-FFF2-40B4-BE49-F238E27FC236}">
                    <a16:creationId xmlns:a16="http://schemas.microsoft.com/office/drawing/2014/main" id="{B0C1FFAF-DA61-2AFD-9853-8AF431FF87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2256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0205" name="Object 13">
                <a:extLst>
                  <a:ext uri="{FF2B5EF4-FFF2-40B4-BE49-F238E27FC236}">
                    <a16:creationId xmlns:a16="http://schemas.microsoft.com/office/drawing/2014/main" id="{EC9850ED-FB59-8812-1388-5FA249C9B08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4" y="2160"/>
              <a:ext cx="12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241300" imgH="368300" progId="Equation.3">
                      <p:embed/>
                    </p:oleObj>
                  </mc:Choice>
                  <mc:Fallback>
                    <p:oleObj name="公式" r:id="rId6" imgW="241300" imgH="368300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4" y="2160"/>
                            <a:ext cx="12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206" name="Object 14">
                <a:extLst>
                  <a:ext uri="{FF2B5EF4-FFF2-40B4-BE49-F238E27FC236}">
                    <a16:creationId xmlns:a16="http://schemas.microsoft.com/office/drawing/2014/main" id="{60114A3B-5143-CEB8-FABE-2A4430D660E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4" y="2256"/>
              <a:ext cx="159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253780" imgH="266469" progId="Equation.3">
                      <p:embed/>
                    </p:oleObj>
                  </mc:Choice>
                  <mc:Fallback>
                    <p:oleObj name="公式" r:id="rId8" imgW="253780" imgH="266469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4" y="2256"/>
                            <a:ext cx="159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207" name="Line 15">
                <a:extLst>
                  <a:ext uri="{FF2B5EF4-FFF2-40B4-BE49-F238E27FC236}">
                    <a16:creationId xmlns:a16="http://schemas.microsoft.com/office/drawing/2014/main" id="{DC51E7C5-098F-166A-0D82-5D4D9B344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2" y="2064"/>
                <a:ext cx="384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28016" name="Rectangle 16">
            <a:extLst>
              <a:ext uri="{FF2B5EF4-FFF2-40B4-BE49-F238E27FC236}">
                <a16:creationId xmlns:a16="http://schemas.microsoft.com/office/drawing/2014/main" id="{5CF9F5D6-97B8-D0F3-8B94-CEDDB9EFF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57188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由功能原理</a:t>
            </a:r>
          </a:p>
        </p:txBody>
      </p:sp>
      <p:graphicFrame>
        <p:nvGraphicFramePr>
          <p:cNvPr id="128017" name="Object 17">
            <a:extLst>
              <a:ext uri="{FF2B5EF4-FFF2-40B4-BE49-F238E27FC236}">
                <a16:creationId xmlns:a16="http://schemas.microsoft.com/office/drawing/2014/main" id="{EDB99F4C-C210-A207-223C-113703D3BB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1042988"/>
          <a:ext cx="3113087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055464" imgH="708743" progId="Equation.3">
                  <p:embed/>
                </p:oleObj>
              </mc:Choice>
              <mc:Fallback>
                <p:oleObj name="公式" r:id="rId10" imgW="3055464" imgH="70874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042988"/>
                        <a:ext cx="3113087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18" name="Object 18">
            <a:extLst>
              <a:ext uri="{FF2B5EF4-FFF2-40B4-BE49-F238E27FC236}">
                <a16:creationId xmlns:a16="http://schemas.microsoft.com/office/drawing/2014/main" id="{2F3F8CD4-5062-9237-1DF9-EE76BEC010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2205038"/>
          <a:ext cx="3300413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50913" imgH="1051394" progId="Equation.3">
                  <p:embed/>
                </p:oleObj>
              </mc:Choice>
              <mc:Fallback>
                <p:oleObj name="公式" r:id="rId12" imgW="2750913" imgH="105139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205038"/>
                        <a:ext cx="3300413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8019" name="Group 19">
            <a:extLst>
              <a:ext uri="{FF2B5EF4-FFF2-40B4-BE49-F238E27FC236}">
                <a16:creationId xmlns:a16="http://schemas.microsoft.com/office/drawing/2014/main" id="{0C2A2DCD-2634-002B-2AC7-E4F0BCC1493D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886200"/>
            <a:ext cx="8229600" cy="1676400"/>
            <a:chOff x="144" y="2400"/>
            <a:chExt cx="5184" cy="1056"/>
          </a:xfrm>
        </p:grpSpPr>
        <p:grpSp>
          <p:nvGrpSpPr>
            <p:cNvPr id="50184" name="Group 20">
              <a:extLst>
                <a:ext uri="{FF2B5EF4-FFF2-40B4-BE49-F238E27FC236}">
                  <a16:creationId xmlns:a16="http://schemas.microsoft.com/office/drawing/2014/main" id="{B27DCC17-7FA1-3D72-6CD9-1EA1B6228D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400"/>
              <a:ext cx="1824" cy="1056"/>
              <a:chOff x="288" y="2448"/>
              <a:chExt cx="1920" cy="1056"/>
            </a:xfrm>
          </p:grpSpPr>
          <p:sp>
            <p:nvSpPr>
              <p:cNvPr id="50190" name="Rectangle 21">
                <a:extLst>
                  <a:ext uri="{FF2B5EF4-FFF2-40B4-BE49-F238E27FC236}">
                    <a16:creationId xmlns:a16="http://schemas.microsoft.com/office/drawing/2014/main" id="{9ACB1193-4FC1-CC7B-A4D6-792BCF833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448"/>
                <a:ext cx="1920" cy="10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AAA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pSp>
            <p:nvGrpSpPr>
              <p:cNvPr id="50191" name="Group 22">
                <a:extLst>
                  <a:ext uri="{FF2B5EF4-FFF2-40B4-BE49-F238E27FC236}">
                    <a16:creationId xmlns:a16="http://schemas.microsoft.com/office/drawing/2014/main" id="{D18016A2-AE75-4651-4A87-51ED84A0A9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" y="2832"/>
                <a:ext cx="1776" cy="288"/>
                <a:chOff x="3792" y="2928"/>
                <a:chExt cx="1776" cy="288"/>
              </a:xfrm>
            </p:grpSpPr>
            <p:grpSp>
              <p:nvGrpSpPr>
                <p:cNvPr id="50192" name="Group 23">
                  <a:extLst>
                    <a:ext uri="{FF2B5EF4-FFF2-40B4-BE49-F238E27FC236}">
                      <a16:creationId xmlns:a16="http://schemas.microsoft.com/office/drawing/2014/main" id="{CEC13F06-8B39-2632-AAC3-9B70D81DC5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12" y="2928"/>
                  <a:ext cx="1056" cy="288"/>
                  <a:chOff x="2544" y="1584"/>
                  <a:chExt cx="1056" cy="288"/>
                </a:xfrm>
              </p:grpSpPr>
              <p:sp>
                <p:nvSpPr>
                  <p:cNvPr id="50196" name="Line 24">
                    <a:extLst>
                      <a:ext uri="{FF2B5EF4-FFF2-40B4-BE49-F238E27FC236}">
                        <a16:creationId xmlns:a16="http://schemas.microsoft.com/office/drawing/2014/main" id="{E131C2CF-B603-AE88-00DB-0992DE7046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44" y="1584"/>
                    <a:ext cx="1056" cy="0"/>
                  </a:xfrm>
                  <a:prstGeom prst="lin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197" name="Line 25">
                    <a:extLst>
                      <a:ext uri="{FF2B5EF4-FFF2-40B4-BE49-F238E27FC236}">
                        <a16:creationId xmlns:a16="http://schemas.microsoft.com/office/drawing/2014/main" id="{A42AE2AA-D0BD-C7F2-E01F-FC0B9BE0985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544" y="1872"/>
                    <a:ext cx="1056" cy="0"/>
                  </a:xfrm>
                  <a:prstGeom prst="lin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0193" name="Rectangle 26">
                  <a:extLst>
                    <a:ext uri="{FF2B5EF4-FFF2-40B4-BE49-F238E27FC236}">
                      <a16:creationId xmlns:a16="http://schemas.microsoft.com/office/drawing/2014/main" id="{703310C9-AB20-BA2B-BE8F-8E3B68A789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2976"/>
                  <a:ext cx="1056" cy="19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graphicFrame>
              <p:nvGraphicFramePr>
                <p:cNvPr id="50194" name="Object 27">
                  <a:extLst>
                    <a:ext uri="{FF2B5EF4-FFF2-40B4-BE49-F238E27FC236}">
                      <a16:creationId xmlns:a16="http://schemas.microsoft.com/office/drawing/2014/main" id="{BCDCB637-5152-EF66-9651-7B5979EA7CD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792" y="2976"/>
                <a:ext cx="223" cy="21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4" imgW="355292" imgH="342603" progId="Equation.3">
                        <p:embed/>
                      </p:oleObj>
                    </mc:Choice>
                    <mc:Fallback>
                      <p:oleObj name="公式" r:id="rId14" imgW="355292" imgH="342603" progId="Equation.3">
                        <p:embed/>
                        <p:pic>
                          <p:nvPicPr>
                            <p:cNvPr id="0" name="Object 2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792" y="2976"/>
                              <a:ext cx="223" cy="21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0195" name="Line 28">
                  <a:extLst>
                    <a:ext uri="{FF2B5EF4-FFF2-40B4-BE49-F238E27FC236}">
                      <a16:creationId xmlns:a16="http://schemas.microsoft.com/office/drawing/2014/main" id="{17A22053-C0E2-CE85-6945-59299D2D97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80" y="3072"/>
                  <a:ext cx="432" cy="0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0185" name="Text Box 29">
              <a:extLst>
                <a:ext uri="{FF2B5EF4-FFF2-40B4-BE49-F238E27FC236}">
                  <a16:creationId xmlns:a16="http://schemas.microsoft.com/office/drawing/2014/main" id="{0F5EE363-1AC2-AC39-F6F3-4A8B6F5E1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448"/>
              <a:ext cx="1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bg1"/>
                  </a:solidFill>
                  <a:latin typeface="宋体" panose="02010600030101010101" pitchFamily="2" charset="-122"/>
                </a:rPr>
                <a:t>能量转换过程：</a:t>
              </a:r>
            </a:p>
          </p:txBody>
        </p:sp>
        <p:grpSp>
          <p:nvGrpSpPr>
            <p:cNvPr id="50186" name="Group 30">
              <a:extLst>
                <a:ext uri="{FF2B5EF4-FFF2-40B4-BE49-F238E27FC236}">
                  <a16:creationId xmlns:a16="http://schemas.microsoft.com/office/drawing/2014/main" id="{C26F9FA8-93DD-1849-1276-B5CDC97604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3024"/>
              <a:ext cx="3072" cy="288"/>
              <a:chOff x="2208" y="3120"/>
              <a:chExt cx="3072" cy="288"/>
            </a:xfrm>
          </p:grpSpPr>
          <p:sp>
            <p:nvSpPr>
              <p:cNvPr id="50187" name="Text Box 31">
                <a:extLst>
                  <a:ext uri="{FF2B5EF4-FFF2-40B4-BE49-F238E27FC236}">
                    <a16:creationId xmlns:a16="http://schemas.microsoft.com/office/drawing/2014/main" id="{DDBD9182-96C2-502F-2B3F-DB0AFE638A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3120"/>
                <a:ext cx="12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外力做功</a:t>
                </a:r>
              </a:p>
            </p:txBody>
          </p:sp>
          <p:sp>
            <p:nvSpPr>
              <p:cNvPr id="50188" name="Text Box 32">
                <a:extLst>
                  <a:ext uri="{FF2B5EF4-FFF2-40B4-BE49-F238E27FC236}">
                    <a16:creationId xmlns:a16="http://schemas.microsoft.com/office/drawing/2014/main" id="{6A8F7113-48F8-A3E4-FC9C-D977CE9C7C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0" y="3120"/>
                <a:ext cx="14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电场能增加</a:t>
                </a:r>
              </a:p>
            </p:txBody>
          </p:sp>
          <p:sp>
            <p:nvSpPr>
              <p:cNvPr id="50189" name="Line 33">
                <a:extLst>
                  <a:ext uri="{FF2B5EF4-FFF2-40B4-BE49-F238E27FC236}">
                    <a16:creationId xmlns:a16="http://schemas.microsoft.com/office/drawing/2014/main" id="{B6DDEF5B-6CB7-BC11-EA34-B845B7D90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3312"/>
                <a:ext cx="528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128034" name="Picture 34">
            <a:extLst>
              <a:ext uri="{FF2B5EF4-FFF2-40B4-BE49-F238E27FC236}">
                <a16:creationId xmlns:a16="http://schemas.microsoft.com/office/drawing/2014/main" id="{36557EDE-1381-8702-3A1B-1A2917BDC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8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8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8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8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16" grpId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10176</TotalTime>
  <Words>1149</Words>
  <Application>Microsoft Office PowerPoint</Application>
  <PresentationFormat>全屏显示(4:3)</PresentationFormat>
  <Paragraphs>250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仿宋_GB2312</vt:lpstr>
      <vt:lpstr>楷体_GB2312</vt:lpstr>
      <vt:lpstr>宋体</vt:lpstr>
      <vt:lpstr>Arial</vt:lpstr>
      <vt:lpstr>Symbol</vt:lpstr>
      <vt:lpstr>Times New Roman</vt:lpstr>
      <vt:lpstr>Tw Cen MT</vt:lpstr>
      <vt:lpstr>Tw Cen MT Condensed</vt:lpstr>
      <vt:lpstr>Wingdings 3</vt:lpstr>
      <vt:lpstr>默认设计模板</vt:lpstr>
      <vt:lpstr>积分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Polarization of Light</dc:title>
  <dc:creator>zsm</dc:creator>
  <cp:lastModifiedBy>davidly .</cp:lastModifiedBy>
  <cp:revision>618</cp:revision>
  <dcterms:created xsi:type="dcterms:W3CDTF">1998-11-21T01:35:42Z</dcterms:created>
  <dcterms:modified xsi:type="dcterms:W3CDTF">2025-05-07T12:30:05Z</dcterms:modified>
</cp:coreProperties>
</file>